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7"/>
  </p:notesMasterIdLst>
  <p:sldIdLst>
    <p:sldId id="263" r:id="rId2"/>
    <p:sldId id="308" r:id="rId3"/>
    <p:sldId id="258" r:id="rId4"/>
    <p:sldId id="313" r:id="rId5"/>
    <p:sldId id="296" r:id="rId6"/>
    <p:sldId id="314" r:id="rId7"/>
    <p:sldId id="267" r:id="rId8"/>
    <p:sldId id="315" r:id="rId9"/>
    <p:sldId id="328" r:id="rId10"/>
    <p:sldId id="329" r:id="rId11"/>
    <p:sldId id="330" r:id="rId12"/>
    <p:sldId id="333" r:id="rId13"/>
    <p:sldId id="332" r:id="rId14"/>
    <p:sldId id="331" r:id="rId15"/>
    <p:sldId id="275" r:id="rId16"/>
  </p:sldIdLst>
  <p:sldSz cx="9144000" cy="5143500" type="screen16x9"/>
  <p:notesSz cx="6858000" cy="9144000"/>
  <p:embeddedFontLst>
    <p:embeddedFont>
      <p:font typeface="Asap" panose="020B0604020202020204" charset="0"/>
      <p:regular r:id="rId18"/>
      <p:bold r:id="rId19"/>
      <p:italic r:id="rId20"/>
      <p:boldItalic r:id="rId21"/>
    </p:embeddedFon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Fira Sans Extra Condensed" panose="020B0503050000020004" pitchFamily="34" charset="0"/>
      <p:regular r:id="rId26"/>
      <p:bold r:id="rId27"/>
    </p:embeddedFont>
    <p:embeddedFont>
      <p:font typeface="Montserrat Medium" panose="00000600000000000000" pitchFamily="2" charset="0"/>
      <p:regular r:id="rId28"/>
      <p:italic r:id="rId29"/>
    </p:embeddedFont>
    <p:embeddedFont>
      <p:font typeface="Montserrat SemiBold" panose="00000700000000000000" pitchFamily="2" charset="0"/>
      <p:bold r:id="rId30"/>
      <p:boldItalic r:id="rId31"/>
    </p:embeddedFont>
    <p:embeddedFont>
      <p:font typeface="Nunito Light" pitchFamily="2" charset="0"/>
      <p:regular r:id="rId32"/>
      <p: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Titillium Web" panose="000005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D5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666985-89F5-404B-8FBC-32C63F1EC4CE}">
  <a:tblStyle styleId="{69666985-89F5-404B-8FBC-32C63F1EC4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FCDB2D-5C58-4749-AA39-FF848723D09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5196" autoAdjust="0"/>
  </p:normalViewPr>
  <p:slideViewPr>
    <p:cSldViewPr snapToGrid="0">
      <p:cViewPr varScale="1">
        <p:scale>
          <a:sx n="110" d="100"/>
          <a:sy n="110" d="100"/>
        </p:scale>
        <p:origin x="6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>
          <a:extLst>
            <a:ext uri="{FF2B5EF4-FFF2-40B4-BE49-F238E27FC236}">
              <a16:creationId xmlns:a16="http://schemas.microsoft.com/office/drawing/2014/main" id="{414C759C-FF58-1DFF-AD7B-1627FBD7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>
            <a:extLst>
              <a:ext uri="{FF2B5EF4-FFF2-40B4-BE49-F238E27FC236}">
                <a16:creationId xmlns:a16="http://schemas.microsoft.com/office/drawing/2014/main" id="{0623335D-8C21-A041-39EF-FE8ECE0AD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>
            <a:extLst>
              <a:ext uri="{FF2B5EF4-FFF2-40B4-BE49-F238E27FC236}">
                <a16:creationId xmlns:a16="http://schemas.microsoft.com/office/drawing/2014/main" id="{9DB93077-9307-AA36-546C-565C47211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14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3D12BCD9-C545-CEC4-099E-9795B315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738:notes">
            <a:extLst>
              <a:ext uri="{FF2B5EF4-FFF2-40B4-BE49-F238E27FC236}">
                <a16:creationId xmlns:a16="http://schemas.microsoft.com/office/drawing/2014/main" id="{95298267-4A32-69B2-A7E9-1A7A92860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738:notes">
            <a:extLst>
              <a:ext uri="{FF2B5EF4-FFF2-40B4-BE49-F238E27FC236}">
                <a16:creationId xmlns:a16="http://schemas.microsoft.com/office/drawing/2014/main" id="{1886F091-769E-5B35-946B-151B327A2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726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>
          <a:extLst>
            <a:ext uri="{FF2B5EF4-FFF2-40B4-BE49-F238E27FC236}">
              <a16:creationId xmlns:a16="http://schemas.microsoft.com/office/drawing/2014/main" id="{C14CF4B7-77DA-7D4D-ED16-653E98CD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54dda1946d_4_2720:notes">
            <a:extLst>
              <a:ext uri="{FF2B5EF4-FFF2-40B4-BE49-F238E27FC236}">
                <a16:creationId xmlns:a16="http://schemas.microsoft.com/office/drawing/2014/main" id="{92A473CC-C008-1E9E-CC54-DE13F238E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54dda1946d_4_2720:notes">
            <a:extLst>
              <a:ext uri="{FF2B5EF4-FFF2-40B4-BE49-F238E27FC236}">
                <a16:creationId xmlns:a16="http://schemas.microsoft.com/office/drawing/2014/main" id="{C5D50418-73AF-7CFE-B30F-504EA1670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2336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>
          <a:extLst>
            <a:ext uri="{FF2B5EF4-FFF2-40B4-BE49-F238E27FC236}">
              <a16:creationId xmlns:a16="http://schemas.microsoft.com/office/drawing/2014/main" id="{04B458CB-64D7-466A-FE61-FB0A4899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54dda1946d_4_2720:notes">
            <a:extLst>
              <a:ext uri="{FF2B5EF4-FFF2-40B4-BE49-F238E27FC236}">
                <a16:creationId xmlns:a16="http://schemas.microsoft.com/office/drawing/2014/main" id="{2F27B127-514B-7BF9-FA56-CD39BCA85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54dda1946d_4_2720:notes">
            <a:extLst>
              <a:ext uri="{FF2B5EF4-FFF2-40B4-BE49-F238E27FC236}">
                <a16:creationId xmlns:a16="http://schemas.microsoft.com/office/drawing/2014/main" id="{4D5450C3-AC30-2BD7-C015-B32533DD0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272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>
          <a:extLst>
            <a:ext uri="{FF2B5EF4-FFF2-40B4-BE49-F238E27FC236}">
              <a16:creationId xmlns:a16="http://schemas.microsoft.com/office/drawing/2014/main" id="{A2E131FA-0EF6-F197-2E90-E908E340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54dda1946d_4_2720:notes">
            <a:extLst>
              <a:ext uri="{FF2B5EF4-FFF2-40B4-BE49-F238E27FC236}">
                <a16:creationId xmlns:a16="http://schemas.microsoft.com/office/drawing/2014/main" id="{9818E152-E3CD-F1D9-9FDF-08555EEF2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54dda1946d_4_2720:notes">
            <a:extLst>
              <a:ext uri="{FF2B5EF4-FFF2-40B4-BE49-F238E27FC236}">
                <a16:creationId xmlns:a16="http://schemas.microsoft.com/office/drawing/2014/main" id="{B7736D3B-1DD7-0C99-C8C0-1E07D754B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8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4C6100DB-BAB1-9370-8D96-95156DF4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54dda1946d_6_332:notes">
            <a:extLst>
              <a:ext uri="{FF2B5EF4-FFF2-40B4-BE49-F238E27FC236}">
                <a16:creationId xmlns:a16="http://schemas.microsoft.com/office/drawing/2014/main" id="{1EB4A133-0EBB-4A10-152C-94F1DD4CD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54dda1946d_6_332:notes">
            <a:extLst>
              <a:ext uri="{FF2B5EF4-FFF2-40B4-BE49-F238E27FC236}">
                <a16:creationId xmlns:a16="http://schemas.microsoft.com/office/drawing/2014/main" id="{A265D8B8-57CC-0B1D-DB5F-BF8A4A859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954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7CD998F5-37C0-0C41-2C9D-90FD5802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431007ba2_0_208:notes">
            <a:extLst>
              <a:ext uri="{FF2B5EF4-FFF2-40B4-BE49-F238E27FC236}">
                <a16:creationId xmlns:a16="http://schemas.microsoft.com/office/drawing/2014/main" id="{34627948-8F49-9B42-7D8A-50B0A483D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431007ba2_0_208:notes">
            <a:extLst>
              <a:ext uri="{FF2B5EF4-FFF2-40B4-BE49-F238E27FC236}">
                <a16:creationId xmlns:a16="http://schemas.microsoft.com/office/drawing/2014/main" id="{A8B80DA1-BDED-CA1D-13D3-A8E525735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837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86DD985E-C923-CB71-D99B-936C7852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431007ba2_0_208:notes">
            <a:extLst>
              <a:ext uri="{FF2B5EF4-FFF2-40B4-BE49-F238E27FC236}">
                <a16:creationId xmlns:a16="http://schemas.microsoft.com/office/drawing/2014/main" id="{77D0C927-4D02-77A8-C576-8A396288A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431007ba2_0_208:notes">
            <a:extLst>
              <a:ext uri="{FF2B5EF4-FFF2-40B4-BE49-F238E27FC236}">
                <a16:creationId xmlns:a16="http://schemas.microsoft.com/office/drawing/2014/main" id="{D69589DA-E1D5-D7C6-6220-07C021556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542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" name="Google Shape;23;p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6" name="Google Shape;26;p4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2" name="Google Shape;32;p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48" name="Google Shape;48;p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51" name="Google Shape;51;p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3255119" y="-1456321"/>
            <a:ext cx="5521519" cy="8359981"/>
            <a:chOff x="3255119" y="-1456321"/>
            <a:chExt cx="5521519" cy="8359981"/>
          </a:xfrm>
        </p:grpSpPr>
        <p:sp>
          <p:nvSpPr>
            <p:cNvPr id="71" name="Google Shape;71;p8"/>
            <p:cNvSpPr/>
            <p:nvPr/>
          </p:nvSpPr>
          <p:spPr>
            <a:xfrm>
              <a:off x="62730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9110095" flipH="1">
              <a:off x="35316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75" name="Google Shape;75;p9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78" name="Google Shape;78;p9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2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3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76" name="Google Shape;17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5" hasCustomPrompt="1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6" hasCustomPrompt="1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7" hasCustomPrompt="1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8" hasCustomPrompt="1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7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93" name="Google Shape;193;p18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96" name="Google Shape;196;p1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2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3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4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5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6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7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8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9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3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14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15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0" name="Google Shape;230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41" name="Google Shape;241;p2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9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223" name="Google Shape;223;p19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1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100" b="1"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  <p:extLst>
      <p:ext uri="{BB962C8B-B14F-4D97-AF65-F5344CB8AC3E}">
        <p14:creationId xmlns:p14="http://schemas.microsoft.com/office/powerpoint/2010/main" val="397758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3" r:id="rId8"/>
    <p:sldLayoutId id="2147483664" r:id="rId9"/>
    <p:sldLayoutId id="2147483666" r:id="rId10"/>
    <p:sldLayoutId id="2147483667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2"/>
          <p:cNvSpPr txBox="1">
            <a:spLocks noGrp="1"/>
          </p:cNvSpPr>
          <p:nvPr>
            <p:ph type="title"/>
          </p:nvPr>
        </p:nvSpPr>
        <p:spPr>
          <a:xfrm>
            <a:off x="4580716" y="1995075"/>
            <a:ext cx="4650877" cy="20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A Vision-Based Framework for PM2.5 Classification Using Supervised and Self-Supervised Learning </a:t>
            </a:r>
            <a:endParaRPr sz="3500" dirty="0"/>
          </a:p>
        </p:txBody>
      </p:sp>
      <p:grpSp>
        <p:nvGrpSpPr>
          <p:cNvPr id="571" name="Google Shape;571;p32"/>
          <p:cNvGrpSpPr/>
          <p:nvPr/>
        </p:nvGrpSpPr>
        <p:grpSpPr>
          <a:xfrm>
            <a:off x="497866" y="617650"/>
            <a:ext cx="3666143" cy="3908199"/>
            <a:chOff x="3217397" y="360481"/>
            <a:chExt cx="5757134" cy="6137247"/>
          </a:xfrm>
        </p:grpSpPr>
        <p:sp>
          <p:nvSpPr>
            <p:cNvPr id="572" name="Google Shape;572;p32"/>
            <p:cNvSpPr/>
            <p:nvPr/>
          </p:nvSpPr>
          <p:spPr>
            <a:xfrm>
              <a:off x="3217397" y="360481"/>
              <a:ext cx="5757134" cy="6137247"/>
            </a:xfrm>
            <a:custGeom>
              <a:avLst/>
              <a:gdLst/>
              <a:ahLst/>
              <a:cxnLst/>
              <a:rect l="l" t="t" r="r" b="b"/>
              <a:pathLst>
                <a:path w="5757134" h="6137247" extrusionOk="0">
                  <a:moveTo>
                    <a:pt x="2137285" y="55855"/>
                  </a:moveTo>
                  <a:cubicBezTo>
                    <a:pt x="1682233" y="130671"/>
                    <a:pt x="1247654" y="295542"/>
                    <a:pt x="877988" y="580519"/>
                  </a:cubicBezTo>
                  <a:cubicBezTo>
                    <a:pt x="340220" y="995426"/>
                    <a:pt x="42025" y="1614701"/>
                    <a:pt x="10840" y="2288586"/>
                  </a:cubicBezTo>
                  <a:cubicBezTo>
                    <a:pt x="-9638" y="2733470"/>
                    <a:pt x="96495" y="3167244"/>
                    <a:pt x="224982" y="3589642"/>
                  </a:cubicBezTo>
                  <a:cubicBezTo>
                    <a:pt x="389871" y="4132498"/>
                    <a:pt x="496410" y="4752042"/>
                    <a:pt x="841048" y="5216613"/>
                  </a:cubicBezTo>
                  <a:cubicBezTo>
                    <a:pt x="1377744" y="5939350"/>
                    <a:pt x="2414870" y="6244236"/>
                    <a:pt x="3282287" y="6114946"/>
                  </a:cubicBezTo>
                  <a:cubicBezTo>
                    <a:pt x="3842674" y="6031269"/>
                    <a:pt x="4434784" y="5713394"/>
                    <a:pt x="4607304" y="5137887"/>
                  </a:cubicBezTo>
                  <a:cubicBezTo>
                    <a:pt x="4671143" y="4924950"/>
                    <a:pt x="4702196" y="4696217"/>
                    <a:pt x="4811273" y="4499340"/>
                  </a:cubicBezTo>
                  <a:cubicBezTo>
                    <a:pt x="4942038" y="4263497"/>
                    <a:pt x="5179068" y="4125794"/>
                    <a:pt x="5359082" y="3933732"/>
                  </a:cubicBezTo>
                  <a:cubicBezTo>
                    <a:pt x="5581521" y="3696570"/>
                    <a:pt x="5671060" y="3401049"/>
                    <a:pt x="5726470" y="3088532"/>
                  </a:cubicBezTo>
                  <a:cubicBezTo>
                    <a:pt x="5847733" y="2404337"/>
                    <a:pt x="5682169" y="1679600"/>
                    <a:pt x="5282390" y="1111984"/>
                  </a:cubicBezTo>
                  <a:cubicBezTo>
                    <a:pt x="4865214" y="519879"/>
                    <a:pt x="4246336" y="201859"/>
                    <a:pt x="3543697" y="77136"/>
                  </a:cubicBezTo>
                  <a:cubicBezTo>
                    <a:pt x="3466608" y="63750"/>
                    <a:pt x="3389113" y="51839"/>
                    <a:pt x="3311353" y="42071"/>
                  </a:cubicBezTo>
                  <a:cubicBezTo>
                    <a:pt x="2925336" y="-6515"/>
                    <a:pt x="2524084" y="-8122"/>
                    <a:pt x="2137285" y="558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5443822" y="4995596"/>
              <a:ext cx="1425138" cy="1324344"/>
            </a:xfrm>
            <a:custGeom>
              <a:avLst/>
              <a:gdLst/>
              <a:ahLst/>
              <a:cxnLst/>
              <a:rect l="l" t="t" r="r" b="b"/>
              <a:pathLst>
                <a:path w="1425138" h="1324344" extrusionOk="0">
                  <a:moveTo>
                    <a:pt x="8298" y="215554"/>
                  </a:moveTo>
                  <a:lnTo>
                    <a:pt x="1128806" y="6628"/>
                  </a:lnTo>
                  <a:cubicBezTo>
                    <a:pt x="1128806" y="6628"/>
                    <a:pt x="1382298" y="806441"/>
                    <a:pt x="1433436" y="909913"/>
                  </a:cubicBezTo>
                  <a:lnTo>
                    <a:pt x="1406669" y="972680"/>
                  </a:lnTo>
                  <a:lnTo>
                    <a:pt x="1423532" y="1077746"/>
                  </a:lnTo>
                  <a:lnTo>
                    <a:pt x="309984" y="1330973"/>
                  </a:lnTo>
                  <a:lnTo>
                    <a:pt x="220714" y="12605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2"/>
            <p:cNvSpPr/>
            <p:nvPr/>
          </p:nvSpPr>
          <p:spPr>
            <a:xfrm rot="-798371">
              <a:off x="5512806" y="5023388"/>
              <a:ext cx="1112399" cy="1112398"/>
            </a:xfrm>
            <a:custGeom>
              <a:avLst/>
              <a:gdLst/>
              <a:ahLst/>
              <a:cxnLst/>
              <a:rect l="l" t="t" r="r" b="b"/>
              <a:pathLst>
                <a:path w="1113147" h="1113146" extrusionOk="0">
                  <a:moveTo>
                    <a:pt x="8298" y="6628"/>
                  </a:moveTo>
                  <a:lnTo>
                    <a:pt x="1121445" y="6628"/>
                  </a:lnTo>
                  <a:lnTo>
                    <a:pt x="1121445" y="1119775"/>
                  </a:lnTo>
                  <a:lnTo>
                    <a:pt x="8298" y="11197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5479288" y="5202111"/>
              <a:ext cx="1252605" cy="1003530"/>
            </a:xfrm>
            <a:custGeom>
              <a:avLst/>
              <a:gdLst/>
              <a:ahLst/>
              <a:cxnLst/>
              <a:rect l="l" t="t" r="r" b="b"/>
              <a:pathLst>
                <a:path w="1252605" h="1003530" extrusionOk="0">
                  <a:moveTo>
                    <a:pt x="1081159" y="6628"/>
                  </a:moveTo>
                  <a:lnTo>
                    <a:pt x="1260903" y="765635"/>
                  </a:lnTo>
                  <a:lnTo>
                    <a:pt x="227930" y="1010159"/>
                  </a:lnTo>
                  <a:cubicBezTo>
                    <a:pt x="103447" y="698727"/>
                    <a:pt x="8298" y="306562"/>
                    <a:pt x="8298" y="3065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5393039" y="4903195"/>
              <a:ext cx="1353033" cy="1353029"/>
            </a:xfrm>
            <a:custGeom>
              <a:avLst/>
              <a:gdLst/>
              <a:ahLst/>
              <a:cxnLst/>
              <a:rect l="l" t="t" r="r" b="b"/>
              <a:pathLst>
                <a:path w="1353033" h="1353029" extrusionOk="0">
                  <a:moveTo>
                    <a:pt x="271442" y="1359658"/>
                  </a:moveTo>
                  <a:cubicBezTo>
                    <a:pt x="270198" y="1359658"/>
                    <a:pt x="268981" y="1359312"/>
                    <a:pt x="267926" y="1358658"/>
                  </a:cubicBezTo>
                  <a:cubicBezTo>
                    <a:pt x="266417" y="1357727"/>
                    <a:pt x="265341" y="1356236"/>
                    <a:pt x="264935" y="1354509"/>
                  </a:cubicBezTo>
                  <a:lnTo>
                    <a:pt x="8477" y="271318"/>
                  </a:lnTo>
                  <a:cubicBezTo>
                    <a:pt x="7631" y="267720"/>
                    <a:pt x="9853" y="264119"/>
                    <a:pt x="13446" y="263264"/>
                  </a:cubicBezTo>
                  <a:lnTo>
                    <a:pt x="1096647" y="6807"/>
                  </a:lnTo>
                  <a:cubicBezTo>
                    <a:pt x="1098375" y="6401"/>
                    <a:pt x="1100194" y="6691"/>
                    <a:pt x="1101706" y="7623"/>
                  </a:cubicBezTo>
                  <a:cubicBezTo>
                    <a:pt x="1103214" y="8554"/>
                    <a:pt x="1104289" y="10050"/>
                    <a:pt x="1104696" y="11776"/>
                  </a:cubicBezTo>
                  <a:lnTo>
                    <a:pt x="1361150" y="1094968"/>
                  </a:lnTo>
                  <a:cubicBezTo>
                    <a:pt x="1362002" y="1098561"/>
                    <a:pt x="1359780" y="1102162"/>
                    <a:pt x="1356187" y="1103017"/>
                  </a:cubicBezTo>
                  <a:cubicBezTo>
                    <a:pt x="1356186" y="1103017"/>
                    <a:pt x="1356185" y="1103017"/>
                    <a:pt x="1356185" y="1103017"/>
                  </a:cubicBezTo>
                  <a:lnTo>
                    <a:pt x="272984" y="1359479"/>
                  </a:lnTo>
                  <a:cubicBezTo>
                    <a:pt x="272480" y="1359598"/>
                    <a:pt x="271963" y="1359658"/>
                    <a:pt x="271442" y="1359658"/>
                  </a:cubicBezTo>
                  <a:close/>
                  <a:moveTo>
                    <a:pt x="23038" y="274736"/>
                  </a:moveTo>
                  <a:lnTo>
                    <a:pt x="276398" y="1344913"/>
                  </a:lnTo>
                  <a:lnTo>
                    <a:pt x="1346593" y="1091537"/>
                  </a:lnTo>
                  <a:lnTo>
                    <a:pt x="1093233" y="213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5399521" y="4909940"/>
              <a:ext cx="1373731" cy="1200544"/>
            </a:xfrm>
            <a:custGeom>
              <a:avLst/>
              <a:gdLst/>
              <a:ahLst/>
              <a:cxnLst/>
              <a:rect l="l" t="t" r="r" b="b"/>
              <a:pathLst>
                <a:path w="1373731" h="1200544" extrusionOk="0">
                  <a:moveTo>
                    <a:pt x="1382029" y="1020733"/>
                  </a:moveTo>
                  <a:cubicBezTo>
                    <a:pt x="1111272" y="1084842"/>
                    <a:pt x="727818" y="1145063"/>
                    <a:pt x="496543" y="1179064"/>
                  </a:cubicBezTo>
                  <a:cubicBezTo>
                    <a:pt x="376088" y="1196731"/>
                    <a:pt x="295786" y="1207173"/>
                    <a:pt x="295786" y="1207173"/>
                  </a:cubicBezTo>
                  <a:cubicBezTo>
                    <a:pt x="193246" y="1019798"/>
                    <a:pt x="8298" y="263064"/>
                    <a:pt x="8298" y="263064"/>
                  </a:cubicBezTo>
                  <a:lnTo>
                    <a:pt x="1091464" y="6628"/>
                  </a:lnTo>
                  <a:cubicBezTo>
                    <a:pt x="1093601" y="15865"/>
                    <a:pt x="1095480" y="25098"/>
                    <a:pt x="1097489" y="34198"/>
                  </a:cubicBezTo>
                  <a:cubicBezTo>
                    <a:pt x="1226642" y="619481"/>
                    <a:pt x="1382029" y="1020733"/>
                    <a:pt x="1382029" y="10207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5674217" y="4937511"/>
              <a:ext cx="1099034" cy="1144865"/>
            </a:xfrm>
            <a:custGeom>
              <a:avLst/>
              <a:gdLst/>
              <a:ahLst/>
              <a:cxnLst/>
              <a:rect l="l" t="t" r="r" b="b"/>
              <a:pathLst>
                <a:path w="1099034" h="1144865" extrusionOk="0">
                  <a:moveTo>
                    <a:pt x="1107333" y="993163"/>
                  </a:moveTo>
                  <a:cubicBezTo>
                    <a:pt x="836575" y="1057272"/>
                    <a:pt x="453122" y="1117493"/>
                    <a:pt x="221847" y="1151493"/>
                  </a:cubicBezTo>
                  <a:cubicBezTo>
                    <a:pt x="47857" y="1035990"/>
                    <a:pt x="6235" y="922765"/>
                    <a:pt x="8375" y="814756"/>
                  </a:cubicBezTo>
                  <a:cubicBezTo>
                    <a:pt x="10648" y="686533"/>
                    <a:pt x="569296" y="811808"/>
                    <a:pt x="685995" y="684795"/>
                  </a:cubicBezTo>
                  <a:cubicBezTo>
                    <a:pt x="769253" y="594183"/>
                    <a:pt x="766310" y="209657"/>
                    <a:pt x="823057" y="6628"/>
                  </a:cubicBezTo>
                  <a:cubicBezTo>
                    <a:pt x="951946" y="591910"/>
                    <a:pt x="1107333" y="993163"/>
                    <a:pt x="1107333" y="9931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5392832" y="4903231"/>
              <a:ext cx="1387106" cy="1213944"/>
            </a:xfrm>
            <a:custGeom>
              <a:avLst/>
              <a:gdLst/>
              <a:ahLst/>
              <a:cxnLst/>
              <a:rect l="l" t="t" r="r" b="b"/>
              <a:pathLst>
                <a:path w="1387106" h="1213944" extrusionOk="0">
                  <a:moveTo>
                    <a:pt x="302467" y="1220573"/>
                  </a:moveTo>
                  <a:cubicBezTo>
                    <a:pt x="300023" y="1220577"/>
                    <a:pt x="297771" y="1219240"/>
                    <a:pt x="296601" y="1217091"/>
                  </a:cubicBezTo>
                  <a:cubicBezTo>
                    <a:pt x="194847" y="1031100"/>
                    <a:pt x="10343" y="278938"/>
                    <a:pt x="8493" y="271362"/>
                  </a:cubicBezTo>
                  <a:cubicBezTo>
                    <a:pt x="8065" y="269632"/>
                    <a:pt x="8347" y="267799"/>
                    <a:pt x="9274" y="266278"/>
                  </a:cubicBezTo>
                  <a:cubicBezTo>
                    <a:pt x="10210" y="264761"/>
                    <a:pt x="11710" y="263676"/>
                    <a:pt x="13444" y="263266"/>
                  </a:cubicBezTo>
                  <a:lnTo>
                    <a:pt x="1096607" y="6813"/>
                  </a:lnTo>
                  <a:cubicBezTo>
                    <a:pt x="1098339" y="6394"/>
                    <a:pt x="1100167" y="6693"/>
                    <a:pt x="1101678" y="7638"/>
                  </a:cubicBezTo>
                  <a:cubicBezTo>
                    <a:pt x="1103190" y="8573"/>
                    <a:pt x="1104266" y="10077"/>
                    <a:pt x="1104669" y="11808"/>
                  </a:cubicBezTo>
                  <a:cubicBezTo>
                    <a:pt x="1105985" y="17524"/>
                    <a:pt x="1107232" y="23245"/>
                    <a:pt x="1108433" y="28936"/>
                  </a:cubicBezTo>
                  <a:lnTo>
                    <a:pt x="1110706" y="39451"/>
                  </a:lnTo>
                  <a:cubicBezTo>
                    <a:pt x="1238287" y="617564"/>
                    <a:pt x="1393405" y="1021017"/>
                    <a:pt x="1394948" y="1025024"/>
                  </a:cubicBezTo>
                  <a:cubicBezTo>
                    <a:pt x="1396286" y="1028459"/>
                    <a:pt x="1394585" y="1032330"/>
                    <a:pt x="1391148" y="1033672"/>
                  </a:cubicBezTo>
                  <a:cubicBezTo>
                    <a:pt x="1390855" y="1033783"/>
                    <a:pt x="1390554" y="1033877"/>
                    <a:pt x="1390248" y="1033949"/>
                  </a:cubicBezTo>
                  <a:cubicBezTo>
                    <a:pt x="1130671" y="1095414"/>
                    <a:pt x="765137" y="1154041"/>
                    <a:pt x="504185" y="1192396"/>
                  </a:cubicBezTo>
                  <a:cubicBezTo>
                    <a:pt x="385063" y="1209861"/>
                    <a:pt x="304133" y="1220410"/>
                    <a:pt x="303321" y="1220517"/>
                  </a:cubicBezTo>
                  <a:cubicBezTo>
                    <a:pt x="303039" y="1220555"/>
                    <a:pt x="302753" y="1220573"/>
                    <a:pt x="302467" y="1220573"/>
                  </a:cubicBezTo>
                  <a:close/>
                  <a:moveTo>
                    <a:pt x="23105" y="274729"/>
                  </a:moveTo>
                  <a:cubicBezTo>
                    <a:pt x="41391" y="348806"/>
                    <a:pt x="209916" y="1025161"/>
                    <a:pt x="306167" y="1206649"/>
                  </a:cubicBezTo>
                  <a:cubicBezTo>
                    <a:pt x="324846" y="1204183"/>
                    <a:pt x="399252" y="1194258"/>
                    <a:pt x="502275" y="1179155"/>
                  </a:cubicBezTo>
                  <a:cubicBezTo>
                    <a:pt x="760463" y="1141198"/>
                    <a:pt x="1121139" y="1083395"/>
                    <a:pt x="1379763" y="1022679"/>
                  </a:cubicBezTo>
                  <a:cubicBezTo>
                    <a:pt x="1358400" y="965918"/>
                    <a:pt x="1216126" y="579192"/>
                    <a:pt x="1097654" y="42352"/>
                  </a:cubicBezTo>
                  <a:lnTo>
                    <a:pt x="1095363" y="31747"/>
                  </a:lnTo>
                  <a:cubicBezTo>
                    <a:pt x="1094620" y="28308"/>
                    <a:pt x="1093889" y="24860"/>
                    <a:pt x="1093129" y="21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5575915" y="5148447"/>
              <a:ext cx="855112" cy="509669"/>
            </a:xfrm>
            <a:custGeom>
              <a:avLst/>
              <a:gdLst/>
              <a:ahLst/>
              <a:cxnLst/>
              <a:rect l="l" t="t" r="r" b="b"/>
              <a:pathLst>
                <a:path w="855112" h="509669" extrusionOk="0">
                  <a:moveTo>
                    <a:pt x="14993" y="195069"/>
                  </a:moveTo>
                  <a:cubicBezTo>
                    <a:pt x="13391" y="195069"/>
                    <a:pt x="11844" y="194496"/>
                    <a:pt x="10627" y="193454"/>
                  </a:cubicBezTo>
                  <a:cubicBezTo>
                    <a:pt x="7824" y="191048"/>
                    <a:pt x="7508" y="186827"/>
                    <a:pt x="9913" y="184024"/>
                  </a:cubicBezTo>
                  <a:cubicBezTo>
                    <a:pt x="9917" y="184020"/>
                    <a:pt x="9917" y="184020"/>
                    <a:pt x="9922" y="184016"/>
                  </a:cubicBezTo>
                  <a:cubicBezTo>
                    <a:pt x="25128" y="166276"/>
                    <a:pt x="43380" y="151404"/>
                    <a:pt x="63824" y="140094"/>
                  </a:cubicBezTo>
                  <a:cubicBezTo>
                    <a:pt x="65515" y="139163"/>
                    <a:pt x="67524" y="139005"/>
                    <a:pt x="69339" y="139667"/>
                  </a:cubicBezTo>
                  <a:cubicBezTo>
                    <a:pt x="71155" y="140317"/>
                    <a:pt x="72599" y="141718"/>
                    <a:pt x="73300" y="143512"/>
                  </a:cubicBezTo>
                  <a:lnTo>
                    <a:pt x="86972" y="178645"/>
                  </a:lnTo>
                  <a:lnTo>
                    <a:pt x="136901" y="160530"/>
                  </a:lnTo>
                  <a:cubicBezTo>
                    <a:pt x="155499" y="153758"/>
                    <a:pt x="174123" y="145837"/>
                    <a:pt x="179587" y="130327"/>
                  </a:cubicBezTo>
                  <a:cubicBezTo>
                    <a:pt x="180510" y="127721"/>
                    <a:pt x="182941" y="125948"/>
                    <a:pt x="185705" y="125867"/>
                  </a:cubicBezTo>
                  <a:cubicBezTo>
                    <a:pt x="188107" y="125687"/>
                    <a:pt x="190999" y="127409"/>
                    <a:pt x="192067" y="129964"/>
                  </a:cubicBezTo>
                  <a:cubicBezTo>
                    <a:pt x="201894" y="153326"/>
                    <a:pt x="242782" y="142402"/>
                    <a:pt x="255070" y="138509"/>
                  </a:cubicBezTo>
                  <a:cubicBezTo>
                    <a:pt x="430516" y="82078"/>
                    <a:pt x="609709" y="38041"/>
                    <a:pt x="791329" y="6720"/>
                  </a:cubicBezTo>
                  <a:cubicBezTo>
                    <a:pt x="794967" y="6117"/>
                    <a:pt x="798413" y="8548"/>
                    <a:pt x="799067" y="12176"/>
                  </a:cubicBezTo>
                  <a:cubicBezTo>
                    <a:pt x="799696" y="15816"/>
                    <a:pt x="797253" y="19276"/>
                    <a:pt x="793612" y="19909"/>
                  </a:cubicBezTo>
                  <a:cubicBezTo>
                    <a:pt x="793609" y="19909"/>
                    <a:pt x="793606" y="19909"/>
                    <a:pt x="793602" y="19909"/>
                  </a:cubicBezTo>
                  <a:cubicBezTo>
                    <a:pt x="612598" y="51124"/>
                    <a:pt x="434011" y="95011"/>
                    <a:pt x="259159" y="151250"/>
                  </a:cubicBezTo>
                  <a:cubicBezTo>
                    <a:pt x="225987" y="161764"/>
                    <a:pt x="199963" y="159492"/>
                    <a:pt x="186526" y="145533"/>
                  </a:cubicBezTo>
                  <a:cubicBezTo>
                    <a:pt x="176344" y="159406"/>
                    <a:pt x="158255" y="167007"/>
                    <a:pt x="141485" y="173117"/>
                  </a:cubicBezTo>
                  <a:lnTo>
                    <a:pt x="85400" y="193467"/>
                  </a:lnTo>
                  <a:cubicBezTo>
                    <a:pt x="81986" y="194706"/>
                    <a:pt x="78209" y="193001"/>
                    <a:pt x="76880" y="189621"/>
                  </a:cubicBezTo>
                  <a:lnTo>
                    <a:pt x="63666" y="155681"/>
                  </a:lnTo>
                  <a:cubicBezTo>
                    <a:pt x="47276" y="165670"/>
                    <a:pt x="32566" y="178175"/>
                    <a:pt x="20065" y="192736"/>
                  </a:cubicBezTo>
                  <a:cubicBezTo>
                    <a:pt x="18796" y="194218"/>
                    <a:pt x="16946" y="195073"/>
                    <a:pt x="14993" y="195069"/>
                  </a:cubicBezTo>
                  <a:close/>
                  <a:moveTo>
                    <a:pt x="76620" y="347358"/>
                  </a:moveTo>
                  <a:cubicBezTo>
                    <a:pt x="87895" y="346128"/>
                    <a:pt x="97837" y="339415"/>
                    <a:pt x="103191" y="329413"/>
                  </a:cubicBezTo>
                  <a:lnTo>
                    <a:pt x="114679" y="337681"/>
                  </a:lnTo>
                  <a:cubicBezTo>
                    <a:pt x="117303" y="339561"/>
                    <a:pt x="120896" y="339300"/>
                    <a:pt x="123224" y="337061"/>
                  </a:cubicBezTo>
                  <a:cubicBezTo>
                    <a:pt x="125553" y="334805"/>
                    <a:pt x="125929" y="331208"/>
                    <a:pt x="124126" y="328516"/>
                  </a:cubicBezTo>
                  <a:cubicBezTo>
                    <a:pt x="122101" y="325508"/>
                    <a:pt x="121357" y="321821"/>
                    <a:pt x="122058" y="318262"/>
                  </a:cubicBezTo>
                  <a:cubicBezTo>
                    <a:pt x="122754" y="314703"/>
                    <a:pt x="124848" y="311572"/>
                    <a:pt x="127864" y="309563"/>
                  </a:cubicBezTo>
                  <a:cubicBezTo>
                    <a:pt x="130859" y="307538"/>
                    <a:pt x="134538" y="306790"/>
                    <a:pt x="138084" y="307496"/>
                  </a:cubicBezTo>
                  <a:cubicBezTo>
                    <a:pt x="141660" y="308200"/>
                    <a:pt x="144809" y="310303"/>
                    <a:pt x="146830" y="313340"/>
                  </a:cubicBezTo>
                  <a:cubicBezTo>
                    <a:pt x="147129" y="313785"/>
                    <a:pt x="147402" y="314250"/>
                    <a:pt x="147637" y="314733"/>
                  </a:cubicBezTo>
                  <a:cubicBezTo>
                    <a:pt x="149064" y="317617"/>
                    <a:pt x="152346" y="319074"/>
                    <a:pt x="155443" y="318202"/>
                  </a:cubicBezTo>
                  <a:cubicBezTo>
                    <a:pt x="158541" y="317331"/>
                    <a:pt x="160579" y="314383"/>
                    <a:pt x="160305" y="311178"/>
                  </a:cubicBezTo>
                  <a:cubicBezTo>
                    <a:pt x="159417" y="300963"/>
                    <a:pt x="162318" y="289512"/>
                    <a:pt x="166774" y="285650"/>
                  </a:cubicBezTo>
                  <a:cubicBezTo>
                    <a:pt x="168184" y="284428"/>
                    <a:pt x="169662" y="284121"/>
                    <a:pt x="170500" y="284219"/>
                  </a:cubicBezTo>
                  <a:cubicBezTo>
                    <a:pt x="174345" y="285791"/>
                    <a:pt x="177848" y="288094"/>
                    <a:pt x="180822" y="290995"/>
                  </a:cubicBezTo>
                  <a:cubicBezTo>
                    <a:pt x="181185" y="291341"/>
                    <a:pt x="181583" y="291645"/>
                    <a:pt x="182014" y="291905"/>
                  </a:cubicBezTo>
                  <a:cubicBezTo>
                    <a:pt x="191153" y="297515"/>
                    <a:pt x="202159" y="299228"/>
                    <a:pt x="212571" y="296660"/>
                  </a:cubicBezTo>
                  <a:cubicBezTo>
                    <a:pt x="223004" y="294161"/>
                    <a:pt x="231998" y="287590"/>
                    <a:pt x="237548" y="278408"/>
                  </a:cubicBezTo>
                  <a:cubicBezTo>
                    <a:pt x="237903" y="277836"/>
                    <a:pt x="238240" y="277246"/>
                    <a:pt x="238556" y="276657"/>
                  </a:cubicBezTo>
                  <a:cubicBezTo>
                    <a:pt x="254813" y="287825"/>
                    <a:pt x="277231" y="286218"/>
                    <a:pt x="299435" y="282480"/>
                  </a:cubicBezTo>
                  <a:lnTo>
                    <a:pt x="494317" y="249287"/>
                  </a:lnTo>
                  <a:cubicBezTo>
                    <a:pt x="497159" y="248804"/>
                    <a:pt x="499372" y="246552"/>
                    <a:pt x="499803" y="243703"/>
                  </a:cubicBezTo>
                  <a:cubicBezTo>
                    <a:pt x="500970" y="236012"/>
                    <a:pt x="504721" y="221528"/>
                    <a:pt x="512535" y="222545"/>
                  </a:cubicBezTo>
                  <a:cubicBezTo>
                    <a:pt x="515189" y="222947"/>
                    <a:pt x="517829" y="225220"/>
                    <a:pt x="520901" y="227860"/>
                  </a:cubicBezTo>
                  <a:cubicBezTo>
                    <a:pt x="523362" y="230078"/>
                    <a:pt x="526032" y="232047"/>
                    <a:pt x="528873" y="233748"/>
                  </a:cubicBezTo>
                  <a:cubicBezTo>
                    <a:pt x="539854" y="238328"/>
                    <a:pt x="552137" y="238802"/>
                    <a:pt x="562725" y="235188"/>
                  </a:cubicBezTo>
                  <a:cubicBezTo>
                    <a:pt x="650849" y="216064"/>
                    <a:pt x="737333" y="190049"/>
                    <a:pt x="821387" y="157385"/>
                  </a:cubicBezTo>
                  <a:cubicBezTo>
                    <a:pt x="824828" y="156044"/>
                    <a:pt x="826531" y="152168"/>
                    <a:pt x="825190" y="148729"/>
                  </a:cubicBezTo>
                  <a:cubicBezTo>
                    <a:pt x="825190" y="148725"/>
                    <a:pt x="825189" y="148725"/>
                    <a:pt x="825189" y="148725"/>
                  </a:cubicBezTo>
                  <a:cubicBezTo>
                    <a:pt x="823861" y="145285"/>
                    <a:pt x="819997" y="143576"/>
                    <a:pt x="816559" y="144905"/>
                  </a:cubicBezTo>
                  <a:cubicBezTo>
                    <a:pt x="816547" y="144910"/>
                    <a:pt x="816536" y="144914"/>
                    <a:pt x="816524" y="144918"/>
                  </a:cubicBezTo>
                  <a:cubicBezTo>
                    <a:pt x="732899" y="177398"/>
                    <a:pt x="646855" y="203272"/>
                    <a:pt x="559183" y="222297"/>
                  </a:cubicBezTo>
                  <a:cubicBezTo>
                    <a:pt x="550975" y="225075"/>
                    <a:pt x="542050" y="224737"/>
                    <a:pt x="534936" y="221870"/>
                  </a:cubicBezTo>
                  <a:cubicBezTo>
                    <a:pt x="533060" y="220631"/>
                    <a:pt x="531287" y="219247"/>
                    <a:pt x="529630" y="217726"/>
                  </a:cubicBezTo>
                  <a:cubicBezTo>
                    <a:pt x="525579" y="214244"/>
                    <a:pt x="521003" y="210296"/>
                    <a:pt x="514249" y="209283"/>
                  </a:cubicBezTo>
                  <a:cubicBezTo>
                    <a:pt x="499649" y="207728"/>
                    <a:pt x="490852" y="221721"/>
                    <a:pt x="487469" y="236888"/>
                  </a:cubicBezTo>
                  <a:lnTo>
                    <a:pt x="297201" y="269295"/>
                  </a:lnTo>
                  <a:cubicBezTo>
                    <a:pt x="275035" y="273021"/>
                    <a:pt x="252857" y="274589"/>
                    <a:pt x="240842" y="260904"/>
                  </a:cubicBezTo>
                  <a:cubicBezTo>
                    <a:pt x="239189" y="259028"/>
                    <a:pt x="236629" y="258229"/>
                    <a:pt x="234203" y="258827"/>
                  </a:cubicBezTo>
                  <a:cubicBezTo>
                    <a:pt x="231772" y="259425"/>
                    <a:pt x="229883" y="261331"/>
                    <a:pt x="229302" y="263766"/>
                  </a:cubicBezTo>
                  <a:cubicBezTo>
                    <a:pt x="228653" y="266479"/>
                    <a:pt x="227580" y="269073"/>
                    <a:pt x="226128" y="271457"/>
                  </a:cubicBezTo>
                  <a:cubicBezTo>
                    <a:pt x="222411" y="277592"/>
                    <a:pt x="216395" y="281984"/>
                    <a:pt x="209422" y="283668"/>
                  </a:cubicBezTo>
                  <a:cubicBezTo>
                    <a:pt x="202684" y="285338"/>
                    <a:pt x="195558" y="284321"/>
                    <a:pt x="189555" y="280835"/>
                  </a:cubicBezTo>
                  <a:cubicBezTo>
                    <a:pt x="185462" y="276990"/>
                    <a:pt x="180732" y="273969"/>
                    <a:pt x="174576" y="271525"/>
                  </a:cubicBezTo>
                  <a:cubicBezTo>
                    <a:pt x="168393" y="270107"/>
                    <a:pt x="162724" y="271478"/>
                    <a:pt x="158003" y="275541"/>
                  </a:cubicBezTo>
                  <a:cubicBezTo>
                    <a:pt x="152448" y="280348"/>
                    <a:pt x="149180" y="288436"/>
                    <a:pt x="147706" y="296789"/>
                  </a:cubicBezTo>
                  <a:cubicBezTo>
                    <a:pt x="145484" y="295669"/>
                    <a:pt x="143117" y="294853"/>
                    <a:pt x="140673" y="294370"/>
                  </a:cubicBezTo>
                  <a:cubicBezTo>
                    <a:pt x="133641" y="292969"/>
                    <a:pt x="126339" y="294443"/>
                    <a:pt x="120400" y="298463"/>
                  </a:cubicBezTo>
                  <a:cubicBezTo>
                    <a:pt x="114427" y="302437"/>
                    <a:pt x="110296" y="308645"/>
                    <a:pt x="108937" y="315690"/>
                  </a:cubicBezTo>
                  <a:cubicBezTo>
                    <a:pt x="108860" y="316092"/>
                    <a:pt x="108779" y="316506"/>
                    <a:pt x="108728" y="316912"/>
                  </a:cubicBezTo>
                  <a:lnTo>
                    <a:pt x="103878" y="313426"/>
                  </a:lnTo>
                  <a:cubicBezTo>
                    <a:pt x="102045" y="312101"/>
                    <a:pt x="99661" y="311798"/>
                    <a:pt x="97555" y="312618"/>
                  </a:cubicBezTo>
                  <a:cubicBezTo>
                    <a:pt x="95449" y="313434"/>
                    <a:pt x="93894" y="315259"/>
                    <a:pt x="93424" y="317472"/>
                  </a:cubicBezTo>
                  <a:cubicBezTo>
                    <a:pt x="92026" y="324141"/>
                    <a:pt x="87472" y="329717"/>
                    <a:pt x="81217" y="332425"/>
                  </a:cubicBezTo>
                  <a:cubicBezTo>
                    <a:pt x="77701" y="319001"/>
                    <a:pt x="67972" y="306509"/>
                    <a:pt x="53664" y="305633"/>
                  </a:cubicBezTo>
                  <a:cubicBezTo>
                    <a:pt x="42619" y="304953"/>
                    <a:pt x="33583" y="314332"/>
                    <a:pt x="31019" y="323517"/>
                  </a:cubicBezTo>
                  <a:cubicBezTo>
                    <a:pt x="28605" y="332315"/>
                    <a:pt x="31754" y="340436"/>
                    <a:pt x="39060" y="344218"/>
                  </a:cubicBezTo>
                  <a:cubicBezTo>
                    <a:pt x="42341" y="345910"/>
                    <a:pt x="46375" y="344632"/>
                    <a:pt x="48079" y="341355"/>
                  </a:cubicBezTo>
                  <a:cubicBezTo>
                    <a:pt x="49776" y="338069"/>
                    <a:pt x="48490" y="334032"/>
                    <a:pt x="45204" y="332336"/>
                  </a:cubicBezTo>
                  <a:cubicBezTo>
                    <a:pt x="43623" y="331511"/>
                    <a:pt x="43192" y="329747"/>
                    <a:pt x="43922" y="327081"/>
                  </a:cubicBezTo>
                  <a:cubicBezTo>
                    <a:pt x="45059" y="322975"/>
                    <a:pt x="48391" y="318651"/>
                    <a:pt x="52835" y="318989"/>
                  </a:cubicBezTo>
                  <a:cubicBezTo>
                    <a:pt x="61867" y="319544"/>
                    <a:pt x="68348" y="330952"/>
                    <a:pt x="69186" y="341206"/>
                  </a:cubicBezTo>
                  <a:cubicBezTo>
                    <a:pt x="69327" y="343008"/>
                    <a:pt x="70194" y="344675"/>
                    <a:pt x="71591" y="345824"/>
                  </a:cubicBezTo>
                  <a:cubicBezTo>
                    <a:pt x="72792" y="346820"/>
                    <a:pt x="74304" y="347367"/>
                    <a:pt x="75864" y="347362"/>
                  </a:cubicBezTo>
                  <a:cubicBezTo>
                    <a:pt x="76116" y="347375"/>
                    <a:pt x="76368" y="347375"/>
                    <a:pt x="76620" y="347358"/>
                  </a:cubicBezTo>
                  <a:close/>
                  <a:moveTo>
                    <a:pt x="188401" y="504612"/>
                  </a:moveTo>
                  <a:cubicBezTo>
                    <a:pt x="190153" y="503954"/>
                    <a:pt x="191546" y="502591"/>
                    <a:pt x="192247" y="500856"/>
                  </a:cubicBezTo>
                  <a:cubicBezTo>
                    <a:pt x="192943" y="499122"/>
                    <a:pt x="192883" y="497178"/>
                    <a:pt x="192089" y="495490"/>
                  </a:cubicBezTo>
                  <a:cubicBezTo>
                    <a:pt x="185193" y="481062"/>
                    <a:pt x="188124" y="463852"/>
                    <a:pt x="199412" y="452522"/>
                  </a:cubicBezTo>
                  <a:lnTo>
                    <a:pt x="218689" y="464912"/>
                  </a:lnTo>
                  <a:cubicBezTo>
                    <a:pt x="219826" y="465608"/>
                    <a:pt x="221133" y="465976"/>
                    <a:pt x="222466" y="465971"/>
                  </a:cubicBezTo>
                  <a:cubicBezTo>
                    <a:pt x="317824" y="463686"/>
                    <a:pt x="412614" y="450599"/>
                    <a:pt x="505020" y="426951"/>
                  </a:cubicBezTo>
                  <a:cubicBezTo>
                    <a:pt x="547160" y="416248"/>
                    <a:pt x="589949" y="402824"/>
                    <a:pt x="627684" y="390989"/>
                  </a:cubicBezTo>
                  <a:lnTo>
                    <a:pt x="858703" y="318984"/>
                  </a:lnTo>
                  <a:cubicBezTo>
                    <a:pt x="862232" y="317882"/>
                    <a:pt x="864202" y="314131"/>
                    <a:pt x="863108" y="310597"/>
                  </a:cubicBezTo>
                  <a:cubicBezTo>
                    <a:pt x="861986" y="307090"/>
                    <a:pt x="858254" y="305129"/>
                    <a:pt x="854729" y="306201"/>
                  </a:cubicBezTo>
                  <a:lnTo>
                    <a:pt x="623698" y="378210"/>
                  </a:lnTo>
                  <a:cubicBezTo>
                    <a:pt x="586099" y="390002"/>
                    <a:pt x="543511" y="403366"/>
                    <a:pt x="501713" y="413983"/>
                  </a:cubicBezTo>
                  <a:cubicBezTo>
                    <a:pt x="410948" y="437209"/>
                    <a:pt x="317854" y="450142"/>
                    <a:pt x="224192" y="452543"/>
                  </a:cubicBezTo>
                  <a:lnTo>
                    <a:pt x="202377" y="438525"/>
                  </a:lnTo>
                  <a:cubicBezTo>
                    <a:pt x="199976" y="436978"/>
                    <a:pt x="196852" y="437132"/>
                    <a:pt x="194614" y="438905"/>
                  </a:cubicBezTo>
                  <a:cubicBezTo>
                    <a:pt x="177882" y="451996"/>
                    <a:pt x="170995" y="474072"/>
                    <a:pt x="177310" y="494354"/>
                  </a:cubicBezTo>
                  <a:cubicBezTo>
                    <a:pt x="155618" y="501531"/>
                    <a:pt x="132697" y="504223"/>
                    <a:pt x="109933" y="502266"/>
                  </a:cubicBezTo>
                  <a:cubicBezTo>
                    <a:pt x="106335" y="501869"/>
                    <a:pt x="103097" y="504458"/>
                    <a:pt x="102695" y="508056"/>
                  </a:cubicBezTo>
                  <a:cubicBezTo>
                    <a:pt x="102686" y="508158"/>
                    <a:pt x="102678" y="508256"/>
                    <a:pt x="102669" y="508355"/>
                  </a:cubicBezTo>
                  <a:cubicBezTo>
                    <a:pt x="102336" y="512033"/>
                    <a:pt x="105049" y="515285"/>
                    <a:pt x="108728" y="515618"/>
                  </a:cubicBezTo>
                  <a:cubicBezTo>
                    <a:pt x="108732" y="515618"/>
                    <a:pt x="108741" y="515618"/>
                    <a:pt x="108745" y="515618"/>
                  </a:cubicBezTo>
                  <a:cubicBezTo>
                    <a:pt x="113923" y="516067"/>
                    <a:pt x="119123" y="516293"/>
                    <a:pt x="124339" y="516297"/>
                  </a:cubicBezTo>
                  <a:cubicBezTo>
                    <a:pt x="146223" y="516289"/>
                    <a:pt x="167923" y="512328"/>
                    <a:pt x="188401" y="5046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5771345" y="697920"/>
              <a:ext cx="1711602" cy="744444"/>
            </a:xfrm>
            <a:custGeom>
              <a:avLst/>
              <a:gdLst/>
              <a:ahLst/>
              <a:cxnLst/>
              <a:rect l="l" t="t" r="r" b="b"/>
              <a:pathLst>
                <a:path w="1711602" h="744444" extrusionOk="0">
                  <a:moveTo>
                    <a:pt x="1703898" y="214963"/>
                  </a:moveTo>
                  <a:lnTo>
                    <a:pt x="1682351" y="216300"/>
                  </a:lnTo>
                  <a:cubicBezTo>
                    <a:pt x="1661839" y="218680"/>
                    <a:pt x="1642668" y="205709"/>
                    <a:pt x="1637246" y="185786"/>
                  </a:cubicBezTo>
                  <a:cubicBezTo>
                    <a:pt x="1604322" y="65998"/>
                    <a:pt x="1483863" y="-1320"/>
                    <a:pt x="1344806" y="7379"/>
                  </a:cubicBezTo>
                  <a:cubicBezTo>
                    <a:pt x="1219263" y="15142"/>
                    <a:pt x="1086896" y="94371"/>
                    <a:pt x="1010204" y="203854"/>
                  </a:cubicBezTo>
                  <a:cubicBezTo>
                    <a:pt x="991124" y="232912"/>
                    <a:pt x="960046" y="251912"/>
                    <a:pt x="925485" y="255650"/>
                  </a:cubicBezTo>
                  <a:lnTo>
                    <a:pt x="818420" y="262341"/>
                  </a:lnTo>
                  <a:cubicBezTo>
                    <a:pt x="788403" y="265118"/>
                    <a:pt x="760098" y="247947"/>
                    <a:pt x="748693" y="220043"/>
                  </a:cubicBezTo>
                  <a:cubicBezTo>
                    <a:pt x="705459" y="117930"/>
                    <a:pt x="595844" y="53817"/>
                    <a:pt x="470168" y="61580"/>
                  </a:cubicBezTo>
                  <a:cubicBezTo>
                    <a:pt x="330841" y="70146"/>
                    <a:pt x="186832" y="153794"/>
                    <a:pt x="115225" y="280140"/>
                  </a:cubicBezTo>
                  <a:cubicBezTo>
                    <a:pt x="103740" y="300776"/>
                    <a:pt x="82908" y="314512"/>
                    <a:pt x="59417" y="316943"/>
                  </a:cubicBezTo>
                  <a:lnTo>
                    <a:pt x="37867" y="318285"/>
                  </a:lnTo>
                  <a:cubicBezTo>
                    <a:pt x="27485" y="319430"/>
                    <a:pt x="19093" y="327274"/>
                    <a:pt x="17256" y="337558"/>
                  </a:cubicBezTo>
                  <a:lnTo>
                    <a:pt x="8822" y="391093"/>
                  </a:lnTo>
                  <a:cubicBezTo>
                    <a:pt x="6780" y="398198"/>
                    <a:pt x="10882" y="405611"/>
                    <a:pt x="17987" y="407657"/>
                  </a:cubicBezTo>
                  <a:cubicBezTo>
                    <a:pt x="18414" y="407777"/>
                    <a:pt x="18841" y="407875"/>
                    <a:pt x="19269" y="407956"/>
                  </a:cubicBezTo>
                  <a:lnTo>
                    <a:pt x="45233" y="415852"/>
                  </a:lnTo>
                  <a:cubicBezTo>
                    <a:pt x="66001" y="422030"/>
                    <a:pt x="79472" y="442068"/>
                    <a:pt x="77353" y="463631"/>
                  </a:cubicBezTo>
                  <a:cubicBezTo>
                    <a:pt x="68253" y="635083"/>
                    <a:pt x="189246" y="761024"/>
                    <a:pt x="361497" y="750453"/>
                  </a:cubicBezTo>
                  <a:cubicBezTo>
                    <a:pt x="527590" y="740148"/>
                    <a:pt x="685656" y="606043"/>
                    <a:pt x="737319" y="440748"/>
                  </a:cubicBezTo>
                  <a:cubicBezTo>
                    <a:pt x="746186" y="413566"/>
                    <a:pt x="768106" y="392652"/>
                    <a:pt x="795673" y="385069"/>
                  </a:cubicBezTo>
                  <a:cubicBezTo>
                    <a:pt x="832496" y="375370"/>
                    <a:pt x="870810" y="372644"/>
                    <a:pt x="908634" y="377041"/>
                  </a:cubicBezTo>
                  <a:cubicBezTo>
                    <a:pt x="933612" y="379959"/>
                    <a:pt x="952176" y="401548"/>
                    <a:pt x="951316" y="426683"/>
                  </a:cubicBezTo>
                  <a:cubicBezTo>
                    <a:pt x="951316" y="589295"/>
                    <a:pt x="1069494" y="706532"/>
                    <a:pt x="1235866" y="696235"/>
                  </a:cubicBezTo>
                  <a:cubicBezTo>
                    <a:pt x="1408385" y="685793"/>
                    <a:pt x="1571937" y="542720"/>
                    <a:pt x="1617708" y="368726"/>
                  </a:cubicBezTo>
                  <a:cubicBezTo>
                    <a:pt x="1624391" y="344305"/>
                    <a:pt x="1642198" y="324467"/>
                    <a:pt x="1665757" y="315192"/>
                  </a:cubicBezTo>
                  <a:lnTo>
                    <a:pt x="1694810" y="304083"/>
                  </a:lnTo>
                  <a:cubicBezTo>
                    <a:pt x="1703073" y="301268"/>
                    <a:pt x="1709166" y="294201"/>
                    <a:pt x="1710738" y="285613"/>
                  </a:cubicBezTo>
                  <a:lnTo>
                    <a:pt x="1719283" y="232079"/>
                  </a:lnTo>
                  <a:cubicBezTo>
                    <a:pt x="1721496" y="225025"/>
                    <a:pt x="1717570" y="217514"/>
                    <a:pt x="1710516" y="215301"/>
                  </a:cubicBezTo>
                  <a:cubicBezTo>
                    <a:pt x="1710516" y="215301"/>
                    <a:pt x="1710516" y="215301"/>
                    <a:pt x="1710516" y="215301"/>
                  </a:cubicBezTo>
                  <a:cubicBezTo>
                    <a:pt x="1708371" y="214634"/>
                    <a:pt x="1706098" y="214519"/>
                    <a:pt x="1703898" y="214963"/>
                  </a:cubicBezTo>
                  <a:close/>
                  <a:moveTo>
                    <a:pt x="368845" y="705221"/>
                  </a:moveTo>
                  <a:cubicBezTo>
                    <a:pt x="208237" y="715124"/>
                    <a:pt x="99677" y="589047"/>
                    <a:pt x="125658" y="424154"/>
                  </a:cubicBezTo>
                  <a:cubicBezTo>
                    <a:pt x="151639" y="259260"/>
                    <a:pt x="303130" y="116324"/>
                    <a:pt x="463336" y="107087"/>
                  </a:cubicBezTo>
                  <a:cubicBezTo>
                    <a:pt x="623542" y="97849"/>
                    <a:pt x="732504" y="223260"/>
                    <a:pt x="706391" y="388153"/>
                  </a:cubicBezTo>
                  <a:cubicBezTo>
                    <a:pt x="680277" y="553046"/>
                    <a:pt x="529052" y="695313"/>
                    <a:pt x="368845" y="705221"/>
                  </a:cubicBezTo>
                  <a:close/>
                  <a:moveTo>
                    <a:pt x="754170" y="353354"/>
                  </a:moveTo>
                  <a:cubicBezTo>
                    <a:pt x="754794" y="344433"/>
                    <a:pt x="755062" y="335200"/>
                    <a:pt x="754973" y="325651"/>
                  </a:cubicBezTo>
                  <a:cubicBezTo>
                    <a:pt x="755314" y="317772"/>
                    <a:pt x="761325" y="311304"/>
                    <a:pt x="769158" y="310389"/>
                  </a:cubicBezTo>
                  <a:lnTo>
                    <a:pt x="960819" y="298614"/>
                  </a:lnTo>
                  <a:cubicBezTo>
                    <a:pt x="966117" y="298110"/>
                    <a:pt x="970820" y="301998"/>
                    <a:pt x="971325" y="307296"/>
                  </a:cubicBezTo>
                  <a:cubicBezTo>
                    <a:pt x="971475" y="308898"/>
                    <a:pt x="971222" y="310513"/>
                    <a:pt x="970590" y="311996"/>
                  </a:cubicBezTo>
                  <a:cubicBezTo>
                    <a:pt x="967646" y="321233"/>
                    <a:pt x="964967" y="330466"/>
                    <a:pt x="962557" y="339836"/>
                  </a:cubicBezTo>
                  <a:cubicBezTo>
                    <a:pt x="880115" y="315880"/>
                    <a:pt x="797801" y="337426"/>
                    <a:pt x="754170" y="353354"/>
                  </a:cubicBezTo>
                  <a:close/>
                  <a:moveTo>
                    <a:pt x="1242945" y="651015"/>
                  </a:moveTo>
                  <a:cubicBezTo>
                    <a:pt x="1082337" y="660919"/>
                    <a:pt x="973777" y="534841"/>
                    <a:pt x="999891" y="369948"/>
                  </a:cubicBezTo>
                  <a:cubicBezTo>
                    <a:pt x="1026004" y="205055"/>
                    <a:pt x="1177230" y="62118"/>
                    <a:pt x="1337419" y="52881"/>
                  </a:cubicBezTo>
                  <a:cubicBezTo>
                    <a:pt x="1497608" y="43644"/>
                    <a:pt x="1606595" y="169051"/>
                    <a:pt x="1580636" y="333969"/>
                  </a:cubicBezTo>
                  <a:cubicBezTo>
                    <a:pt x="1554676" y="498888"/>
                    <a:pt x="1403562" y="641111"/>
                    <a:pt x="1242954" y="651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5773448" y="939580"/>
              <a:ext cx="1560460" cy="546272"/>
            </a:xfrm>
            <a:custGeom>
              <a:avLst/>
              <a:gdLst/>
              <a:ahLst/>
              <a:cxnLst/>
              <a:rect l="l" t="t" r="r" b="b"/>
              <a:pathLst>
                <a:path w="1560460" h="546272" extrusionOk="0">
                  <a:moveTo>
                    <a:pt x="1564340" y="6628"/>
                  </a:moveTo>
                  <a:lnTo>
                    <a:pt x="336229" y="169641"/>
                  </a:lnTo>
                  <a:cubicBezTo>
                    <a:pt x="277589" y="177430"/>
                    <a:pt x="224981" y="209666"/>
                    <a:pt x="191412" y="258377"/>
                  </a:cubicBezTo>
                  <a:lnTo>
                    <a:pt x="11663" y="519901"/>
                  </a:lnTo>
                  <a:cubicBezTo>
                    <a:pt x="5609" y="528835"/>
                    <a:pt x="7946" y="540986"/>
                    <a:pt x="16880" y="547040"/>
                  </a:cubicBezTo>
                  <a:cubicBezTo>
                    <a:pt x="18098" y="547861"/>
                    <a:pt x="19401" y="548544"/>
                    <a:pt x="20768" y="549078"/>
                  </a:cubicBezTo>
                  <a:lnTo>
                    <a:pt x="20768" y="549078"/>
                  </a:lnTo>
                  <a:cubicBezTo>
                    <a:pt x="45553" y="558610"/>
                    <a:pt x="73640" y="549856"/>
                    <a:pt x="88624" y="527930"/>
                  </a:cubicBezTo>
                  <a:lnTo>
                    <a:pt x="254850" y="287020"/>
                  </a:lnTo>
                  <a:cubicBezTo>
                    <a:pt x="274846" y="257860"/>
                    <a:pt x="306172" y="238433"/>
                    <a:pt x="341181" y="233481"/>
                  </a:cubicBezTo>
                  <a:lnTo>
                    <a:pt x="1568758" y="594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5672705" y="1022408"/>
              <a:ext cx="1616604" cy="336650"/>
            </a:xfrm>
            <a:custGeom>
              <a:avLst/>
              <a:gdLst/>
              <a:ahLst/>
              <a:cxnLst/>
              <a:rect l="l" t="t" r="r" b="b"/>
              <a:pathLst>
                <a:path w="1616604" h="336650" extrusionOk="0">
                  <a:moveTo>
                    <a:pt x="8298" y="27126"/>
                  </a:moveTo>
                  <a:lnTo>
                    <a:pt x="1246851" y="6648"/>
                  </a:lnTo>
                  <a:cubicBezTo>
                    <a:pt x="1306079" y="5820"/>
                    <a:pt x="1362881" y="30139"/>
                    <a:pt x="1403161" y="73569"/>
                  </a:cubicBezTo>
                  <a:lnTo>
                    <a:pt x="1619713" y="305647"/>
                  </a:lnTo>
                  <a:cubicBezTo>
                    <a:pt x="1627006" y="313500"/>
                    <a:pt x="1626558" y="325779"/>
                    <a:pt x="1618705" y="333072"/>
                  </a:cubicBezTo>
                  <a:cubicBezTo>
                    <a:pt x="1617590" y="334111"/>
                    <a:pt x="1616355" y="335012"/>
                    <a:pt x="1615026" y="335760"/>
                  </a:cubicBezTo>
                  <a:lnTo>
                    <a:pt x="1615026" y="335760"/>
                  </a:lnTo>
                  <a:cubicBezTo>
                    <a:pt x="1591955" y="348911"/>
                    <a:pt x="1562867" y="344480"/>
                    <a:pt x="1544760" y="325053"/>
                  </a:cubicBezTo>
                  <a:lnTo>
                    <a:pt x="1344670" y="110910"/>
                  </a:lnTo>
                  <a:cubicBezTo>
                    <a:pt x="1320467" y="84959"/>
                    <a:pt x="1286466" y="70386"/>
                    <a:pt x="1250983" y="70749"/>
                  </a:cubicBezTo>
                  <a:lnTo>
                    <a:pt x="11101" y="801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6341137" y="1120405"/>
              <a:ext cx="91771" cy="151952"/>
            </a:xfrm>
            <a:custGeom>
              <a:avLst/>
              <a:gdLst/>
              <a:ahLst/>
              <a:cxnLst/>
              <a:rect l="l" t="t" r="r" b="b"/>
              <a:pathLst>
                <a:path w="91771" h="151952" extrusionOk="0">
                  <a:moveTo>
                    <a:pt x="90546" y="7962"/>
                  </a:moveTo>
                  <a:cubicBezTo>
                    <a:pt x="105807" y="10769"/>
                    <a:pt x="105137" y="115031"/>
                    <a:pt x="70606" y="150236"/>
                  </a:cubicBezTo>
                  <a:cubicBezTo>
                    <a:pt x="36076" y="185442"/>
                    <a:pt x="742" y="99778"/>
                    <a:pt x="9710" y="68994"/>
                  </a:cubicBezTo>
                  <a:cubicBezTo>
                    <a:pt x="18678" y="38211"/>
                    <a:pt x="42775" y="-1139"/>
                    <a:pt x="90546" y="7962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6334454" y="1113634"/>
              <a:ext cx="105176" cy="165414"/>
            </a:xfrm>
            <a:custGeom>
              <a:avLst/>
              <a:gdLst/>
              <a:ahLst/>
              <a:cxnLst/>
              <a:rect l="l" t="t" r="r" b="b"/>
              <a:pathLst>
                <a:path w="105176" h="165414" extrusionOk="0">
                  <a:moveTo>
                    <a:pt x="60276" y="172042"/>
                  </a:moveTo>
                  <a:cubicBezTo>
                    <a:pt x="55495" y="172042"/>
                    <a:pt x="50658" y="170658"/>
                    <a:pt x="45886" y="167868"/>
                  </a:cubicBezTo>
                  <a:cubicBezTo>
                    <a:pt x="20293" y="152889"/>
                    <a:pt x="2635" y="99059"/>
                    <a:pt x="9971" y="73873"/>
                  </a:cubicBezTo>
                  <a:cubicBezTo>
                    <a:pt x="15329" y="55501"/>
                    <a:pt x="37430" y="-3506"/>
                    <a:pt x="98493" y="8136"/>
                  </a:cubicBezTo>
                  <a:cubicBezTo>
                    <a:pt x="103462" y="9067"/>
                    <a:pt x="107201" y="13413"/>
                    <a:pt x="109602" y="21048"/>
                  </a:cubicBezTo>
                  <a:cubicBezTo>
                    <a:pt x="118574" y="49430"/>
                    <a:pt x="112973" y="130146"/>
                    <a:pt x="82048" y="161664"/>
                  </a:cubicBezTo>
                  <a:cubicBezTo>
                    <a:pt x="75319" y="168569"/>
                    <a:pt x="67872" y="172042"/>
                    <a:pt x="60276" y="172042"/>
                  </a:cubicBezTo>
                  <a:close/>
                  <a:moveTo>
                    <a:pt x="83894" y="20103"/>
                  </a:moveTo>
                  <a:cubicBezTo>
                    <a:pt x="42998" y="20103"/>
                    <a:pt x="26988" y="63337"/>
                    <a:pt x="22831" y="77620"/>
                  </a:cubicBezTo>
                  <a:cubicBezTo>
                    <a:pt x="17029" y="97500"/>
                    <a:pt x="32765" y="144677"/>
                    <a:pt x="52645" y="156320"/>
                  </a:cubicBezTo>
                  <a:cubicBezTo>
                    <a:pt x="57011" y="158883"/>
                    <a:pt x="63805" y="161190"/>
                    <a:pt x="72512" y="152303"/>
                  </a:cubicBezTo>
                  <a:cubicBezTo>
                    <a:pt x="92234" y="132222"/>
                    <a:pt x="100599" y="85913"/>
                    <a:pt x="100036" y="51412"/>
                  </a:cubicBezTo>
                  <a:cubicBezTo>
                    <a:pt x="99711" y="31558"/>
                    <a:pt x="96575" y="23133"/>
                    <a:pt x="95148" y="21133"/>
                  </a:cubicBezTo>
                  <a:cubicBezTo>
                    <a:pt x="91433" y="20467"/>
                    <a:pt x="87668" y="20125"/>
                    <a:pt x="83894" y="20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6632795" y="1104911"/>
              <a:ext cx="96986" cy="148883"/>
            </a:xfrm>
            <a:custGeom>
              <a:avLst/>
              <a:gdLst/>
              <a:ahLst/>
              <a:cxnLst/>
              <a:rect l="l" t="t" r="r" b="b"/>
              <a:pathLst>
                <a:path w="96986" h="148883" extrusionOk="0">
                  <a:moveTo>
                    <a:pt x="14111" y="10070"/>
                  </a:moveTo>
                  <a:cubicBezTo>
                    <a:pt x="-608" y="14889"/>
                    <a:pt x="12906" y="117143"/>
                    <a:pt x="51453" y="148862"/>
                  </a:cubicBezTo>
                  <a:cubicBezTo>
                    <a:pt x="89999" y="180581"/>
                    <a:pt x="114626" y="90107"/>
                    <a:pt x="101911" y="60797"/>
                  </a:cubicBezTo>
                  <a:cubicBezTo>
                    <a:pt x="89196" y="31488"/>
                    <a:pt x="60288" y="-4786"/>
                    <a:pt x="14111" y="10070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6626095" y="1098132"/>
              <a:ext cx="110300" cy="162377"/>
            </a:xfrm>
            <a:custGeom>
              <a:avLst/>
              <a:gdLst/>
              <a:ahLst/>
              <a:cxnLst/>
              <a:rect l="l" t="t" r="r" b="b"/>
              <a:pathLst>
                <a:path w="110300" h="162377" extrusionOk="0">
                  <a:moveTo>
                    <a:pt x="74089" y="169005"/>
                  </a:moveTo>
                  <a:cubicBezTo>
                    <a:pt x="67385" y="169005"/>
                    <a:pt x="60536" y="166262"/>
                    <a:pt x="53910" y="160811"/>
                  </a:cubicBezTo>
                  <a:cubicBezTo>
                    <a:pt x="19388" y="132403"/>
                    <a:pt x="3921" y="53263"/>
                    <a:pt x="9365" y="24479"/>
                  </a:cubicBezTo>
                  <a:cubicBezTo>
                    <a:pt x="10830" y="16750"/>
                    <a:pt x="13979" y="12046"/>
                    <a:pt x="18734" y="10487"/>
                  </a:cubicBezTo>
                  <a:lnTo>
                    <a:pt x="18764" y="10487"/>
                  </a:lnTo>
                  <a:cubicBezTo>
                    <a:pt x="77789" y="-8419"/>
                    <a:pt x="107115" y="47371"/>
                    <a:pt x="114750" y="64919"/>
                  </a:cubicBezTo>
                  <a:cubicBezTo>
                    <a:pt x="125064" y="88708"/>
                    <a:pt x="113862" y="145532"/>
                    <a:pt x="90491" y="163135"/>
                  </a:cubicBezTo>
                  <a:cubicBezTo>
                    <a:pt x="85291" y="167036"/>
                    <a:pt x="79750" y="169005"/>
                    <a:pt x="74089" y="169005"/>
                  </a:cubicBezTo>
                  <a:close/>
                  <a:moveTo>
                    <a:pt x="23673" y="22962"/>
                  </a:moveTo>
                  <a:cubicBezTo>
                    <a:pt x="17111" y="33537"/>
                    <a:pt x="27044" y="121358"/>
                    <a:pt x="62412" y="150471"/>
                  </a:cubicBezTo>
                  <a:cubicBezTo>
                    <a:pt x="72111" y="158452"/>
                    <a:pt x="78502" y="155427"/>
                    <a:pt x="82450" y="152441"/>
                  </a:cubicBezTo>
                  <a:cubicBezTo>
                    <a:pt x="100566" y="138769"/>
                    <a:pt x="110615" y="89003"/>
                    <a:pt x="102471" y="70238"/>
                  </a:cubicBezTo>
                  <a:cubicBezTo>
                    <a:pt x="96020" y="55365"/>
                    <a:pt x="71359" y="8248"/>
                    <a:pt x="23665" y="22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5777853" y="780659"/>
              <a:ext cx="625272" cy="638124"/>
            </a:xfrm>
            <a:custGeom>
              <a:avLst/>
              <a:gdLst/>
              <a:ahLst/>
              <a:cxnLst/>
              <a:rect l="l" t="t" r="r" b="b"/>
              <a:pathLst>
                <a:path w="625272" h="638124" extrusionOk="0">
                  <a:moveTo>
                    <a:pt x="101749" y="103717"/>
                  </a:moveTo>
                  <a:cubicBezTo>
                    <a:pt x="166528" y="48307"/>
                    <a:pt x="303715" y="-46051"/>
                    <a:pt x="453885" y="43757"/>
                  </a:cubicBezTo>
                  <a:cubicBezTo>
                    <a:pt x="604055" y="133565"/>
                    <a:pt x="655846" y="231132"/>
                    <a:pt x="625063" y="363229"/>
                  </a:cubicBezTo>
                  <a:cubicBezTo>
                    <a:pt x="594279" y="495327"/>
                    <a:pt x="499656" y="671999"/>
                    <a:pt x="277080" y="641216"/>
                  </a:cubicBezTo>
                  <a:cubicBezTo>
                    <a:pt x="54503" y="610432"/>
                    <a:pt x="-99414" y="275835"/>
                    <a:pt x="101749" y="1037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6653447" y="737866"/>
              <a:ext cx="625304" cy="638090"/>
            </a:xfrm>
            <a:custGeom>
              <a:avLst/>
              <a:gdLst/>
              <a:ahLst/>
              <a:cxnLst/>
              <a:rect l="l" t="t" r="r" b="b"/>
              <a:pathLst>
                <a:path w="625304" h="638090" extrusionOk="0">
                  <a:moveTo>
                    <a:pt x="101869" y="103815"/>
                  </a:moveTo>
                  <a:cubicBezTo>
                    <a:pt x="166649" y="48405"/>
                    <a:pt x="303703" y="-46068"/>
                    <a:pt x="453868" y="43718"/>
                  </a:cubicBezTo>
                  <a:cubicBezTo>
                    <a:pt x="604034" y="133505"/>
                    <a:pt x="655958" y="231098"/>
                    <a:pt x="625051" y="363195"/>
                  </a:cubicBezTo>
                  <a:cubicBezTo>
                    <a:pt x="594143" y="495293"/>
                    <a:pt x="499776" y="671965"/>
                    <a:pt x="277068" y="641182"/>
                  </a:cubicBezTo>
                  <a:cubicBezTo>
                    <a:pt x="54359" y="610398"/>
                    <a:pt x="-99426" y="275263"/>
                    <a:pt x="101869" y="1038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5672243" y="719196"/>
              <a:ext cx="1704116" cy="728551"/>
            </a:xfrm>
            <a:custGeom>
              <a:avLst/>
              <a:gdLst/>
              <a:ahLst/>
              <a:cxnLst/>
              <a:rect l="l" t="t" r="r" b="b"/>
              <a:pathLst>
                <a:path w="1704116" h="728551" extrusionOk="0">
                  <a:moveTo>
                    <a:pt x="1691112" y="208277"/>
                  </a:moveTo>
                  <a:lnTo>
                    <a:pt x="1669561" y="209614"/>
                  </a:lnTo>
                  <a:cubicBezTo>
                    <a:pt x="1647750" y="211054"/>
                    <a:pt x="1627157" y="199442"/>
                    <a:pt x="1617095" y="180036"/>
                  </a:cubicBezTo>
                  <a:cubicBezTo>
                    <a:pt x="1557404" y="63862"/>
                    <a:pt x="1420752" y="-1183"/>
                    <a:pt x="1281425" y="7379"/>
                  </a:cubicBezTo>
                  <a:cubicBezTo>
                    <a:pt x="1156299" y="15544"/>
                    <a:pt x="1044350" y="87989"/>
                    <a:pt x="985639" y="198788"/>
                  </a:cubicBezTo>
                  <a:cubicBezTo>
                    <a:pt x="971539" y="227614"/>
                    <a:pt x="943223" y="246815"/>
                    <a:pt x="911225" y="249246"/>
                  </a:cubicBezTo>
                  <a:lnTo>
                    <a:pt x="804152" y="255804"/>
                  </a:lnTo>
                  <a:cubicBezTo>
                    <a:pt x="772020" y="257496"/>
                    <a:pt x="741421" y="241940"/>
                    <a:pt x="723850" y="214985"/>
                  </a:cubicBezTo>
                  <a:cubicBezTo>
                    <a:pt x="651892" y="112282"/>
                    <a:pt x="531835" y="54232"/>
                    <a:pt x="406650" y="61602"/>
                  </a:cubicBezTo>
                  <a:cubicBezTo>
                    <a:pt x="267320" y="70305"/>
                    <a:pt x="139772" y="151679"/>
                    <a:pt x="94937" y="274411"/>
                  </a:cubicBezTo>
                  <a:cubicBezTo>
                    <a:pt x="87310" y="294881"/>
                    <a:pt x="68293" y="308895"/>
                    <a:pt x="46486" y="310129"/>
                  </a:cubicBezTo>
                  <a:lnTo>
                    <a:pt x="24936" y="311467"/>
                  </a:lnTo>
                  <a:cubicBezTo>
                    <a:pt x="15148" y="312107"/>
                    <a:pt x="7722" y="320546"/>
                    <a:pt x="8333" y="330338"/>
                  </a:cubicBezTo>
                  <a:lnTo>
                    <a:pt x="11546" y="382668"/>
                  </a:lnTo>
                  <a:cubicBezTo>
                    <a:pt x="12110" y="390709"/>
                    <a:pt x="17967" y="397391"/>
                    <a:pt x="25867" y="398998"/>
                  </a:cubicBezTo>
                  <a:lnTo>
                    <a:pt x="53972" y="406492"/>
                  </a:lnTo>
                  <a:cubicBezTo>
                    <a:pt x="76236" y="412127"/>
                    <a:pt x="93172" y="430217"/>
                    <a:pt x="97338" y="452801"/>
                  </a:cubicBezTo>
                  <a:cubicBezTo>
                    <a:pt x="126203" y="635327"/>
                    <a:pt x="297569" y="759892"/>
                    <a:pt x="480095" y="731023"/>
                  </a:cubicBezTo>
                  <a:cubicBezTo>
                    <a:pt x="631970" y="707003"/>
                    <a:pt x="747926" y="582570"/>
                    <a:pt x="761183" y="429384"/>
                  </a:cubicBezTo>
                  <a:cubicBezTo>
                    <a:pt x="764183" y="403505"/>
                    <a:pt x="782890" y="382185"/>
                    <a:pt x="808159" y="375849"/>
                  </a:cubicBezTo>
                  <a:cubicBezTo>
                    <a:pt x="844894" y="366146"/>
                    <a:pt x="883124" y="363416"/>
                    <a:pt x="920864" y="367808"/>
                  </a:cubicBezTo>
                  <a:cubicBezTo>
                    <a:pt x="946996" y="371162"/>
                    <a:pt x="968318" y="390354"/>
                    <a:pt x="974399" y="415989"/>
                  </a:cubicBezTo>
                  <a:cubicBezTo>
                    <a:pt x="1011907" y="596939"/>
                    <a:pt x="1188998" y="713219"/>
                    <a:pt x="1369947" y="675711"/>
                  </a:cubicBezTo>
                  <a:cubicBezTo>
                    <a:pt x="1521856" y="644222"/>
                    <a:pt x="1632194" y="512445"/>
                    <a:pt x="1636505" y="357370"/>
                  </a:cubicBezTo>
                  <a:cubicBezTo>
                    <a:pt x="1637731" y="334525"/>
                    <a:pt x="1652164" y="314496"/>
                    <a:pt x="1673445" y="306100"/>
                  </a:cubicBezTo>
                  <a:lnTo>
                    <a:pt x="1700212" y="295124"/>
                  </a:lnTo>
                  <a:cubicBezTo>
                    <a:pt x="1707835" y="292548"/>
                    <a:pt x="1712812" y="285216"/>
                    <a:pt x="1712389" y="277180"/>
                  </a:cubicBezTo>
                  <a:lnTo>
                    <a:pt x="1709044" y="224850"/>
                  </a:lnTo>
                  <a:cubicBezTo>
                    <a:pt x="1708535" y="215382"/>
                    <a:pt x="1700588" y="208038"/>
                    <a:pt x="1691112" y="208277"/>
                  </a:cubicBezTo>
                  <a:close/>
                  <a:moveTo>
                    <a:pt x="445329" y="686486"/>
                  </a:moveTo>
                  <a:cubicBezTo>
                    <a:pt x="284944" y="696471"/>
                    <a:pt x="146826" y="574546"/>
                    <a:pt x="136854" y="414161"/>
                  </a:cubicBezTo>
                  <a:cubicBezTo>
                    <a:pt x="126882" y="253775"/>
                    <a:pt x="248794" y="115662"/>
                    <a:pt x="409180" y="105686"/>
                  </a:cubicBezTo>
                  <a:cubicBezTo>
                    <a:pt x="569565" y="95709"/>
                    <a:pt x="707679" y="217625"/>
                    <a:pt x="717655" y="378011"/>
                  </a:cubicBezTo>
                  <a:cubicBezTo>
                    <a:pt x="717655" y="378229"/>
                    <a:pt x="717685" y="378438"/>
                    <a:pt x="717698" y="378665"/>
                  </a:cubicBezTo>
                  <a:cubicBezTo>
                    <a:pt x="727076" y="538730"/>
                    <a:pt x="605356" y="676283"/>
                    <a:pt x="445329" y="686486"/>
                  </a:cubicBezTo>
                  <a:close/>
                  <a:moveTo>
                    <a:pt x="758504" y="344391"/>
                  </a:moveTo>
                  <a:cubicBezTo>
                    <a:pt x="757035" y="335290"/>
                    <a:pt x="755291" y="326322"/>
                    <a:pt x="753151" y="317623"/>
                  </a:cubicBezTo>
                  <a:cubicBezTo>
                    <a:pt x="751597" y="311159"/>
                    <a:pt x="755572" y="304661"/>
                    <a:pt x="762033" y="303097"/>
                  </a:cubicBezTo>
                  <a:cubicBezTo>
                    <a:pt x="762764" y="302922"/>
                    <a:pt x="763509" y="302815"/>
                    <a:pt x="764259" y="302776"/>
                  </a:cubicBezTo>
                  <a:lnTo>
                    <a:pt x="955920" y="290865"/>
                  </a:lnTo>
                  <a:cubicBezTo>
                    <a:pt x="962524" y="290078"/>
                    <a:pt x="968515" y="294795"/>
                    <a:pt x="969301" y="301401"/>
                  </a:cubicBezTo>
                  <a:cubicBezTo>
                    <a:pt x="969417" y="302345"/>
                    <a:pt x="969417" y="303302"/>
                    <a:pt x="969301" y="304246"/>
                  </a:cubicBezTo>
                  <a:cubicBezTo>
                    <a:pt x="968366" y="313082"/>
                    <a:pt x="967695" y="322191"/>
                    <a:pt x="967293" y="331013"/>
                  </a:cubicBezTo>
                  <a:cubicBezTo>
                    <a:pt x="898121" y="313782"/>
                    <a:pt x="825305" y="318461"/>
                    <a:pt x="758906" y="344399"/>
                  </a:cubicBezTo>
                  <a:close/>
                  <a:moveTo>
                    <a:pt x="1319839" y="632276"/>
                  </a:moveTo>
                  <a:cubicBezTo>
                    <a:pt x="1159454" y="642261"/>
                    <a:pt x="1021336" y="520337"/>
                    <a:pt x="1011364" y="359951"/>
                  </a:cubicBezTo>
                  <a:cubicBezTo>
                    <a:pt x="1001392" y="199565"/>
                    <a:pt x="1123304" y="61452"/>
                    <a:pt x="1283690" y="51476"/>
                  </a:cubicBezTo>
                  <a:cubicBezTo>
                    <a:pt x="1444075" y="41500"/>
                    <a:pt x="1582189" y="163416"/>
                    <a:pt x="1592165" y="323801"/>
                  </a:cubicBezTo>
                  <a:cubicBezTo>
                    <a:pt x="1592165" y="324019"/>
                    <a:pt x="1592195" y="324229"/>
                    <a:pt x="1592208" y="324455"/>
                  </a:cubicBezTo>
                  <a:cubicBezTo>
                    <a:pt x="1601671" y="484409"/>
                    <a:pt x="1480144" y="621963"/>
                    <a:pt x="1320245" y="6322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5665537" y="712513"/>
              <a:ext cx="1717471" cy="741951"/>
            </a:xfrm>
            <a:custGeom>
              <a:avLst/>
              <a:gdLst/>
              <a:ahLst/>
              <a:cxnLst/>
              <a:rect l="l" t="t" r="r" b="b"/>
              <a:pathLst>
                <a:path w="1717471" h="741951" extrusionOk="0">
                  <a:moveTo>
                    <a:pt x="433817" y="748580"/>
                  </a:moveTo>
                  <a:cubicBezTo>
                    <a:pt x="362313" y="748580"/>
                    <a:pt x="292825" y="726140"/>
                    <a:pt x="233864" y="683283"/>
                  </a:cubicBezTo>
                  <a:cubicBezTo>
                    <a:pt x="160133" y="629680"/>
                    <a:pt x="111670" y="550575"/>
                    <a:pt x="97439" y="460531"/>
                  </a:cubicBezTo>
                  <a:cubicBezTo>
                    <a:pt x="93679" y="440600"/>
                    <a:pt x="78699" y="424660"/>
                    <a:pt x="59037" y="419669"/>
                  </a:cubicBezTo>
                  <a:lnTo>
                    <a:pt x="30839" y="412145"/>
                  </a:lnTo>
                  <a:cubicBezTo>
                    <a:pt x="20422" y="410043"/>
                    <a:pt x="12330" y="400819"/>
                    <a:pt x="11561" y="389813"/>
                  </a:cubicBezTo>
                  <a:lnTo>
                    <a:pt x="8344" y="337428"/>
                  </a:lnTo>
                  <a:cubicBezTo>
                    <a:pt x="7524" y="323965"/>
                    <a:pt x="17735" y="312365"/>
                    <a:pt x="31193" y="311472"/>
                  </a:cubicBezTo>
                  <a:lnTo>
                    <a:pt x="52744" y="310131"/>
                  </a:lnTo>
                  <a:cubicBezTo>
                    <a:pt x="71919" y="309058"/>
                    <a:pt x="88637" y="296741"/>
                    <a:pt x="95341" y="278745"/>
                  </a:cubicBezTo>
                  <a:cubicBezTo>
                    <a:pt x="139467" y="157974"/>
                    <a:pt x="267096" y="70695"/>
                    <a:pt x="412912" y="61595"/>
                  </a:cubicBezTo>
                  <a:cubicBezTo>
                    <a:pt x="539378" y="54071"/>
                    <a:pt x="663281" y="113984"/>
                    <a:pt x="736008" y="217810"/>
                  </a:cubicBezTo>
                  <a:cubicBezTo>
                    <a:pt x="752359" y="242873"/>
                    <a:pt x="780984" y="257374"/>
                    <a:pt x="810482" y="255784"/>
                  </a:cubicBezTo>
                  <a:lnTo>
                    <a:pt x="917504" y="249239"/>
                  </a:lnTo>
                  <a:cubicBezTo>
                    <a:pt x="947077" y="246893"/>
                    <a:pt x="973225" y="229141"/>
                    <a:pt x="986317" y="202519"/>
                  </a:cubicBezTo>
                  <a:cubicBezTo>
                    <a:pt x="1046662" y="88635"/>
                    <a:pt x="1159277" y="15763"/>
                    <a:pt x="1287678" y="7385"/>
                  </a:cubicBezTo>
                  <a:cubicBezTo>
                    <a:pt x="1433508" y="-1549"/>
                    <a:pt x="1570967" y="69259"/>
                    <a:pt x="1629731" y="183656"/>
                  </a:cubicBezTo>
                  <a:cubicBezTo>
                    <a:pt x="1638550" y="200708"/>
                    <a:pt x="1656644" y="210906"/>
                    <a:pt x="1675802" y="209620"/>
                  </a:cubicBezTo>
                  <a:lnTo>
                    <a:pt x="1697382" y="208283"/>
                  </a:lnTo>
                  <a:cubicBezTo>
                    <a:pt x="1697707" y="208283"/>
                    <a:pt x="1697972" y="208283"/>
                    <a:pt x="1698237" y="208283"/>
                  </a:cubicBezTo>
                  <a:cubicBezTo>
                    <a:pt x="1711123" y="208240"/>
                    <a:pt x="1721765" y="218340"/>
                    <a:pt x="1722389" y="231213"/>
                  </a:cubicBezTo>
                  <a:lnTo>
                    <a:pt x="1725735" y="283483"/>
                  </a:lnTo>
                  <a:cubicBezTo>
                    <a:pt x="1726316" y="294527"/>
                    <a:pt x="1719488" y="304611"/>
                    <a:pt x="1709020" y="308178"/>
                  </a:cubicBezTo>
                  <a:lnTo>
                    <a:pt x="1682642" y="319009"/>
                  </a:lnTo>
                  <a:cubicBezTo>
                    <a:pt x="1663787" y="326456"/>
                    <a:pt x="1650983" y="344191"/>
                    <a:pt x="1649850" y="364434"/>
                  </a:cubicBezTo>
                  <a:cubicBezTo>
                    <a:pt x="1645446" y="523175"/>
                    <a:pt x="1533638" y="656699"/>
                    <a:pt x="1377974" y="688978"/>
                  </a:cubicBezTo>
                  <a:cubicBezTo>
                    <a:pt x="1193649" y="727076"/>
                    <a:pt x="1012742" y="608305"/>
                    <a:pt x="974550" y="424053"/>
                  </a:cubicBezTo>
                  <a:cubicBezTo>
                    <a:pt x="969180" y="401443"/>
                    <a:pt x="949941" y="384131"/>
                    <a:pt x="926698" y="381148"/>
                  </a:cubicBezTo>
                  <a:cubicBezTo>
                    <a:pt x="889825" y="376833"/>
                    <a:pt x="852469" y="379503"/>
                    <a:pt x="816583" y="389018"/>
                  </a:cubicBezTo>
                  <a:cubicBezTo>
                    <a:pt x="794022" y="394739"/>
                    <a:pt x="777313" y="413760"/>
                    <a:pt x="774550" y="436870"/>
                  </a:cubicBezTo>
                  <a:cubicBezTo>
                    <a:pt x="761019" y="593244"/>
                    <a:pt x="643098" y="719770"/>
                    <a:pt x="487852" y="744316"/>
                  </a:cubicBezTo>
                  <a:cubicBezTo>
                    <a:pt x="469980" y="747148"/>
                    <a:pt x="451912" y="748576"/>
                    <a:pt x="433817" y="748580"/>
                  </a:cubicBezTo>
                  <a:close/>
                  <a:moveTo>
                    <a:pt x="434172" y="74352"/>
                  </a:moveTo>
                  <a:cubicBezTo>
                    <a:pt x="427374" y="74352"/>
                    <a:pt x="420564" y="74553"/>
                    <a:pt x="413741" y="74951"/>
                  </a:cubicBezTo>
                  <a:cubicBezTo>
                    <a:pt x="273175" y="83726"/>
                    <a:pt x="150272" y="167489"/>
                    <a:pt x="107923" y="283372"/>
                  </a:cubicBezTo>
                  <a:cubicBezTo>
                    <a:pt x="99378" y="306354"/>
                    <a:pt x="78046" y="322102"/>
                    <a:pt x="53564" y="323491"/>
                  </a:cubicBezTo>
                  <a:lnTo>
                    <a:pt x="32065" y="324828"/>
                  </a:lnTo>
                  <a:cubicBezTo>
                    <a:pt x="25968" y="325238"/>
                    <a:pt x="21345" y="330498"/>
                    <a:pt x="21725" y="336599"/>
                  </a:cubicBezTo>
                  <a:lnTo>
                    <a:pt x="24938" y="388941"/>
                  </a:lnTo>
                  <a:cubicBezTo>
                    <a:pt x="25323" y="393957"/>
                    <a:pt x="28980" y="398114"/>
                    <a:pt x="33911" y="399127"/>
                  </a:cubicBezTo>
                  <a:lnTo>
                    <a:pt x="62404" y="406715"/>
                  </a:lnTo>
                  <a:cubicBezTo>
                    <a:pt x="87142" y="413047"/>
                    <a:pt x="105958" y="433162"/>
                    <a:pt x="110619" y="458271"/>
                  </a:cubicBezTo>
                  <a:cubicBezTo>
                    <a:pt x="124330" y="544952"/>
                    <a:pt x="170887" y="620956"/>
                    <a:pt x="241743" y="672452"/>
                  </a:cubicBezTo>
                  <a:cubicBezTo>
                    <a:pt x="312598" y="723949"/>
                    <a:pt x="399266" y="744790"/>
                    <a:pt x="485750" y="731101"/>
                  </a:cubicBezTo>
                  <a:cubicBezTo>
                    <a:pt x="634689" y="707756"/>
                    <a:pt x="748427" y="585707"/>
                    <a:pt x="761220" y="435490"/>
                  </a:cubicBezTo>
                  <a:cubicBezTo>
                    <a:pt x="764540" y="406826"/>
                    <a:pt x="785441" y="383011"/>
                    <a:pt x="813229" y="376038"/>
                  </a:cubicBezTo>
                  <a:cubicBezTo>
                    <a:pt x="850743" y="366122"/>
                    <a:pt x="889786" y="363349"/>
                    <a:pt x="928326" y="367852"/>
                  </a:cubicBezTo>
                  <a:cubicBezTo>
                    <a:pt x="957131" y="371544"/>
                    <a:pt x="980921" y="392953"/>
                    <a:pt x="987599" y="421139"/>
                  </a:cubicBezTo>
                  <a:cubicBezTo>
                    <a:pt x="1024342" y="598358"/>
                    <a:pt x="1198293" y="712524"/>
                    <a:pt x="1375291" y="675845"/>
                  </a:cubicBezTo>
                  <a:cubicBezTo>
                    <a:pt x="1524854" y="644843"/>
                    <a:pt x="1632265" y="516553"/>
                    <a:pt x="1636512" y="363870"/>
                  </a:cubicBezTo>
                  <a:cubicBezTo>
                    <a:pt x="1637862" y="338359"/>
                    <a:pt x="1653948" y="315976"/>
                    <a:pt x="1677694" y="306559"/>
                  </a:cubicBezTo>
                  <a:lnTo>
                    <a:pt x="1704385" y="295617"/>
                  </a:lnTo>
                  <a:cubicBezTo>
                    <a:pt x="1709512" y="293861"/>
                    <a:pt x="1712682" y="289238"/>
                    <a:pt x="1712421" y="284222"/>
                  </a:cubicBezTo>
                  <a:lnTo>
                    <a:pt x="1709089" y="231978"/>
                  </a:lnTo>
                  <a:cubicBezTo>
                    <a:pt x="1708773" y="226043"/>
                    <a:pt x="1704577" y="221297"/>
                    <a:pt x="1698109" y="221647"/>
                  </a:cubicBezTo>
                  <a:lnTo>
                    <a:pt x="1676699" y="222980"/>
                  </a:lnTo>
                  <a:cubicBezTo>
                    <a:pt x="1652239" y="224587"/>
                    <a:pt x="1629146" y="211560"/>
                    <a:pt x="1617871" y="189796"/>
                  </a:cubicBezTo>
                  <a:cubicBezTo>
                    <a:pt x="1561474" y="80035"/>
                    <a:pt x="1429359" y="12085"/>
                    <a:pt x="1288550" y="20741"/>
                  </a:cubicBezTo>
                  <a:cubicBezTo>
                    <a:pt x="1164852" y="28812"/>
                    <a:pt x="1056331" y="99039"/>
                    <a:pt x="998271" y="208590"/>
                  </a:cubicBezTo>
                  <a:cubicBezTo>
                    <a:pt x="983292" y="239220"/>
                    <a:pt x="952671" y="259980"/>
                    <a:pt x="918452" y="262590"/>
                  </a:cubicBezTo>
                  <a:lnTo>
                    <a:pt x="811277" y="269149"/>
                  </a:lnTo>
                  <a:cubicBezTo>
                    <a:pt x="777148" y="271012"/>
                    <a:pt x="743771" y="254165"/>
                    <a:pt x="724972" y="225304"/>
                  </a:cubicBezTo>
                  <a:cubicBezTo>
                    <a:pt x="658906" y="131036"/>
                    <a:pt x="548876" y="74352"/>
                    <a:pt x="434172" y="74352"/>
                  </a:cubicBezTo>
                  <a:close/>
                  <a:moveTo>
                    <a:pt x="433745" y="700429"/>
                  </a:moveTo>
                  <a:cubicBezTo>
                    <a:pt x="277973" y="700429"/>
                    <a:pt x="146671" y="578812"/>
                    <a:pt x="136852" y="421263"/>
                  </a:cubicBezTo>
                  <a:cubicBezTo>
                    <a:pt x="126658" y="257446"/>
                    <a:pt x="251625" y="115881"/>
                    <a:pt x="415420" y="105678"/>
                  </a:cubicBezTo>
                  <a:cubicBezTo>
                    <a:pt x="494705" y="100731"/>
                    <a:pt x="571298" y="126985"/>
                    <a:pt x="630913" y="179593"/>
                  </a:cubicBezTo>
                  <a:cubicBezTo>
                    <a:pt x="690527" y="232200"/>
                    <a:pt x="726061" y="304893"/>
                    <a:pt x="731005" y="384246"/>
                  </a:cubicBezTo>
                  <a:cubicBezTo>
                    <a:pt x="740609" y="548173"/>
                    <a:pt x="615647" y="689435"/>
                    <a:pt x="452437" y="699826"/>
                  </a:cubicBezTo>
                  <a:lnTo>
                    <a:pt x="452437" y="699826"/>
                  </a:lnTo>
                  <a:cubicBezTo>
                    <a:pt x="446195" y="700241"/>
                    <a:pt x="439949" y="700429"/>
                    <a:pt x="433766" y="700429"/>
                  </a:cubicBezTo>
                  <a:close/>
                  <a:moveTo>
                    <a:pt x="452018" y="693165"/>
                  </a:moveTo>
                  <a:lnTo>
                    <a:pt x="452018" y="693165"/>
                  </a:lnTo>
                  <a:close/>
                  <a:moveTo>
                    <a:pt x="434322" y="118470"/>
                  </a:moveTo>
                  <a:cubicBezTo>
                    <a:pt x="428319" y="118470"/>
                    <a:pt x="422299" y="118658"/>
                    <a:pt x="416270" y="119034"/>
                  </a:cubicBezTo>
                  <a:cubicBezTo>
                    <a:pt x="340489" y="123734"/>
                    <a:pt x="271073" y="157700"/>
                    <a:pt x="220816" y="214623"/>
                  </a:cubicBezTo>
                  <a:cubicBezTo>
                    <a:pt x="170558" y="271546"/>
                    <a:pt x="145491" y="344640"/>
                    <a:pt x="150213" y="420421"/>
                  </a:cubicBezTo>
                  <a:cubicBezTo>
                    <a:pt x="154934" y="496203"/>
                    <a:pt x="188875" y="565618"/>
                    <a:pt x="245806" y="615876"/>
                  </a:cubicBezTo>
                  <a:cubicBezTo>
                    <a:pt x="302737" y="666133"/>
                    <a:pt x="375737" y="691238"/>
                    <a:pt x="451600" y="686487"/>
                  </a:cubicBezTo>
                  <a:cubicBezTo>
                    <a:pt x="607461" y="676558"/>
                    <a:pt x="726835" y="541649"/>
                    <a:pt x="717696" y="385724"/>
                  </a:cubicBezTo>
                  <a:cubicBezTo>
                    <a:pt x="712940" y="309310"/>
                    <a:pt x="678995" y="239895"/>
                    <a:pt x="622060" y="189646"/>
                  </a:cubicBezTo>
                  <a:cubicBezTo>
                    <a:pt x="569696" y="143400"/>
                    <a:pt x="503613" y="118474"/>
                    <a:pt x="434343" y="118474"/>
                  </a:cubicBezTo>
                  <a:close/>
                  <a:moveTo>
                    <a:pt x="1308276" y="646223"/>
                  </a:moveTo>
                  <a:cubicBezTo>
                    <a:pt x="1152501" y="646223"/>
                    <a:pt x="1021185" y="524611"/>
                    <a:pt x="1011384" y="367058"/>
                  </a:cubicBezTo>
                  <a:cubicBezTo>
                    <a:pt x="1001190" y="203250"/>
                    <a:pt x="1126152" y="61680"/>
                    <a:pt x="1289956" y="51490"/>
                  </a:cubicBezTo>
                  <a:cubicBezTo>
                    <a:pt x="1369224" y="46602"/>
                    <a:pt x="1445842" y="72801"/>
                    <a:pt x="1505444" y="125430"/>
                  </a:cubicBezTo>
                  <a:cubicBezTo>
                    <a:pt x="1565045" y="178059"/>
                    <a:pt x="1600597" y="250730"/>
                    <a:pt x="1605536" y="330083"/>
                  </a:cubicBezTo>
                  <a:cubicBezTo>
                    <a:pt x="1615222" y="493874"/>
                    <a:pt x="1490426" y="635140"/>
                    <a:pt x="1327374" y="645664"/>
                  </a:cubicBezTo>
                  <a:lnTo>
                    <a:pt x="1326947" y="645664"/>
                  </a:lnTo>
                  <a:cubicBezTo>
                    <a:pt x="1320718" y="646031"/>
                    <a:pt x="1314459" y="646223"/>
                    <a:pt x="1308276" y="646223"/>
                  </a:cubicBezTo>
                  <a:close/>
                  <a:moveTo>
                    <a:pt x="1308849" y="64265"/>
                  </a:moveTo>
                  <a:cubicBezTo>
                    <a:pt x="1302850" y="64265"/>
                    <a:pt x="1296833" y="64453"/>
                    <a:pt x="1290797" y="64829"/>
                  </a:cubicBezTo>
                  <a:cubicBezTo>
                    <a:pt x="1134347" y="74562"/>
                    <a:pt x="1015003" y="209787"/>
                    <a:pt x="1024740" y="366224"/>
                  </a:cubicBezTo>
                  <a:cubicBezTo>
                    <a:pt x="1034477" y="522662"/>
                    <a:pt x="1169663" y="641917"/>
                    <a:pt x="1326127" y="632282"/>
                  </a:cubicBezTo>
                  <a:cubicBezTo>
                    <a:pt x="1326272" y="632282"/>
                    <a:pt x="1326404" y="632282"/>
                    <a:pt x="1326554" y="632282"/>
                  </a:cubicBezTo>
                  <a:lnTo>
                    <a:pt x="1326981" y="632282"/>
                  </a:lnTo>
                  <a:cubicBezTo>
                    <a:pt x="1482283" y="622246"/>
                    <a:pt x="1601473" y="487324"/>
                    <a:pt x="1592257" y="331536"/>
                  </a:cubicBezTo>
                  <a:cubicBezTo>
                    <a:pt x="1587498" y="255118"/>
                    <a:pt x="1553557" y="185711"/>
                    <a:pt x="1496621" y="135454"/>
                  </a:cubicBezTo>
                  <a:cubicBezTo>
                    <a:pt x="1444193" y="89191"/>
                    <a:pt x="1378123" y="64265"/>
                    <a:pt x="1308849" y="64265"/>
                  </a:cubicBezTo>
                  <a:close/>
                  <a:moveTo>
                    <a:pt x="765621" y="357786"/>
                  </a:moveTo>
                  <a:cubicBezTo>
                    <a:pt x="762339" y="357786"/>
                    <a:pt x="759126" y="355402"/>
                    <a:pt x="758614" y="352159"/>
                  </a:cubicBezTo>
                  <a:cubicBezTo>
                    <a:pt x="757058" y="342516"/>
                    <a:pt x="755349" y="333933"/>
                    <a:pt x="753376" y="325930"/>
                  </a:cubicBezTo>
                  <a:cubicBezTo>
                    <a:pt x="752183" y="321090"/>
                    <a:pt x="752979" y="315976"/>
                    <a:pt x="755584" y="311729"/>
                  </a:cubicBezTo>
                  <a:cubicBezTo>
                    <a:pt x="758170" y="307486"/>
                    <a:pt x="762342" y="304448"/>
                    <a:pt x="767176" y="303290"/>
                  </a:cubicBezTo>
                  <a:cubicBezTo>
                    <a:pt x="768329" y="303008"/>
                    <a:pt x="769506" y="302842"/>
                    <a:pt x="770692" y="302786"/>
                  </a:cubicBezTo>
                  <a:lnTo>
                    <a:pt x="962211" y="290883"/>
                  </a:lnTo>
                  <a:cubicBezTo>
                    <a:pt x="972132" y="289712"/>
                    <a:pt x="981438" y="297048"/>
                    <a:pt x="982655" y="307302"/>
                  </a:cubicBezTo>
                  <a:cubicBezTo>
                    <a:pt x="982835" y="308785"/>
                    <a:pt x="982835" y="310285"/>
                    <a:pt x="982655" y="311767"/>
                  </a:cubicBezTo>
                  <a:cubicBezTo>
                    <a:pt x="981754" y="320346"/>
                    <a:pt x="981087" y="329284"/>
                    <a:pt x="980707" y="338005"/>
                  </a:cubicBezTo>
                  <a:cubicBezTo>
                    <a:pt x="980612" y="340013"/>
                    <a:pt x="979625" y="341871"/>
                    <a:pt x="978016" y="343076"/>
                  </a:cubicBezTo>
                  <a:cubicBezTo>
                    <a:pt x="976404" y="344272"/>
                    <a:pt x="974342" y="344687"/>
                    <a:pt x="972393" y="344208"/>
                  </a:cubicBezTo>
                  <a:cubicBezTo>
                    <a:pt x="904574" y="327195"/>
                    <a:pt x="833137" y="331784"/>
                    <a:pt x="768052" y="357329"/>
                  </a:cubicBezTo>
                  <a:cubicBezTo>
                    <a:pt x="767276" y="357624"/>
                    <a:pt x="766451" y="357774"/>
                    <a:pt x="765621" y="357765"/>
                  </a:cubicBezTo>
                  <a:close/>
                  <a:moveTo>
                    <a:pt x="964053" y="304166"/>
                  </a:moveTo>
                  <a:cubicBezTo>
                    <a:pt x="963840" y="304166"/>
                    <a:pt x="963627" y="304179"/>
                    <a:pt x="963416" y="304205"/>
                  </a:cubicBezTo>
                  <a:lnTo>
                    <a:pt x="771397" y="316168"/>
                  </a:lnTo>
                  <a:cubicBezTo>
                    <a:pt x="768927" y="316655"/>
                    <a:pt x="767753" y="317509"/>
                    <a:pt x="767005" y="318731"/>
                  </a:cubicBezTo>
                  <a:cubicBezTo>
                    <a:pt x="766263" y="319940"/>
                    <a:pt x="766038" y="321397"/>
                    <a:pt x="766381" y="322773"/>
                  </a:cubicBezTo>
                  <a:cubicBezTo>
                    <a:pt x="767868" y="328844"/>
                    <a:pt x="769231" y="335236"/>
                    <a:pt x="770470" y="342132"/>
                  </a:cubicBezTo>
                  <a:cubicBezTo>
                    <a:pt x="833622" y="318915"/>
                    <a:pt x="902143" y="314472"/>
                    <a:pt x="967766" y="329331"/>
                  </a:cubicBezTo>
                  <a:cubicBezTo>
                    <a:pt x="968159" y="322953"/>
                    <a:pt x="968693" y="316514"/>
                    <a:pt x="969359" y="310225"/>
                  </a:cubicBezTo>
                  <a:cubicBezTo>
                    <a:pt x="969359" y="310225"/>
                    <a:pt x="969359" y="308879"/>
                    <a:pt x="969359" y="308866"/>
                  </a:cubicBezTo>
                  <a:cubicBezTo>
                    <a:pt x="969038" y="306179"/>
                    <a:pt x="966760" y="304154"/>
                    <a:pt x="964053" y="304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5836597" y="842920"/>
              <a:ext cx="330095" cy="453218"/>
            </a:xfrm>
            <a:custGeom>
              <a:avLst/>
              <a:gdLst/>
              <a:ahLst/>
              <a:cxnLst/>
              <a:rect l="l" t="t" r="r" b="b"/>
              <a:pathLst>
                <a:path w="330095" h="453218" extrusionOk="0">
                  <a:moveTo>
                    <a:pt x="66828" y="459846"/>
                  </a:moveTo>
                  <a:cubicBezTo>
                    <a:pt x="66828" y="459846"/>
                    <a:pt x="-40241" y="318110"/>
                    <a:pt x="35246" y="153508"/>
                  </a:cubicBezTo>
                  <a:cubicBezTo>
                    <a:pt x="103367" y="5482"/>
                    <a:pt x="262770" y="-11381"/>
                    <a:pt x="338393" y="19671"/>
                  </a:cubicBezTo>
                  <a:lnTo>
                    <a:pt x="173901" y="307694"/>
                  </a:lnTo>
                  <a:cubicBezTo>
                    <a:pt x="189035" y="237343"/>
                    <a:pt x="211696" y="168820"/>
                    <a:pt x="241493" y="103318"/>
                  </a:cubicBezTo>
                  <a:cubicBezTo>
                    <a:pt x="241493" y="103318"/>
                    <a:pt x="96142" y="250515"/>
                    <a:pt x="66828" y="4598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6708965" y="780844"/>
              <a:ext cx="329960" cy="453184"/>
            </a:xfrm>
            <a:custGeom>
              <a:avLst/>
              <a:gdLst/>
              <a:ahLst/>
              <a:cxnLst/>
              <a:rect l="l" t="t" r="r" b="b"/>
              <a:pathLst>
                <a:path w="329960" h="453184" extrusionOk="0">
                  <a:moveTo>
                    <a:pt x="66830" y="459812"/>
                  </a:moveTo>
                  <a:cubicBezTo>
                    <a:pt x="66830" y="459812"/>
                    <a:pt x="-40239" y="318209"/>
                    <a:pt x="35243" y="153589"/>
                  </a:cubicBezTo>
                  <a:cubicBezTo>
                    <a:pt x="103368" y="5427"/>
                    <a:pt x="262763" y="-11437"/>
                    <a:pt x="338258" y="19748"/>
                  </a:cubicBezTo>
                  <a:lnTo>
                    <a:pt x="173232" y="307237"/>
                  </a:lnTo>
                  <a:cubicBezTo>
                    <a:pt x="185682" y="204047"/>
                    <a:pt x="241490" y="103130"/>
                    <a:pt x="241490" y="103130"/>
                  </a:cubicBezTo>
                  <a:cubicBezTo>
                    <a:pt x="241490" y="103130"/>
                    <a:pt x="96007" y="250220"/>
                    <a:pt x="66830" y="4598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3515190" y="1739812"/>
              <a:ext cx="195804" cy="2169276"/>
            </a:xfrm>
            <a:custGeom>
              <a:avLst/>
              <a:gdLst/>
              <a:ahLst/>
              <a:cxnLst/>
              <a:rect l="l" t="t" r="r" b="b"/>
              <a:pathLst>
                <a:path w="195804" h="2169276" extrusionOk="0">
                  <a:moveTo>
                    <a:pt x="112692" y="1994881"/>
                  </a:moveTo>
                  <a:lnTo>
                    <a:pt x="151507" y="2169276"/>
                  </a:lnTo>
                  <a:lnTo>
                    <a:pt x="195805" y="1971861"/>
                  </a:lnTo>
                  <a:lnTo>
                    <a:pt x="79366" y="0"/>
                  </a:lnTo>
                  <a:lnTo>
                    <a:pt x="0" y="0"/>
                  </a:lnTo>
                  <a:lnTo>
                    <a:pt x="112692" y="19948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3458347" y="1691731"/>
              <a:ext cx="208359" cy="2170778"/>
            </a:xfrm>
            <a:custGeom>
              <a:avLst/>
              <a:gdLst/>
              <a:ahLst/>
              <a:cxnLst/>
              <a:rect l="l" t="t" r="r" b="b"/>
              <a:pathLst>
                <a:path w="208359" h="2170778" extrusionOk="0">
                  <a:moveTo>
                    <a:pt x="106909" y="30749"/>
                  </a:moveTo>
                  <a:lnTo>
                    <a:pt x="216657" y="2014257"/>
                  </a:lnTo>
                  <a:lnTo>
                    <a:pt x="176496" y="2177407"/>
                  </a:lnTo>
                  <a:lnTo>
                    <a:pt x="118390" y="2019751"/>
                  </a:lnTo>
                  <a:lnTo>
                    <a:pt x="8372" y="36111"/>
                  </a:lnTo>
                  <a:cubicBezTo>
                    <a:pt x="7317" y="22405"/>
                    <a:pt x="17575" y="10433"/>
                    <a:pt x="31282" y="9378"/>
                  </a:cubicBezTo>
                  <a:lnTo>
                    <a:pt x="31794" y="9344"/>
                  </a:lnTo>
                  <a:lnTo>
                    <a:pt x="80646" y="6665"/>
                  </a:lnTo>
                  <a:cubicBezTo>
                    <a:pt x="94369" y="5922"/>
                    <a:pt x="106102" y="16441"/>
                    <a:pt x="106854" y="30164"/>
                  </a:cubicBezTo>
                  <a:cubicBezTo>
                    <a:pt x="106884" y="30360"/>
                    <a:pt x="106909" y="30553"/>
                    <a:pt x="106909" y="307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3451665" y="1685053"/>
              <a:ext cx="221724" cy="2184151"/>
            </a:xfrm>
            <a:custGeom>
              <a:avLst/>
              <a:gdLst/>
              <a:ahLst/>
              <a:cxnLst/>
              <a:rect l="l" t="t" r="r" b="b"/>
              <a:pathLst>
                <a:path w="221724" h="2184151" extrusionOk="0">
                  <a:moveTo>
                    <a:pt x="183182" y="2190780"/>
                  </a:moveTo>
                  <a:cubicBezTo>
                    <a:pt x="180379" y="2190780"/>
                    <a:pt x="177871" y="2189032"/>
                    <a:pt x="176906" y="2186400"/>
                  </a:cubicBezTo>
                  <a:lnTo>
                    <a:pt x="118821" y="2028745"/>
                  </a:lnTo>
                  <a:cubicBezTo>
                    <a:pt x="118590" y="2028121"/>
                    <a:pt x="118453" y="2027467"/>
                    <a:pt x="118415" y="2026805"/>
                  </a:cubicBezTo>
                  <a:lnTo>
                    <a:pt x="8389" y="43165"/>
                  </a:lnTo>
                  <a:cubicBezTo>
                    <a:pt x="7753" y="34855"/>
                    <a:pt x="10457" y="26639"/>
                    <a:pt x="15905" y="20333"/>
                  </a:cubicBezTo>
                  <a:cubicBezTo>
                    <a:pt x="21339" y="13945"/>
                    <a:pt x="29107" y="10006"/>
                    <a:pt x="37472" y="9386"/>
                  </a:cubicBezTo>
                  <a:lnTo>
                    <a:pt x="86982" y="6673"/>
                  </a:lnTo>
                  <a:cubicBezTo>
                    <a:pt x="95348" y="6225"/>
                    <a:pt x="103547" y="9109"/>
                    <a:pt x="109789" y="14693"/>
                  </a:cubicBezTo>
                  <a:cubicBezTo>
                    <a:pt x="116039" y="20273"/>
                    <a:pt x="119799" y="28117"/>
                    <a:pt x="120235" y="36483"/>
                  </a:cubicBezTo>
                  <a:lnTo>
                    <a:pt x="113579" y="37423"/>
                  </a:lnTo>
                  <a:lnTo>
                    <a:pt x="120261" y="37051"/>
                  </a:lnTo>
                  <a:lnTo>
                    <a:pt x="230013" y="2020571"/>
                  </a:lnTo>
                  <a:cubicBezTo>
                    <a:pt x="230047" y="2021234"/>
                    <a:pt x="229987" y="2021900"/>
                    <a:pt x="229829" y="2022545"/>
                  </a:cubicBezTo>
                  <a:lnTo>
                    <a:pt x="189668" y="2185695"/>
                  </a:lnTo>
                  <a:cubicBezTo>
                    <a:pt x="188967" y="2188549"/>
                    <a:pt x="186484" y="2190609"/>
                    <a:pt x="183549" y="2190775"/>
                  </a:cubicBezTo>
                  <a:close/>
                  <a:moveTo>
                    <a:pt x="131724" y="2025049"/>
                  </a:moveTo>
                  <a:lnTo>
                    <a:pt x="181900" y="2161265"/>
                  </a:lnTo>
                  <a:lnTo>
                    <a:pt x="216602" y="2020311"/>
                  </a:lnTo>
                  <a:lnTo>
                    <a:pt x="106900" y="37799"/>
                  </a:lnTo>
                  <a:cubicBezTo>
                    <a:pt x="106900" y="37662"/>
                    <a:pt x="106875" y="37423"/>
                    <a:pt x="106875" y="37371"/>
                  </a:cubicBezTo>
                  <a:cubicBezTo>
                    <a:pt x="106661" y="32492"/>
                    <a:pt x="104491" y="27908"/>
                    <a:pt x="100851" y="24652"/>
                  </a:cubicBezTo>
                  <a:cubicBezTo>
                    <a:pt x="97245" y="21414"/>
                    <a:pt x="92656" y="19897"/>
                    <a:pt x="87713" y="20025"/>
                  </a:cubicBezTo>
                  <a:lnTo>
                    <a:pt x="38857" y="22700"/>
                  </a:lnTo>
                  <a:cubicBezTo>
                    <a:pt x="33913" y="22994"/>
                    <a:pt x="29303" y="25276"/>
                    <a:pt x="26073" y="29031"/>
                  </a:cubicBezTo>
                  <a:cubicBezTo>
                    <a:pt x="22916" y="32689"/>
                    <a:pt x="21352" y="37461"/>
                    <a:pt x="21736" y="422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3974640" y="1497665"/>
              <a:ext cx="4403100" cy="3460354"/>
            </a:xfrm>
            <a:custGeom>
              <a:avLst/>
              <a:gdLst/>
              <a:ahLst/>
              <a:cxnLst/>
              <a:rect l="l" t="t" r="r" b="b"/>
              <a:pathLst>
                <a:path w="4403100" h="3460354" extrusionOk="0">
                  <a:moveTo>
                    <a:pt x="11531" y="2613322"/>
                  </a:moveTo>
                  <a:lnTo>
                    <a:pt x="374369" y="242606"/>
                  </a:lnTo>
                  <a:cubicBezTo>
                    <a:pt x="397655" y="90842"/>
                    <a:pt x="539523" y="-13343"/>
                    <a:pt x="691304" y="9861"/>
                  </a:cubicBezTo>
                  <a:lnTo>
                    <a:pt x="4175292" y="543220"/>
                  </a:lnTo>
                  <a:cubicBezTo>
                    <a:pt x="4327060" y="566368"/>
                    <a:pt x="4431331" y="708168"/>
                    <a:pt x="4408182" y="859940"/>
                  </a:cubicBezTo>
                  <a:lnTo>
                    <a:pt x="4408182" y="860017"/>
                  </a:lnTo>
                  <a:lnTo>
                    <a:pt x="4045198" y="3230725"/>
                  </a:lnTo>
                  <a:cubicBezTo>
                    <a:pt x="4022204" y="3382446"/>
                    <a:pt x="3880574" y="3486802"/>
                    <a:pt x="3728853" y="3463808"/>
                  </a:cubicBezTo>
                  <a:lnTo>
                    <a:pt x="3728400" y="3463739"/>
                  </a:lnTo>
                  <a:lnTo>
                    <a:pt x="244276" y="2930253"/>
                  </a:lnTo>
                  <a:cubicBezTo>
                    <a:pt x="92512" y="2906967"/>
                    <a:pt x="-11673" y="2765094"/>
                    <a:pt x="11531" y="2613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4257351" y="1631426"/>
              <a:ext cx="118881" cy="218164"/>
            </a:xfrm>
            <a:custGeom>
              <a:avLst/>
              <a:gdLst/>
              <a:ahLst/>
              <a:cxnLst/>
              <a:rect l="l" t="t" r="r" b="b"/>
              <a:pathLst>
                <a:path w="118881" h="218164" extrusionOk="0">
                  <a:moveTo>
                    <a:pt x="8434" y="198046"/>
                  </a:moveTo>
                  <a:lnTo>
                    <a:pt x="35987" y="17990"/>
                  </a:lnTo>
                  <a:cubicBezTo>
                    <a:pt x="37103" y="10684"/>
                    <a:pt x="43930" y="5668"/>
                    <a:pt x="51236" y="6783"/>
                  </a:cubicBezTo>
                  <a:cubicBezTo>
                    <a:pt x="51236" y="6783"/>
                    <a:pt x="51240" y="6783"/>
                    <a:pt x="51240" y="6783"/>
                  </a:cubicBezTo>
                  <a:lnTo>
                    <a:pt x="127180" y="18404"/>
                  </a:lnTo>
                  <a:lnTo>
                    <a:pt x="127180" y="18404"/>
                  </a:lnTo>
                  <a:lnTo>
                    <a:pt x="95602" y="224792"/>
                  </a:lnTo>
                  <a:lnTo>
                    <a:pt x="95602" y="224792"/>
                  </a:lnTo>
                  <a:lnTo>
                    <a:pt x="19658" y="213171"/>
                  </a:lnTo>
                  <a:cubicBezTo>
                    <a:pt x="12403" y="212060"/>
                    <a:pt x="7396" y="205314"/>
                    <a:pt x="8434" y="198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4243970" y="1624716"/>
              <a:ext cx="132243" cy="231547"/>
            </a:xfrm>
            <a:custGeom>
              <a:avLst/>
              <a:gdLst/>
              <a:ahLst/>
              <a:cxnLst/>
              <a:rect l="l" t="t" r="r" b="b"/>
              <a:pathLst>
                <a:path w="132243" h="231547" extrusionOk="0">
                  <a:moveTo>
                    <a:pt x="102285" y="238176"/>
                  </a:moveTo>
                  <a:cubicBezTo>
                    <a:pt x="101947" y="238176"/>
                    <a:pt x="101614" y="238150"/>
                    <a:pt x="101281" y="238095"/>
                  </a:cubicBezTo>
                  <a:lnTo>
                    <a:pt x="25341" y="226478"/>
                  </a:lnTo>
                  <a:cubicBezTo>
                    <a:pt x="14472" y="224786"/>
                    <a:pt x="6969" y="214681"/>
                    <a:pt x="8495" y="203786"/>
                  </a:cubicBezTo>
                  <a:cubicBezTo>
                    <a:pt x="8495" y="203786"/>
                    <a:pt x="8495" y="203748"/>
                    <a:pt x="8495" y="203727"/>
                  </a:cubicBezTo>
                  <a:lnTo>
                    <a:pt x="36044" y="23666"/>
                  </a:lnTo>
                  <a:cubicBezTo>
                    <a:pt x="36838" y="18398"/>
                    <a:pt x="39701" y="13668"/>
                    <a:pt x="44003" y="10524"/>
                  </a:cubicBezTo>
                  <a:cubicBezTo>
                    <a:pt x="48289" y="7366"/>
                    <a:pt x="53659" y="6050"/>
                    <a:pt x="58919" y="6862"/>
                  </a:cubicBezTo>
                  <a:lnTo>
                    <a:pt x="134858" y="18483"/>
                  </a:lnTo>
                  <a:cubicBezTo>
                    <a:pt x="138511" y="19039"/>
                    <a:pt x="141019" y="22448"/>
                    <a:pt x="140464" y="26097"/>
                  </a:cubicBezTo>
                  <a:cubicBezTo>
                    <a:pt x="140464" y="26101"/>
                    <a:pt x="140464" y="26106"/>
                    <a:pt x="140464" y="26110"/>
                  </a:cubicBezTo>
                  <a:lnTo>
                    <a:pt x="108886" y="232498"/>
                  </a:lnTo>
                  <a:cubicBezTo>
                    <a:pt x="108625" y="234254"/>
                    <a:pt x="107668" y="235830"/>
                    <a:pt x="106232" y="236873"/>
                  </a:cubicBezTo>
                  <a:cubicBezTo>
                    <a:pt x="105088" y="237714"/>
                    <a:pt x="103708" y="238172"/>
                    <a:pt x="102285" y="238176"/>
                  </a:cubicBezTo>
                  <a:close/>
                  <a:moveTo>
                    <a:pt x="21748" y="205705"/>
                  </a:moveTo>
                  <a:cubicBezTo>
                    <a:pt x="21248" y="209328"/>
                    <a:pt x="23747" y="212686"/>
                    <a:pt x="27366" y="213241"/>
                  </a:cubicBezTo>
                  <a:lnTo>
                    <a:pt x="96679" y="223846"/>
                  </a:lnTo>
                  <a:lnTo>
                    <a:pt x="126228" y="30690"/>
                  </a:lnTo>
                  <a:lnTo>
                    <a:pt x="56919" y="20081"/>
                  </a:lnTo>
                  <a:cubicBezTo>
                    <a:pt x="55163" y="19808"/>
                    <a:pt x="53369" y="20248"/>
                    <a:pt x="51937" y="21303"/>
                  </a:cubicBezTo>
                  <a:cubicBezTo>
                    <a:pt x="50506" y="22350"/>
                    <a:pt x="49553" y="23922"/>
                    <a:pt x="49284" y="256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4702465" y="1443480"/>
              <a:ext cx="218159" cy="118882"/>
            </a:xfrm>
            <a:custGeom>
              <a:avLst/>
              <a:gdLst/>
              <a:ahLst/>
              <a:cxnLst/>
              <a:rect l="l" t="t" r="r" b="b"/>
              <a:pathLst>
                <a:path w="218159" h="118882" extrusionOk="0">
                  <a:moveTo>
                    <a:pt x="35040" y="6764"/>
                  </a:moveTo>
                  <a:lnTo>
                    <a:pt x="215100" y="34318"/>
                  </a:lnTo>
                  <a:cubicBezTo>
                    <a:pt x="222402" y="35433"/>
                    <a:pt x="227418" y="42256"/>
                    <a:pt x="226303" y="49562"/>
                  </a:cubicBezTo>
                  <a:cubicBezTo>
                    <a:pt x="226303" y="49566"/>
                    <a:pt x="226303" y="49566"/>
                    <a:pt x="226303" y="49570"/>
                  </a:cubicBezTo>
                  <a:lnTo>
                    <a:pt x="214686" y="125510"/>
                  </a:lnTo>
                  <a:lnTo>
                    <a:pt x="214686" y="125510"/>
                  </a:lnTo>
                  <a:lnTo>
                    <a:pt x="8298" y="93928"/>
                  </a:lnTo>
                  <a:lnTo>
                    <a:pt x="8298" y="93928"/>
                  </a:lnTo>
                  <a:lnTo>
                    <a:pt x="19915" y="17988"/>
                  </a:lnTo>
                  <a:cubicBezTo>
                    <a:pt x="21026" y="10733"/>
                    <a:pt x="27772" y="5726"/>
                    <a:pt x="35040" y="67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4695796" y="1430084"/>
              <a:ext cx="231541" cy="132271"/>
            </a:xfrm>
            <a:custGeom>
              <a:avLst/>
              <a:gdLst/>
              <a:ahLst/>
              <a:cxnLst/>
              <a:rect l="l" t="t" r="r" b="b"/>
              <a:pathLst>
                <a:path w="231541" h="132271" extrusionOk="0">
                  <a:moveTo>
                    <a:pt x="221364" y="138899"/>
                  </a:moveTo>
                  <a:cubicBezTo>
                    <a:pt x="221022" y="138899"/>
                    <a:pt x="220680" y="138874"/>
                    <a:pt x="220342" y="138822"/>
                  </a:cubicBezTo>
                  <a:lnTo>
                    <a:pt x="13980" y="107244"/>
                  </a:lnTo>
                  <a:cubicBezTo>
                    <a:pt x="10327" y="106689"/>
                    <a:pt x="7819" y="103279"/>
                    <a:pt x="8375" y="99631"/>
                  </a:cubicBezTo>
                  <a:cubicBezTo>
                    <a:pt x="8375" y="99627"/>
                    <a:pt x="8375" y="99622"/>
                    <a:pt x="8375" y="99618"/>
                  </a:cubicBezTo>
                  <a:lnTo>
                    <a:pt x="19992" y="23674"/>
                  </a:lnTo>
                  <a:cubicBezTo>
                    <a:pt x="21654" y="12852"/>
                    <a:pt x="31861" y="5255"/>
                    <a:pt x="42670" y="6836"/>
                  </a:cubicBezTo>
                  <a:lnTo>
                    <a:pt x="42734" y="6836"/>
                  </a:lnTo>
                  <a:lnTo>
                    <a:pt x="222791" y="34390"/>
                  </a:lnTo>
                  <a:cubicBezTo>
                    <a:pt x="228063" y="35180"/>
                    <a:pt x="232797" y="38047"/>
                    <a:pt x="235941" y="42349"/>
                  </a:cubicBezTo>
                  <a:cubicBezTo>
                    <a:pt x="239107" y="46639"/>
                    <a:pt x="240423" y="52014"/>
                    <a:pt x="239599" y="57277"/>
                  </a:cubicBezTo>
                  <a:lnTo>
                    <a:pt x="227982" y="133208"/>
                  </a:lnTo>
                  <a:cubicBezTo>
                    <a:pt x="227486" y="136481"/>
                    <a:pt x="224675" y="138899"/>
                    <a:pt x="221364" y="138899"/>
                  </a:cubicBezTo>
                  <a:close/>
                  <a:moveTo>
                    <a:pt x="22611" y="95029"/>
                  </a:moveTo>
                  <a:lnTo>
                    <a:pt x="215754" y="124582"/>
                  </a:lnTo>
                  <a:lnTo>
                    <a:pt x="226367" y="55256"/>
                  </a:lnTo>
                  <a:cubicBezTo>
                    <a:pt x="226644" y="53500"/>
                    <a:pt x="226204" y="51710"/>
                    <a:pt x="225149" y="50283"/>
                  </a:cubicBezTo>
                  <a:cubicBezTo>
                    <a:pt x="224098" y="48852"/>
                    <a:pt x="222526" y="47899"/>
                    <a:pt x="220770" y="47630"/>
                  </a:cubicBezTo>
                  <a:lnTo>
                    <a:pt x="40739" y="20085"/>
                  </a:lnTo>
                  <a:cubicBezTo>
                    <a:pt x="37133" y="19649"/>
                    <a:pt x="33822" y="22119"/>
                    <a:pt x="33211" y="25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4947865" y="1480959"/>
              <a:ext cx="218164" cy="118886"/>
            </a:xfrm>
            <a:custGeom>
              <a:avLst/>
              <a:gdLst/>
              <a:ahLst/>
              <a:cxnLst/>
              <a:rect l="l" t="t" r="r" b="b"/>
              <a:pathLst>
                <a:path w="218164" h="118886" extrusionOk="0">
                  <a:moveTo>
                    <a:pt x="35039" y="6764"/>
                  </a:moveTo>
                  <a:lnTo>
                    <a:pt x="215100" y="34317"/>
                  </a:lnTo>
                  <a:cubicBezTo>
                    <a:pt x="222406" y="35433"/>
                    <a:pt x="227422" y="42260"/>
                    <a:pt x="226307" y="49566"/>
                  </a:cubicBezTo>
                  <a:cubicBezTo>
                    <a:pt x="226307" y="49566"/>
                    <a:pt x="226307" y="49570"/>
                    <a:pt x="226307" y="49570"/>
                  </a:cubicBezTo>
                  <a:lnTo>
                    <a:pt x="214686" y="125514"/>
                  </a:lnTo>
                  <a:lnTo>
                    <a:pt x="214686" y="125514"/>
                  </a:lnTo>
                  <a:lnTo>
                    <a:pt x="8298" y="93932"/>
                  </a:lnTo>
                  <a:lnTo>
                    <a:pt x="8298" y="93932"/>
                  </a:lnTo>
                  <a:lnTo>
                    <a:pt x="19919" y="17992"/>
                  </a:lnTo>
                  <a:cubicBezTo>
                    <a:pt x="21026" y="10738"/>
                    <a:pt x="27772" y="5726"/>
                    <a:pt x="35039" y="67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4941172" y="1467580"/>
              <a:ext cx="231545" cy="132253"/>
            </a:xfrm>
            <a:custGeom>
              <a:avLst/>
              <a:gdLst/>
              <a:ahLst/>
              <a:cxnLst/>
              <a:rect l="l" t="t" r="r" b="b"/>
              <a:pathLst>
                <a:path w="231545" h="132253" extrusionOk="0">
                  <a:moveTo>
                    <a:pt x="221396" y="138882"/>
                  </a:moveTo>
                  <a:cubicBezTo>
                    <a:pt x="221055" y="138882"/>
                    <a:pt x="220713" y="138856"/>
                    <a:pt x="220375" y="138805"/>
                  </a:cubicBezTo>
                  <a:lnTo>
                    <a:pt x="13983" y="107227"/>
                  </a:lnTo>
                  <a:cubicBezTo>
                    <a:pt x="12227" y="106958"/>
                    <a:pt x="10646" y="106005"/>
                    <a:pt x="9591" y="104574"/>
                  </a:cubicBezTo>
                  <a:cubicBezTo>
                    <a:pt x="8540" y="103142"/>
                    <a:pt x="8104" y="101352"/>
                    <a:pt x="8378" y="99600"/>
                  </a:cubicBezTo>
                  <a:lnTo>
                    <a:pt x="19994" y="23661"/>
                  </a:lnTo>
                  <a:cubicBezTo>
                    <a:pt x="21695" y="12800"/>
                    <a:pt x="31787" y="5306"/>
                    <a:pt x="42673" y="6823"/>
                  </a:cubicBezTo>
                  <a:cubicBezTo>
                    <a:pt x="42694" y="6819"/>
                    <a:pt x="42716" y="6819"/>
                    <a:pt x="42737" y="6823"/>
                  </a:cubicBezTo>
                  <a:lnTo>
                    <a:pt x="222806" y="34372"/>
                  </a:lnTo>
                  <a:cubicBezTo>
                    <a:pt x="233757" y="36064"/>
                    <a:pt x="241272" y="46292"/>
                    <a:pt x="239614" y="57247"/>
                  </a:cubicBezTo>
                  <a:lnTo>
                    <a:pt x="227985" y="133204"/>
                  </a:lnTo>
                  <a:cubicBezTo>
                    <a:pt x="227485" y="136459"/>
                    <a:pt x="224690" y="138865"/>
                    <a:pt x="221396" y="138882"/>
                  </a:cubicBezTo>
                  <a:close/>
                  <a:moveTo>
                    <a:pt x="22622" y="95012"/>
                  </a:moveTo>
                  <a:lnTo>
                    <a:pt x="215774" y="124565"/>
                  </a:lnTo>
                  <a:lnTo>
                    <a:pt x="226387" y="55239"/>
                  </a:lnTo>
                  <a:cubicBezTo>
                    <a:pt x="226938" y="51590"/>
                    <a:pt x="224438" y="48181"/>
                    <a:pt x="220794" y="47613"/>
                  </a:cubicBezTo>
                  <a:lnTo>
                    <a:pt x="40750" y="20068"/>
                  </a:lnTo>
                  <a:cubicBezTo>
                    <a:pt x="37149" y="19645"/>
                    <a:pt x="33842" y="22114"/>
                    <a:pt x="33222" y="25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3934487" y="1444135"/>
              <a:ext cx="4403105" cy="3460349"/>
            </a:xfrm>
            <a:custGeom>
              <a:avLst/>
              <a:gdLst/>
              <a:ahLst/>
              <a:cxnLst/>
              <a:rect l="l" t="t" r="r" b="b"/>
              <a:pathLst>
                <a:path w="4403105" h="3460349" extrusionOk="0">
                  <a:moveTo>
                    <a:pt x="11531" y="2613318"/>
                  </a:moveTo>
                  <a:lnTo>
                    <a:pt x="374369" y="242610"/>
                  </a:lnTo>
                  <a:cubicBezTo>
                    <a:pt x="397655" y="90842"/>
                    <a:pt x="539523" y="-13343"/>
                    <a:pt x="691304" y="9861"/>
                  </a:cubicBezTo>
                  <a:lnTo>
                    <a:pt x="4175292" y="543215"/>
                  </a:lnTo>
                  <a:cubicBezTo>
                    <a:pt x="4327064" y="566364"/>
                    <a:pt x="4431335" y="708164"/>
                    <a:pt x="4408186" y="859936"/>
                  </a:cubicBezTo>
                  <a:lnTo>
                    <a:pt x="4408186" y="860013"/>
                  </a:lnTo>
                  <a:lnTo>
                    <a:pt x="4045198" y="3230721"/>
                  </a:lnTo>
                  <a:cubicBezTo>
                    <a:pt x="4022208" y="3382442"/>
                    <a:pt x="3880574" y="3486794"/>
                    <a:pt x="3728853" y="3463803"/>
                  </a:cubicBezTo>
                  <a:lnTo>
                    <a:pt x="3728400" y="3463735"/>
                  </a:lnTo>
                  <a:lnTo>
                    <a:pt x="244301" y="2930248"/>
                  </a:lnTo>
                  <a:cubicBezTo>
                    <a:pt x="92512" y="2906963"/>
                    <a:pt x="-11673" y="2765094"/>
                    <a:pt x="11531" y="26133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3927813" y="1437442"/>
              <a:ext cx="4416456" cy="3473754"/>
            </a:xfrm>
            <a:custGeom>
              <a:avLst/>
              <a:gdLst/>
              <a:ahLst/>
              <a:cxnLst/>
              <a:rect l="l" t="t" r="r" b="b"/>
              <a:pathLst>
                <a:path w="4416456" h="3473754" extrusionOk="0">
                  <a:moveTo>
                    <a:pt x="3777766" y="3480382"/>
                  </a:moveTo>
                  <a:cubicBezTo>
                    <a:pt x="3763286" y="3480378"/>
                    <a:pt x="3748828" y="3479284"/>
                    <a:pt x="3734515" y="3477105"/>
                  </a:cubicBezTo>
                  <a:lnTo>
                    <a:pt x="249933" y="2943559"/>
                  </a:lnTo>
                  <a:cubicBezTo>
                    <a:pt x="94790" y="2919757"/>
                    <a:pt x="-12138" y="2774158"/>
                    <a:pt x="11596" y="2618994"/>
                  </a:cubicBezTo>
                  <a:lnTo>
                    <a:pt x="11596" y="2618994"/>
                  </a:lnTo>
                  <a:lnTo>
                    <a:pt x="374451" y="248290"/>
                  </a:lnTo>
                  <a:cubicBezTo>
                    <a:pt x="398249" y="93134"/>
                    <a:pt x="543972" y="-13854"/>
                    <a:pt x="699012" y="9940"/>
                  </a:cubicBezTo>
                  <a:lnTo>
                    <a:pt x="4182966" y="543294"/>
                  </a:lnTo>
                  <a:cubicBezTo>
                    <a:pt x="4338152" y="566959"/>
                    <a:pt x="4445144" y="712455"/>
                    <a:pt x="4421475" y="867633"/>
                  </a:cubicBezTo>
                  <a:cubicBezTo>
                    <a:pt x="4421419" y="867970"/>
                    <a:pt x="4421342" y="868304"/>
                    <a:pt x="4421240" y="868633"/>
                  </a:cubicBezTo>
                  <a:lnTo>
                    <a:pt x="4058503" y="3238422"/>
                  </a:lnTo>
                  <a:cubicBezTo>
                    <a:pt x="4047117" y="3313558"/>
                    <a:pt x="4007148" y="3379773"/>
                    <a:pt x="3945953" y="3424857"/>
                  </a:cubicBezTo>
                  <a:cubicBezTo>
                    <a:pt x="3896520" y="3461271"/>
                    <a:pt x="3838021" y="3480382"/>
                    <a:pt x="3777766" y="3480382"/>
                  </a:cubicBezTo>
                  <a:close/>
                  <a:moveTo>
                    <a:pt x="24823" y="2621023"/>
                  </a:moveTo>
                  <a:cubicBezTo>
                    <a:pt x="2213" y="2768886"/>
                    <a:pt x="104108" y="2907648"/>
                    <a:pt x="251971" y="2930353"/>
                  </a:cubicBezTo>
                  <a:lnTo>
                    <a:pt x="3736083" y="3463814"/>
                  </a:lnTo>
                  <a:cubicBezTo>
                    <a:pt x="3808152" y="3474743"/>
                    <a:pt x="3879686" y="3457050"/>
                    <a:pt x="3938006" y="3414082"/>
                  </a:cubicBezTo>
                  <a:cubicBezTo>
                    <a:pt x="3996326" y="3371113"/>
                    <a:pt x="4034415" y="3308017"/>
                    <a:pt x="4045246" y="3236409"/>
                  </a:cubicBezTo>
                  <a:lnTo>
                    <a:pt x="4408221" y="865693"/>
                  </a:lnTo>
                  <a:cubicBezTo>
                    <a:pt x="4408221" y="865659"/>
                    <a:pt x="4408221" y="865620"/>
                    <a:pt x="4408221" y="865590"/>
                  </a:cubicBezTo>
                  <a:cubicBezTo>
                    <a:pt x="4430767" y="717719"/>
                    <a:pt x="4328804" y="579076"/>
                    <a:pt x="4180924" y="556522"/>
                  </a:cubicBezTo>
                  <a:lnTo>
                    <a:pt x="696979" y="23167"/>
                  </a:lnTo>
                  <a:cubicBezTo>
                    <a:pt x="549060" y="583"/>
                    <a:pt x="410345" y="102465"/>
                    <a:pt x="387649" y="2503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3964251" y="1473783"/>
              <a:ext cx="4343526" cy="3400647"/>
            </a:xfrm>
            <a:custGeom>
              <a:avLst/>
              <a:gdLst/>
              <a:ahLst/>
              <a:cxnLst/>
              <a:rect l="l" t="t" r="r" b="b"/>
              <a:pathLst>
                <a:path w="4343526" h="3400647" extrusionOk="0">
                  <a:moveTo>
                    <a:pt x="3712287" y="3404508"/>
                  </a:moveTo>
                  <a:lnTo>
                    <a:pt x="210231" y="2868479"/>
                  </a:lnTo>
                  <a:cubicBezTo>
                    <a:pt x="80454" y="2848706"/>
                    <a:pt x="-8731" y="2727486"/>
                    <a:pt x="11042" y="2597692"/>
                  </a:cubicBezTo>
                  <a:cubicBezTo>
                    <a:pt x="11042" y="2597611"/>
                    <a:pt x="11068" y="2597534"/>
                    <a:pt x="11077" y="2597453"/>
                  </a:cubicBezTo>
                  <a:lnTo>
                    <a:pt x="376731" y="208544"/>
                  </a:lnTo>
                  <a:cubicBezTo>
                    <a:pt x="396581" y="78711"/>
                    <a:pt x="517920" y="-10448"/>
                    <a:pt x="647753" y="9390"/>
                  </a:cubicBezTo>
                  <a:lnTo>
                    <a:pt x="4149929" y="545418"/>
                  </a:lnTo>
                  <a:cubicBezTo>
                    <a:pt x="4279736" y="565409"/>
                    <a:pt x="4368848" y="686736"/>
                    <a:pt x="4349079" y="816582"/>
                  </a:cubicBezTo>
                  <a:lnTo>
                    <a:pt x="3983429" y="3205341"/>
                  </a:lnTo>
                  <a:cubicBezTo>
                    <a:pt x="3963588" y="3335187"/>
                    <a:pt x="3842240" y="3424358"/>
                    <a:pt x="3712394" y="34045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3957571" y="1467102"/>
              <a:ext cx="4356883" cy="3414058"/>
            </a:xfrm>
            <a:custGeom>
              <a:avLst/>
              <a:gdLst/>
              <a:ahLst/>
              <a:cxnLst/>
              <a:rect l="l" t="t" r="r" b="b"/>
              <a:pathLst>
                <a:path w="4356883" h="3414058" extrusionOk="0">
                  <a:moveTo>
                    <a:pt x="3755536" y="3420686"/>
                  </a:moveTo>
                  <a:cubicBezTo>
                    <a:pt x="3743000" y="3420682"/>
                    <a:pt x="3730482" y="3419725"/>
                    <a:pt x="3718091" y="3417824"/>
                  </a:cubicBezTo>
                  <a:lnTo>
                    <a:pt x="3717959" y="3417802"/>
                  </a:lnTo>
                  <a:lnTo>
                    <a:pt x="215903" y="2881769"/>
                  </a:lnTo>
                  <a:cubicBezTo>
                    <a:pt x="82690" y="2861479"/>
                    <a:pt x="-9182" y="2736585"/>
                    <a:pt x="11104" y="2603364"/>
                  </a:cubicBezTo>
                  <a:lnTo>
                    <a:pt x="376797" y="214208"/>
                  </a:lnTo>
                  <a:cubicBezTo>
                    <a:pt x="397172" y="80953"/>
                    <a:pt x="522203" y="-10915"/>
                    <a:pt x="655441" y="9456"/>
                  </a:cubicBezTo>
                  <a:lnTo>
                    <a:pt x="4157617" y="545481"/>
                  </a:lnTo>
                  <a:cubicBezTo>
                    <a:pt x="4290804" y="565989"/>
                    <a:pt x="4382650" y="691054"/>
                    <a:pt x="4362377" y="824266"/>
                  </a:cubicBezTo>
                  <a:lnTo>
                    <a:pt x="3996723" y="3213025"/>
                  </a:lnTo>
                  <a:cubicBezTo>
                    <a:pt x="3986853" y="3277583"/>
                    <a:pt x="3952439" y="3334442"/>
                    <a:pt x="3899805" y="3373121"/>
                  </a:cubicBezTo>
                  <a:cubicBezTo>
                    <a:pt x="3857392" y="3404327"/>
                    <a:pt x="3807216" y="3420686"/>
                    <a:pt x="3755536" y="3420686"/>
                  </a:cubicBezTo>
                  <a:close/>
                  <a:moveTo>
                    <a:pt x="3719997" y="3404575"/>
                  </a:moveTo>
                  <a:cubicBezTo>
                    <a:pt x="3781243" y="3413927"/>
                    <a:pt x="3842165" y="3398909"/>
                    <a:pt x="3891897" y="3362358"/>
                  </a:cubicBezTo>
                  <a:cubicBezTo>
                    <a:pt x="3941629" y="3325807"/>
                    <a:pt x="3974190" y="3272042"/>
                    <a:pt x="3983508" y="3211026"/>
                  </a:cubicBezTo>
                  <a:lnTo>
                    <a:pt x="4349162" y="822267"/>
                  </a:lnTo>
                  <a:cubicBezTo>
                    <a:pt x="4368325" y="696343"/>
                    <a:pt x="4281499" y="578119"/>
                    <a:pt x="4155618" y="558730"/>
                  </a:cubicBezTo>
                  <a:lnTo>
                    <a:pt x="653442" y="22705"/>
                  </a:lnTo>
                  <a:cubicBezTo>
                    <a:pt x="527403" y="3479"/>
                    <a:pt x="409302" y="90292"/>
                    <a:pt x="390037" y="216250"/>
                  </a:cubicBezTo>
                  <a:lnTo>
                    <a:pt x="24383" y="2605154"/>
                  </a:lnTo>
                  <a:cubicBezTo>
                    <a:pt x="5157" y="2731317"/>
                    <a:pt x="92009" y="2849375"/>
                    <a:pt x="217928" y="2868555"/>
                  </a:cubicBezTo>
                  <a:lnTo>
                    <a:pt x="3719976" y="34045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4053463" y="1562688"/>
              <a:ext cx="4165087" cy="3222529"/>
            </a:xfrm>
            <a:custGeom>
              <a:avLst/>
              <a:gdLst/>
              <a:ahLst/>
              <a:cxnLst/>
              <a:rect l="l" t="t" r="r" b="b"/>
              <a:pathLst>
                <a:path w="4165087" h="3222529" extrusionOk="0">
                  <a:moveTo>
                    <a:pt x="4171951" y="686588"/>
                  </a:moveTo>
                  <a:lnTo>
                    <a:pt x="3798137" y="3129433"/>
                  </a:lnTo>
                  <a:cubicBezTo>
                    <a:pt x="3788310" y="3193521"/>
                    <a:pt x="3728414" y="3237562"/>
                    <a:pt x="3664296" y="3227803"/>
                  </a:cubicBezTo>
                  <a:lnTo>
                    <a:pt x="730394" y="2778763"/>
                  </a:lnTo>
                  <a:lnTo>
                    <a:pt x="666819" y="2769662"/>
                  </a:lnTo>
                  <a:lnTo>
                    <a:pt x="427648" y="2732991"/>
                  </a:lnTo>
                  <a:lnTo>
                    <a:pt x="311863" y="2715325"/>
                  </a:lnTo>
                  <a:lnTo>
                    <a:pt x="144565" y="2689356"/>
                  </a:lnTo>
                  <a:lnTo>
                    <a:pt x="108026" y="2683738"/>
                  </a:lnTo>
                  <a:cubicBezTo>
                    <a:pt x="43938" y="2673911"/>
                    <a:pt x="-107" y="2614011"/>
                    <a:pt x="9651" y="2549897"/>
                  </a:cubicBezTo>
                  <a:lnTo>
                    <a:pt x="383603" y="106249"/>
                  </a:lnTo>
                  <a:cubicBezTo>
                    <a:pt x="393336" y="42230"/>
                    <a:pt x="453121" y="-1772"/>
                    <a:pt x="517140" y="7982"/>
                  </a:cubicBezTo>
                  <a:lnTo>
                    <a:pt x="517439" y="8029"/>
                  </a:lnTo>
                  <a:lnTo>
                    <a:pt x="1612654" y="175596"/>
                  </a:lnTo>
                  <a:lnTo>
                    <a:pt x="1778346" y="201022"/>
                  </a:lnTo>
                  <a:lnTo>
                    <a:pt x="1936681" y="225247"/>
                  </a:lnTo>
                  <a:lnTo>
                    <a:pt x="2140117" y="256300"/>
                  </a:lnTo>
                  <a:lnTo>
                    <a:pt x="2213728" y="267541"/>
                  </a:lnTo>
                  <a:lnTo>
                    <a:pt x="4074102" y="552218"/>
                  </a:lnTo>
                  <a:cubicBezTo>
                    <a:pt x="4138216" y="562297"/>
                    <a:pt x="4182022" y="622437"/>
                    <a:pt x="4171943" y="686550"/>
                  </a:cubicBezTo>
                  <a:cubicBezTo>
                    <a:pt x="4171956" y="686554"/>
                    <a:pt x="4171956" y="686571"/>
                    <a:pt x="4171951" y="686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4195945" y="3253047"/>
              <a:ext cx="1430140" cy="1059687"/>
            </a:xfrm>
            <a:custGeom>
              <a:avLst/>
              <a:gdLst/>
              <a:ahLst/>
              <a:cxnLst/>
              <a:rect l="l" t="t" r="r" b="b"/>
              <a:pathLst>
                <a:path w="1430140" h="1059687" extrusionOk="0">
                  <a:moveTo>
                    <a:pt x="1279195" y="1065926"/>
                  </a:moveTo>
                  <a:lnTo>
                    <a:pt x="34481" y="875474"/>
                  </a:lnTo>
                  <a:cubicBezTo>
                    <a:pt x="17643" y="872864"/>
                    <a:pt x="6090" y="857120"/>
                    <a:pt x="8654" y="840273"/>
                  </a:cubicBezTo>
                  <a:lnTo>
                    <a:pt x="132185" y="32816"/>
                  </a:lnTo>
                  <a:cubicBezTo>
                    <a:pt x="134859" y="15958"/>
                    <a:pt x="150642" y="4420"/>
                    <a:pt x="167519" y="6985"/>
                  </a:cubicBezTo>
                  <a:lnTo>
                    <a:pt x="1412233" y="197440"/>
                  </a:lnTo>
                  <a:cubicBezTo>
                    <a:pt x="1429045" y="199970"/>
                    <a:pt x="1440624" y="215650"/>
                    <a:pt x="1438090" y="232462"/>
                  </a:cubicBezTo>
                  <a:cubicBezTo>
                    <a:pt x="1438090" y="232466"/>
                    <a:pt x="1438090" y="232470"/>
                    <a:pt x="1438090" y="232475"/>
                  </a:cubicBezTo>
                  <a:cubicBezTo>
                    <a:pt x="1438090" y="232535"/>
                    <a:pt x="1438090" y="232594"/>
                    <a:pt x="1438060" y="232654"/>
                  </a:cubicBezTo>
                  <a:lnTo>
                    <a:pt x="1314529" y="1040107"/>
                  </a:lnTo>
                  <a:cubicBezTo>
                    <a:pt x="1311923" y="1056979"/>
                    <a:pt x="1296136" y="1068549"/>
                    <a:pt x="1279260" y="1065951"/>
                  </a:cubicBezTo>
                  <a:close/>
                  <a:moveTo>
                    <a:pt x="166314" y="17691"/>
                  </a:moveTo>
                  <a:cubicBezTo>
                    <a:pt x="155355" y="16021"/>
                    <a:pt x="145118" y="23547"/>
                    <a:pt x="143439" y="34504"/>
                  </a:cubicBezTo>
                  <a:lnTo>
                    <a:pt x="143439" y="34555"/>
                  </a:lnTo>
                  <a:lnTo>
                    <a:pt x="19903" y="841880"/>
                  </a:lnTo>
                  <a:cubicBezTo>
                    <a:pt x="18233" y="852839"/>
                    <a:pt x="25757" y="863080"/>
                    <a:pt x="36716" y="864759"/>
                  </a:cubicBezTo>
                  <a:lnTo>
                    <a:pt x="36767" y="864759"/>
                  </a:lnTo>
                  <a:lnTo>
                    <a:pt x="1280810" y="1055214"/>
                  </a:lnTo>
                  <a:cubicBezTo>
                    <a:pt x="1291770" y="1056889"/>
                    <a:pt x="1302011" y="1049361"/>
                    <a:pt x="1303690" y="1038402"/>
                  </a:cubicBezTo>
                  <a:cubicBezTo>
                    <a:pt x="1303690" y="1038402"/>
                    <a:pt x="1303690" y="1038368"/>
                    <a:pt x="1303690" y="1038351"/>
                  </a:cubicBezTo>
                  <a:lnTo>
                    <a:pt x="1427358" y="231031"/>
                  </a:lnTo>
                  <a:cubicBezTo>
                    <a:pt x="1428964" y="220040"/>
                    <a:pt x="1421457" y="209792"/>
                    <a:pt x="1410494" y="2080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4729382" y="3562861"/>
              <a:ext cx="318807" cy="347982"/>
            </a:xfrm>
            <a:custGeom>
              <a:avLst/>
              <a:gdLst/>
              <a:ahLst/>
              <a:cxnLst/>
              <a:rect l="l" t="t" r="r" b="b"/>
              <a:pathLst>
                <a:path w="318807" h="347982" extrusionOk="0">
                  <a:moveTo>
                    <a:pt x="8298" y="196528"/>
                  </a:moveTo>
                  <a:lnTo>
                    <a:pt x="286955" y="354611"/>
                  </a:lnTo>
                  <a:cubicBezTo>
                    <a:pt x="347155" y="244209"/>
                    <a:pt x="339157" y="109151"/>
                    <a:pt x="266345" y="66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4732061" y="3452045"/>
              <a:ext cx="248924" cy="284788"/>
            </a:xfrm>
            <a:custGeom>
              <a:avLst/>
              <a:gdLst/>
              <a:ahLst/>
              <a:cxnLst/>
              <a:rect l="l" t="t" r="r" b="b"/>
              <a:pathLst>
                <a:path w="248924" h="284788" extrusionOk="0">
                  <a:moveTo>
                    <a:pt x="8298" y="291416"/>
                  </a:moveTo>
                  <a:lnTo>
                    <a:pt x="257223" y="108459"/>
                  </a:lnTo>
                  <a:cubicBezTo>
                    <a:pt x="223585" y="64147"/>
                    <a:pt x="179241" y="29107"/>
                    <a:pt x="128351" y="6628"/>
                  </a:cubicBezTo>
                  <a:lnTo>
                    <a:pt x="79217" y="12306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731390" y="3429004"/>
              <a:ext cx="110820" cy="281062"/>
            </a:xfrm>
            <a:custGeom>
              <a:avLst/>
              <a:gdLst/>
              <a:ahLst/>
              <a:cxnLst/>
              <a:rect l="l" t="t" r="r" b="b"/>
              <a:pathLst>
                <a:path w="110820" h="281062" extrusionOk="0">
                  <a:moveTo>
                    <a:pt x="51395" y="6628"/>
                  </a:moveTo>
                  <a:lnTo>
                    <a:pt x="8298" y="287691"/>
                  </a:lnTo>
                  <a:lnTo>
                    <a:pt x="119118" y="24970"/>
                  </a:lnTo>
                  <a:cubicBezTo>
                    <a:pt x="97256" y="16474"/>
                    <a:pt x="74556" y="10325"/>
                    <a:pt x="51395" y="66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4390729" y="3425131"/>
              <a:ext cx="373067" cy="444735"/>
            </a:xfrm>
            <a:custGeom>
              <a:avLst/>
              <a:gdLst/>
              <a:ahLst/>
              <a:cxnLst/>
              <a:rect l="l" t="t" r="r" b="b"/>
              <a:pathLst>
                <a:path w="373067" h="444735" extrusionOk="0">
                  <a:moveTo>
                    <a:pt x="332232" y="330909"/>
                  </a:moveTo>
                  <a:lnTo>
                    <a:pt x="381366" y="9693"/>
                  </a:lnTo>
                  <a:cubicBezTo>
                    <a:pt x="201570" y="-14878"/>
                    <a:pt x="35895" y="110952"/>
                    <a:pt x="11324" y="290752"/>
                  </a:cubicBezTo>
                  <a:cubicBezTo>
                    <a:pt x="3915" y="344966"/>
                    <a:pt x="10161" y="400175"/>
                    <a:pt x="29503" y="4513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415801" y="3759452"/>
              <a:ext cx="586884" cy="322463"/>
            </a:xfrm>
            <a:custGeom>
              <a:avLst/>
              <a:gdLst/>
              <a:ahLst/>
              <a:cxnLst/>
              <a:rect l="l" t="t" r="r" b="b"/>
              <a:pathLst>
                <a:path w="586884" h="322463" extrusionOk="0">
                  <a:moveTo>
                    <a:pt x="262187" y="325302"/>
                  </a:moveTo>
                  <a:cubicBezTo>
                    <a:pt x="395062" y="345617"/>
                    <a:pt x="526925" y="283021"/>
                    <a:pt x="595182" y="167219"/>
                  </a:cubicBezTo>
                  <a:lnTo>
                    <a:pt x="311577" y="6628"/>
                  </a:lnTo>
                  <a:lnTo>
                    <a:pt x="8298" y="126416"/>
                  </a:lnTo>
                  <a:cubicBezTo>
                    <a:pt x="52330" y="232545"/>
                    <a:pt x="148603" y="307959"/>
                    <a:pt x="262187" y="3253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2"/>
            <p:cNvSpPr/>
            <p:nvPr/>
          </p:nvSpPr>
          <p:spPr>
            <a:xfrm rot="-4873268">
              <a:off x="5113165" y="4036201"/>
              <a:ext cx="54162" cy="54162"/>
            </a:xfrm>
            <a:custGeom>
              <a:avLst/>
              <a:gdLst/>
              <a:ahLst/>
              <a:cxnLst/>
              <a:rect l="l" t="t" r="r" b="b"/>
              <a:pathLst>
                <a:path w="54205" h="54205" extrusionOk="0">
                  <a:moveTo>
                    <a:pt x="54069" y="6628"/>
                  </a:moveTo>
                  <a:cubicBezTo>
                    <a:pt x="58727" y="6628"/>
                    <a:pt x="62503" y="6628"/>
                    <a:pt x="62503" y="6628"/>
                  </a:cubicBezTo>
                  <a:lnTo>
                    <a:pt x="62503" y="60833"/>
                  </a:lnTo>
                  <a:cubicBezTo>
                    <a:pt x="62503" y="60833"/>
                    <a:pt x="58727" y="60833"/>
                    <a:pt x="54069" y="60833"/>
                  </a:cubicBezTo>
                  <a:lnTo>
                    <a:pt x="16732" y="60833"/>
                  </a:lnTo>
                  <a:cubicBezTo>
                    <a:pt x="12074" y="60833"/>
                    <a:pt x="8298" y="60833"/>
                    <a:pt x="8298" y="60833"/>
                  </a:cubicBezTo>
                  <a:lnTo>
                    <a:pt x="8298" y="6628"/>
                  </a:lnTo>
                  <a:cubicBezTo>
                    <a:pt x="8298" y="6628"/>
                    <a:pt x="12074" y="6628"/>
                    <a:pt x="16732" y="66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128854" y="3553704"/>
              <a:ext cx="314388" cy="555739"/>
            </a:xfrm>
            <a:custGeom>
              <a:avLst/>
              <a:gdLst/>
              <a:ahLst/>
              <a:cxnLst/>
              <a:rect l="l" t="t" r="r" b="b"/>
              <a:pathLst>
                <a:path w="314388" h="555739" extrusionOk="0">
                  <a:moveTo>
                    <a:pt x="78644" y="6728"/>
                  </a:moveTo>
                  <a:lnTo>
                    <a:pt x="115558" y="12376"/>
                  </a:lnTo>
                  <a:cubicBezTo>
                    <a:pt x="120160" y="13082"/>
                    <a:pt x="123321" y="17386"/>
                    <a:pt x="122616" y="21989"/>
                  </a:cubicBezTo>
                  <a:lnTo>
                    <a:pt x="116968" y="58900"/>
                  </a:lnTo>
                  <a:cubicBezTo>
                    <a:pt x="116263" y="63493"/>
                    <a:pt x="111973" y="66650"/>
                    <a:pt x="107380" y="65958"/>
                  </a:cubicBezTo>
                  <a:lnTo>
                    <a:pt x="70466" y="60310"/>
                  </a:lnTo>
                  <a:cubicBezTo>
                    <a:pt x="65860" y="59624"/>
                    <a:pt x="62686" y="55335"/>
                    <a:pt x="63369" y="50731"/>
                  </a:cubicBezTo>
                  <a:cubicBezTo>
                    <a:pt x="63369" y="50721"/>
                    <a:pt x="63374" y="50711"/>
                    <a:pt x="63374" y="50701"/>
                  </a:cubicBezTo>
                  <a:lnTo>
                    <a:pt x="69022" y="13790"/>
                  </a:lnTo>
                  <a:cubicBezTo>
                    <a:pt x="69723" y="9188"/>
                    <a:pt x="74021" y="6025"/>
                    <a:pt x="78622" y="6725"/>
                  </a:cubicBezTo>
                  <a:cubicBezTo>
                    <a:pt x="78631" y="6726"/>
                    <a:pt x="78635" y="6727"/>
                    <a:pt x="78644" y="6728"/>
                  </a:cubicBezTo>
                  <a:close/>
                  <a:moveTo>
                    <a:pt x="322604" y="58062"/>
                  </a:moveTo>
                  <a:cubicBezTo>
                    <a:pt x="322604" y="58015"/>
                    <a:pt x="322604" y="57968"/>
                    <a:pt x="322625" y="57921"/>
                  </a:cubicBezTo>
                  <a:cubicBezTo>
                    <a:pt x="323099" y="54554"/>
                    <a:pt x="320754" y="51440"/>
                    <a:pt x="317387" y="50966"/>
                  </a:cubicBezTo>
                  <a:cubicBezTo>
                    <a:pt x="317387" y="50966"/>
                    <a:pt x="317383" y="50966"/>
                    <a:pt x="317383" y="50966"/>
                  </a:cubicBezTo>
                  <a:lnTo>
                    <a:pt x="156775" y="26185"/>
                  </a:lnTo>
                  <a:lnTo>
                    <a:pt x="156634" y="26185"/>
                  </a:lnTo>
                  <a:cubicBezTo>
                    <a:pt x="153267" y="25712"/>
                    <a:pt x="150153" y="28057"/>
                    <a:pt x="149678" y="31424"/>
                  </a:cubicBezTo>
                  <a:cubicBezTo>
                    <a:pt x="149678" y="31428"/>
                    <a:pt x="149678" y="31432"/>
                    <a:pt x="149678" y="31436"/>
                  </a:cubicBezTo>
                  <a:cubicBezTo>
                    <a:pt x="149678" y="31483"/>
                    <a:pt x="149678" y="31530"/>
                    <a:pt x="149678" y="31577"/>
                  </a:cubicBezTo>
                  <a:cubicBezTo>
                    <a:pt x="149208" y="34944"/>
                    <a:pt x="151554" y="38056"/>
                    <a:pt x="154921" y="38528"/>
                  </a:cubicBezTo>
                  <a:lnTo>
                    <a:pt x="316195" y="63287"/>
                  </a:lnTo>
                  <a:cubicBezTo>
                    <a:pt x="319318" y="63337"/>
                    <a:pt x="322019" y="61130"/>
                    <a:pt x="322595" y="58062"/>
                  </a:cubicBezTo>
                  <a:close/>
                  <a:moveTo>
                    <a:pt x="262900" y="82706"/>
                  </a:moveTo>
                  <a:cubicBezTo>
                    <a:pt x="266266" y="83176"/>
                    <a:pt x="269381" y="80830"/>
                    <a:pt x="269855" y="77464"/>
                  </a:cubicBezTo>
                  <a:cubicBezTo>
                    <a:pt x="269855" y="77417"/>
                    <a:pt x="269855" y="77370"/>
                    <a:pt x="269855" y="77323"/>
                  </a:cubicBezTo>
                  <a:cubicBezTo>
                    <a:pt x="270325" y="73956"/>
                    <a:pt x="267980" y="70843"/>
                    <a:pt x="264613" y="70367"/>
                  </a:cubicBezTo>
                  <a:lnTo>
                    <a:pt x="152618" y="53226"/>
                  </a:lnTo>
                  <a:cubicBezTo>
                    <a:pt x="149230" y="52744"/>
                    <a:pt x="146077" y="55063"/>
                    <a:pt x="145525" y="58442"/>
                  </a:cubicBezTo>
                  <a:cubicBezTo>
                    <a:pt x="145525" y="58489"/>
                    <a:pt x="145525" y="58536"/>
                    <a:pt x="145504" y="58583"/>
                  </a:cubicBezTo>
                  <a:cubicBezTo>
                    <a:pt x="145030" y="61951"/>
                    <a:pt x="147375" y="65064"/>
                    <a:pt x="150742" y="65539"/>
                  </a:cubicBezTo>
                  <a:cubicBezTo>
                    <a:pt x="150742" y="65539"/>
                    <a:pt x="150746" y="65539"/>
                    <a:pt x="150746" y="65539"/>
                  </a:cubicBezTo>
                  <a:lnTo>
                    <a:pt x="262767" y="82668"/>
                  </a:lnTo>
                  <a:close/>
                  <a:moveTo>
                    <a:pt x="50697" y="133703"/>
                  </a:moveTo>
                  <a:lnTo>
                    <a:pt x="45049" y="170613"/>
                  </a:lnTo>
                  <a:cubicBezTo>
                    <a:pt x="44344" y="175214"/>
                    <a:pt x="47501" y="179517"/>
                    <a:pt x="52107" y="180222"/>
                  </a:cubicBezTo>
                  <a:cubicBezTo>
                    <a:pt x="52107" y="180222"/>
                    <a:pt x="52107" y="180222"/>
                    <a:pt x="52107" y="180222"/>
                  </a:cubicBezTo>
                  <a:lnTo>
                    <a:pt x="89017" y="185870"/>
                  </a:lnTo>
                  <a:cubicBezTo>
                    <a:pt x="93619" y="186575"/>
                    <a:pt x="97925" y="183413"/>
                    <a:pt x="98630" y="178812"/>
                  </a:cubicBezTo>
                  <a:lnTo>
                    <a:pt x="104279" y="141902"/>
                  </a:lnTo>
                  <a:cubicBezTo>
                    <a:pt x="104984" y="137300"/>
                    <a:pt x="101822" y="132993"/>
                    <a:pt x="97220" y="132288"/>
                  </a:cubicBezTo>
                  <a:lnTo>
                    <a:pt x="60306" y="126640"/>
                  </a:lnTo>
                  <a:cubicBezTo>
                    <a:pt x="55704" y="125939"/>
                    <a:pt x="51406" y="129105"/>
                    <a:pt x="50706" y="133707"/>
                  </a:cubicBezTo>
                  <a:close/>
                  <a:moveTo>
                    <a:pt x="304852" y="177910"/>
                  </a:moveTo>
                  <a:cubicBezTo>
                    <a:pt x="305373" y="174552"/>
                    <a:pt x="303070" y="171403"/>
                    <a:pt x="299712" y="170882"/>
                  </a:cubicBezTo>
                  <a:cubicBezTo>
                    <a:pt x="299707" y="170882"/>
                    <a:pt x="299703" y="170882"/>
                    <a:pt x="299699" y="170882"/>
                  </a:cubicBezTo>
                  <a:lnTo>
                    <a:pt x="138288" y="146101"/>
                  </a:lnTo>
                  <a:cubicBezTo>
                    <a:pt x="134895" y="145619"/>
                    <a:pt x="131742" y="147943"/>
                    <a:pt x="131195" y="151322"/>
                  </a:cubicBezTo>
                  <a:cubicBezTo>
                    <a:pt x="130777" y="154698"/>
                    <a:pt x="133071" y="157808"/>
                    <a:pt x="136416" y="158415"/>
                  </a:cubicBezTo>
                  <a:lnTo>
                    <a:pt x="297828" y="183042"/>
                  </a:lnTo>
                  <a:cubicBezTo>
                    <a:pt x="301186" y="183563"/>
                    <a:pt x="304330" y="181268"/>
                    <a:pt x="304860" y="177915"/>
                  </a:cubicBezTo>
                  <a:close/>
                  <a:moveTo>
                    <a:pt x="251249" y="197137"/>
                  </a:moveTo>
                  <a:cubicBezTo>
                    <a:pt x="251249" y="197090"/>
                    <a:pt x="251249" y="197043"/>
                    <a:pt x="251270" y="196996"/>
                  </a:cubicBezTo>
                  <a:cubicBezTo>
                    <a:pt x="251744" y="193629"/>
                    <a:pt x="249403" y="190518"/>
                    <a:pt x="246036" y="190044"/>
                  </a:cubicBezTo>
                  <a:cubicBezTo>
                    <a:pt x="246036" y="190044"/>
                    <a:pt x="246032" y="190044"/>
                    <a:pt x="246032" y="190044"/>
                  </a:cubicBezTo>
                  <a:lnTo>
                    <a:pt x="134007" y="172911"/>
                  </a:lnTo>
                  <a:cubicBezTo>
                    <a:pt x="131208" y="172886"/>
                    <a:pt x="128730" y="174710"/>
                    <a:pt x="127923" y="177389"/>
                  </a:cubicBezTo>
                  <a:cubicBezTo>
                    <a:pt x="126923" y="180713"/>
                    <a:pt x="128807" y="184221"/>
                    <a:pt x="132131" y="185225"/>
                  </a:cubicBezTo>
                  <a:lnTo>
                    <a:pt x="244425" y="202358"/>
                  </a:lnTo>
                  <a:cubicBezTo>
                    <a:pt x="247750" y="202759"/>
                    <a:pt x="250783" y="200431"/>
                    <a:pt x="251257" y="197120"/>
                  </a:cubicBezTo>
                  <a:close/>
                  <a:moveTo>
                    <a:pt x="40674" y="256217"/>
                  </a:moveTo>
                  <a:lnTo>
                    <a:pt x="35073" y="293187"/>
                  </a:lnTo>
                  <a:cubicBezTo>
                    <a:pt x="34372" y="297797"/>
                    <a:pt x="37542" y="302099"/>
                    <a:pt x="42152" y="302800"/>
                  </a:cubicBezTo>
                  <a:cubicBezTo>
                    <a:pt x="42156" y="302800"/>
                    <a:pt x="42156" y="302800"/>
                    <a:pt x="42156" y="302800"/>
                  </a:cubicBezTo>
                  <a:lnTo>
                    <a:pt x="79122" y="308401"/>
                  </a:lnTo>
                  <a:cubicBezTo>
                    <a:pt x="83732" y="309098"/>
                    <a:pt x="88035" y="305927"/>
                    <a:pt x="88735" y="301317"/>
                  </a:cubicBezTo>
                  <a:lnTo>
                    <a:pt x="94336" y="264347"/>
                  </a:lnTo>
                  <a:cubicBezTo>
                    <a:pt x="95033" y="259737"/>
                    <a:pt x="91863" y="255435"/>
                    <a:pt x="87253" y="254734"/>
                  </a:cubicBezTo>
                  <a:lnTo>
                    <a:pt x="50287" y="249133"/>
                  </a:lnTo>
                  <a:cubicBezTo>
                    <a:pt x="45685" y="248441"/>
                    <a:pt x="41392" y="251603"/>
                    <a:pt x="40682" y="256200"/>
                  </a:cubicBezTo>
                  <a:close/>
                  <a:moveTo>
                    <a:pt x="279507" y="303026"/>
                  </a:moveTo>
                  <a:cubicBezTo>
                    <a:pt x="282874" y="303496"/>
                    <a:pt x="285984" y="301151"/>
                    <a:pt x="286458" y="297784"/>
                  </a:cubicBezTo>
                  <a:cubicBezTo>
                    <a:pt x="286458" y="297737"/>
                    <a:pt x="286458" y="297690"/>
                    <a:pt x="286480" y="297643"/>
                  </a:cubicBezTo>
                  <a:cubicBezTo>
                    <a:pt x="286954" y="294276"/>
                    <a:pt x="284608" y="291166"/>
                    <a:pt x="281246" y="290692"/>
                  </a:cubicBezTo>
                  <a:cubicBezTo>
                    <a:pt x="281242" y="290692"/>
                    <a:pt x="281242" y="290692"/>
                    <a:pt x="281237" y="290692"/>
                  </a:cubicBezTo>
                  <a:lnTo>
                    <a:pt x="120625" y="266048"/>
                  </a:lnTo>
                  <a:cubicBezTo>
                    <a:pt x="117831" y="266022"/>
                    <a:pt x="115353" y="267847"/>
                    <a:pt x="114545" y="270521"/>
                  </a:cubicBezTo>
                  <a:cubicBezTo>
                    <a:pt x="113541" y="273845"/>
                    <a:pt x="115421" y="277357"/>
                    <a:pt x="118750" y="278361"/>
                  </a:cubicBezTo>
                  <a:cubicBezTo>
                    <a:pt x="118750" y="278361"/>
                    <a:pt x="118754" y="278361"/>
                    <a:pt x="118754" y="278361"/>
                  </a:cubicBezTo>
                  <a:lnTo>
                    <a:pt x="279362" y="302988"/>
                  </a:lnTo>
                  <a:close/>
                  <a:moveTo>
                    <a:pt x="231911" y="317801"/>
                  </a:moveTo>
                  <a:cubicBezTo>
                    <a:pt x="232915" y="314477"/>
                    <a:pt x="231035" y="310969"/>
                    <a:pt x="227711" y="309969"/>
                  </a:cubicBezTo>
                  <a:cubicBezTo>
                    <a:pt x="227707" y="309965"/>
                    <a:pt x="227707" y="309965"/>
                    <a:pt x="227703" y="309965"/>
                  </a:cubicBezTo>
                  <a:lnTo>
                    <a:pt x="115678" y="292832"/>
                  </a:lnTo>
                  <a:cubicBezTo>
                    <a:pt x="112879" y="292807"/>
                    <a:pt x="110405" y="294631"/>
                    <a:pt x="109598" y="297310"/>
                  </a:cubicBezTo>
                  <a:cubicBezTo>
                    <a:pt x="108598" y="300634"/>
                    <a:pt x="110482" y="304146"/>
                    <a:pt x="113806" y="305146"/>
                  </a:cubicBezTo>
                  <a:cubicBezTo>
                    <a:pt x="113806" y="305146"/>
                    <a:pt x="113806" y="305146"/>
                    <a:pt x="113806" y="305146"/>
                  </a:cubicBezTo>
                  <a:lnTo>
                    <a:pt x="225827" y="322278"/>
                  </a:lnTo>
                  <a:cubicBezTo>
                    <a:pt x="228630" y="322304"/>
                    <a:pt x="231112" y="320471"/>
                    <a:pt x="231911" y="317784"/>
                  </a:cubicBezTo>
                  <a:close/>
                  <a:moveTo>
                    <a:pt x="14043" y="373553"/>
                  </a:moveTo>
                  <a:lnTo>
                    <a:pt x="8395" y="410467"/>
                  </a:lnTo>
                  <a:cubicBezTo>
                    <a:pt x="7694" y="415069"/>
                    <a:pt x="10856" y="419371"/>
                    <a:pt x="15457" y="420076"/>
                  </a:cubicBezTo>
                  <a:lnTo>
                    <a:pt x="52368" y="425724"/>
                  </a:lnTo>
                  <a:cubicBezTo>
                    <a:pt x="56965" y="426429"/>
                    <a:pt x="61267" y="423276"/>
                    <a:pt x="61977" y="418675"/>
                  </a:cubicBezTo>
                  <a:cubicBezTo>
                    <a:pt x="61977" y="418675"/>
                    <a:pt x="61977" y="418670"/>
                    <a:pt x="61977" y="418666"/>
                  </a:cubicBezTo>
                  <a:lnTo>
                    <a:pt x="67625" y="381752"/>
                  </a:lnTo>
                  <a:cubicBezTo>
                    <a:pt x="68330" y="377150"/>
                    <a:pt x="65172" y="372848"/>
                    <a:pt x="60567" y="372143"/>
                  </a:cubicBezTo>
                  <a:cubicBezTo>
                    <a:pt x="60567" y="372143"/>
                    <a:pt x="60567" y="372143"/>
                    <a:pt x="60567" y="372143"/>
                  </a:cubicBezTo>
                  <a:lnTo>
                    <a:pt x="23656" y="366495"/>
                  </a:lnTo>
                  <a:cubicBezTo>
                    <a:pt x="19059" y="365790"/>
                    <a:pt x="14757" y="368938"/>
                    <a:pt x="14043" y="373536"/>
                  </a:cubicBezTo>
                  <a:close/>
                  <a:moveTo>
                    <a:pt x="261964" y="423114"/>
                  </a:moveTo>
                  <a:cubicBezTo>
                    <a:pt x="265339" y="423511"/>
                    <a:pt x="268403" y="421097"/>
                    <a:pt x="268800" y="417718"/>
                  </a:cubicBezTo>
                  <a:cubicBezTo>
                    <a:pt x="268800" y="417718"/>
                    <a:pt x="268800" y="417713"/>
                    <a:pt x="268800" y="417709"/>
                  </a:cubicBezTo>
                  <a:cubicBezTo>
                    <a:pt x="268800" y="417662"/>
                    <a:pt x="268800" y="417615"/>
                    <a:pt x="268822" y="417568"/>
                  </a:cubicBezTo>
                  <a:cubicBezTo>
                    <a:pt x="269296" y="414201"/>
                    <a:pt x="266950" y="411091"/>
                    <a:pt x="263588" y="410617"/>
                  </a:cubicBezTo>
                  <a:cubicBezTo>
                    <a:pt x="263583" y="410617"/>
                    <a:pt x="263583" y="410617"/>
                    <a:pt x="263579" y="410617"/>
                  </a:cubicBezTo>
                  <a:lnTo>
                    <a:pt x="102305" y="385990"/>
                  </a:lnTo>
                  <a:lnTo>
                    <a:pt x="102164" y="385990"/>
                  </a:lnTo>
                  <a:cubicBezTo>
                    <a:pt x="98797" y="385516"/>
                    <a:pt x="95682" y="387861"/>
                    <a:pt x="95208" y="391228"/>
                  </a:cubicBezTo>
                  <a:cubicBezTo>
                    <a:pt x="95208" y="391228"/>
                    <a:pt x="95208" y="391232"/>
                    <a:pt x="95208" y="391232"/>
                  </a:cubicBezTo>
                  <a:cubicBezTo>
                    <a:pt x="94730" y="394625"/>
                    <a:pt x="97050" y="397774"/>
                    <a:pt x="100429" y="398325"/>
                  </a:cubicBezTo>
                  <a:lnTo>
                    <a:pt x="261037" y="422951"/>
                  </a:lnTo>
                  <a:cubicBezTo>
                    <a:pt x="261340" y="423020"/>
                    <a:pt x="261652" y="423067"/>
                    <a:pt x="261964" y="423092"/>
                  </a:cubicBezTo>
                  <a:close/>
                  <a:moveTo>
                    <a:pt x="207904" y="442225"/>
                  </a:moveTo>
                  <a:cubicBezTo>
                    <a:pt x="211271" y="442695"/>
                    <a:pt x="214381" y="440349"/>
                    <a:pt x="214855" y="436982"/>
                  </a:cubicBezTo>
                  <a:cubicBezTo>
                    <a:pt x="215334" y="433590"/>
                    <a:pt x="213014" y="430441"/>
                    <a:pt x="209634" y="429890"/>
                  </a:cubicBezTo>
                  <a:lnTo>
                    <a:pt x="97609" y="412757"/>
                  </a:lnTo>
                  <a:lnTo>
                    <a:pt x="97468" y="412757"/>
                  </a:lnTo>
                  <a:cubicBezTo>
                    <a:pt x="94101" y="412287"/>
                    <a:pt x="90991" y="414633"/>
                    <a:pt x="90517" y="418000"/>
                  </a:cubicBezTo>
                  <a:cubicBezTo>
                    <a:pt x="90517" y="418047"/>
                    <a:pt x="90517" y="418094"/>
                    <a:pt x="90496" y="418141"/>
                  </a:cubicBezTo>
                  <a:cubicBezTo>
                    <a:pt x="90025" y="421507"/>
                    <a:pt x="92371" y="424622"/>
                    <a:pt x="95738" y="425092"/>
                  </a:cubicBezTo>
                  <a:lnTo>
                    <a:pt x="207759" y="442225"/>
                  </a:lnTo>
                  <a:close/>
                  <a:moveTo>
                    <a:pt x="243626" y="543035"/>
                  </a:moveTo>
                  <a:cubicBezTo>
                    <a:pt x="247002" y="543432"/>
                    <a:pt x="250065" y="541018"/>
                    <a:pt x="250462" y="537638"/>
                  </a:cubicBezTo>
                  <a:cubicBezTo>
                    <a:pt x="250462" y="537638"/>
                    <a:pt x="250462" y="537634"/>
                    <a:pt x="250462" y="537630"/>
                  </a:cubicBezTo>
                  <a:cubicBezTo>
                    <a:pt x="250462" y="537583"/>
                    <a:pt x="250462" y="537536"/>
                    <a:pt x="250484" y="537489"/>
                  </a:cubicBezTo>
                  <a:cubicBezTo>
                    <a:pt x="250958" y="534122"/>
                    <a:pt x="248617" y="531012"/>
                    <a:pt x="245250" y="530537"/>
                  </a:cubicBezTo>
                  <a:cubicBezTo>
                    <a:pt x="245250" y="530537"/>
                    <a:pt x="245246" y="530537"/>
                    <a:pt x="245246" y="530537"/>
                  </a:cubicBezTo>
                  <a:lnTo>
                    <a:pt x="83967" y="505911"/>
                  </a:lnTo>
                  <a:lnTo>
                    <a:pt x="83826" y="505911"/>
                  </a:lnTo>
                  <a:cubicBezTo>
                    <a:pt x="80464" y="505437"/>
                    <a:pt x="77349" y="507778"/>
                    <a:pt x="76875" y="511145"/>
                  </a:cubicBezTo>
                  <a:cubicBezTo>
                    <a:pt x="76875" y="511145"/>
                    <a:pt x="76875" y="511149"/>
                    <a:pt x="76875" y="511149"/>
                  </a:cubicBezTo>
                  <a:cubicBezTo>
                    <a:pt x="76392" y="514541"/>
                    <a:pt x="78712" y="517694"/>
                    <a:pt x="82096" y="518245"/>
                  </a:cubicBezTo>
                  <a:lnTo>
                    <a:pt x="242704" y="542872"/>
                  </a:lnTo>
                  <a:cubicBezTo>
                    <a:pt x="243007" y="542941"/>
                    <a:pt x="243315" y="542988"/>
                    <a:pt x="243626" y="543013"/>
                  </a:cubicBezTo>
                  <a:close/>
                  <a:moveTo>
                    <a:pt x="189413" y="562103"/>
                  </a:moveTo>
                  <a:cubicBezTo>
                    <a:pt x="189981" y="562274"/>
                    <a:pt x="190570" y="562363"/>
                    <a:pt x="191164" y="562368"/>
                  </a:cubicBezTo>
                  <a:cubicBezTo>
                    <a:pt x="194638" y="562402"/>
                    <a:pt x="197483" y="559612"/>
                    <a:pt x="197518" y="556138"/>
                  </a:cubicBezTo>
                  <a:cubicBezTo>
                    <a:pt x="197548" y="552665"/>
                    <a:pt x="194758" y="549824"/>
                    <a:pt x="191284" y="549789"/>
                  </a:cubicBezTo>
                  <a:lnTo>
                    <a:pt x="79263" y="532657"/>
                  </a:lnTo>
                  <a:cubicBezTo>
                    <a:pt x="79126" y="532631"/>
                    <a:pt x="78990" y="532610"/>
                    <a:pt x="78836" y="532593"/>
                  </a:cubicBezTo>
                  <a:cubicBezTo>
                    <a:pt x="75533" y="532208"/>
                    <a:pt x="72542" y="534575"/>
                    <a:pt x="72154" y="537878"/>
                  </a:cubicBezTo>
                  <a:lnTo>
                    <a:pt x="72154" y="537908"/>
                  </a:lnTo>
                  <a:cubicBezTo>
                    <a:pt x="71611" y="541261"/>
                    <a:pt x="73893" y="544423"/>
                    <a:pt x="77246" y="544970"/>
                  </a:cubicBezTo>
                  <a:lnTo>
                    <a:pt x="189404" y="562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628797" y="3472145"/>
              <a:ext cx="2208045" cy="1178872"/>
            </a:xfrm>
            <a:custGeom>
              <a:avLst/>
              <a:gdLst/>
              <a:ahLst/>
              <a:cxnLst/>
              <a:rect l="l" t="t" r="r" b="b"/>
              <a:pathLst>
                <a:path w="2208045" h="1178872" extrusionOk="0">
                  <a:moveTo>
                    <a:pt x="2190682" y="316554"/>
                  </a:moveTo>
                  <a:lnTo>
                    <a:pt x="167563" y="6985"/>
                  </a:lnTo>
                  <a:cubicBezTo>
                    <a:pt x="150687" y="4418"/>
                    <a:pt x="134904" y="15955"/>
                    <a:pt x="132230" y="32813"/>
                  </a:cubicBezTo>
                  <a:lnTo>
                    <a:pt x="123663" y="88492"/>
                  </a:lnTo>
                  <a:lnTo>
                    <a:pt x="122057" y="99199"/>
                  </a:lnTo>
                  <a:lnTo>
                    <a:pt x="110547" y="174284"/>
                  </a:lnTo>
                  <a:lnTo>
                    <a:pt x="108940" y="184991"/>
                  </a:lnTo>
                  <a:lnTo>
                    <a:pt x="97430" y="259939"/>
                  </a:lnTo>
                  <a:lnTo>
                    <a:pt x="95824" y="270514"/>
                  </a:lnTo>
                  <a:lnTo>
                    <a:pt x="84313" y="345599"/>
                  </a:lnTo>
                  <a:lnTo>
                    <a:pt x="82707" y="356173"/>
                  </a:lnTo>
                  <a:lnTo>
                    <a:pt x="71197" y="431254"/>
                  </a:lnTo>
                  <a:lnTo>
                    <a:pt x="69590" y="441961"/>
                  </a:lnTo>
                  <a:lnTo>
                    <a:pt x="58080" y="516913"/>
                  </a:lnTo>
                  <a:lnTo>
                    <a:pt x="56474" y="527620"/>
                  </a:lnTo>
                  <a:lnTo>
                    <a:pt x="44942" y="602569"/>
                  </a:lnTo>
                  <a:lnTo>
                    <a:pt x="43336" y="613275"/>
                  </a:lnTo>
                  <a:lnTo>
                    <a:pt x="31826" y="688228"/>
                  </a:lnTo>
                  <a:lnTo>
                    <a:pt x="30223" y="698935"/>
                  </a:lnTo>
                  <a:lnTo>
                    <a:pt x="18713" y="773883"/>
                  </a:lnTo>
                  <a:lnTo>
                    <a:pt x="17107" y="784590"/>
                  </a:lnTo>
                  <a:lnTo>
                    <a:pt x="8673" y="840270"/>
                  </a:lnTo>
                  <a:cubicBezTo>
                    <a:pt x="6037" y="857137"/>
                    <a:pt x="17573" y="872954"/>
                    <a:pt x="34440" y="875595"/>
                  </a:cubicBezTo>
                  <a:lnTo>
                    <a:pt x="34505" y="875595"/>
                  </a:lnTo>
                  <a:lnTo>
                    <a:pt x="2057226" y="1185168"/>
                  </a:lnTo>
                  <a:cubicBezTo>
                    <a:pt x="2074068" y="1187646"/>
                    <a:pt x="2089748" y="1176037"/>
                    <a:pt x="2092294" y="1159204"/>
                  </a:cubicBezTo>
                  <a:lnTo>
                    <a:pt x="2100874" y="1103533"/>
                  </a:lnTo>
                  <a:lnTo>
                    <a:pt x="2102476" y="1092826"/>
                  </a:lnTo>
                  <a:lnTo>
                    <a:pt x="2113986" y="1017873"/>
                  </a:lnTo>
                  <a:lnTo>
                    <a:pt x="2115593" y="1007167"/>
                  </a:lnTo>
                  <a:lnTo>
                    <a:pt x="2127103" y="932086"/>
                  </a:lnTo>
                  <a:lnTo>
                    <a:pt x="2128709" y="921511"/>
                  </a:lnTo>
                  <a:lnTo>
                    <a:pt x="2140219" y="846559"/>
                  </a:lnTo>
                  <a:lnTo>
                    <a:pt x="2141826" y="835852"/>
                  </a:lnTo>
                  <a:lnTo>
                    <a:pt x="2153336" y="760903"/>
                  </a:lnTo>
                  <a:lnTo>
                    <a:pt x="2154942" y="750197"/>
                  </a:lnTo>
                  <a:lnTo>
                    <a:pt x="2166453" y="675111"/>
                  </a:lnTo>
                  <a:lnTo>
                    <a:pt x="2168059" y="664537"/>
                  </a:lnTo>
                  <a:lnTo>
                    <a:pt x="2179569" y="589456"/>
                  </a:lnTo>
                  <a:lnTo>
                    <a:pt x="2181176" y="578882"/>
                  </a:lnTo>
                  <a:lnTo>
                    <a:pt x="2192690" y="503929"/>
                  </a:lnTo>
                  <a:lnTo>
                    <a:pt x="2194296" y="493222"/>
                  </a:lnTo>
                  <a:lnTo>
                    <a:pt x="2205807" y="418141"/>
                  </a:lnTo>
                  <a:lnTo>
                    <a:pt x="2207409" y="407435"/>
                  </a:lnTo>
                  <a:lnTo>
                    <a:pt x="2215975" y="351755"/>
                  </a:lnTo>
                  <a:cubicBezTo>
                    <a:pt x="2218556" y="335088"/>
                    <a:pt x="2207302" y="319425"/>
                    <a:pt x="2190682" y="316554"/>
                  </a:cubicBezTo>
                  <a:close/>
                  <a:moveTo>
                    <a:pt x="2082271" y="1157623"/>
                  </a:moveTo>
                  <a:cubicBezTo>
                    <a:pt x="2080554" y="1168569"/>
                    <a:pt x="2070347" y="1176089"/>
                    <a:pt x="2059383" y="1174486"/>
                  </a:cubicBezTo>
                  <a:lnTo>
                    <a:pt x="36777" y="864913"/>
                  </a:lnTo>
                  <a:cubicBezTo>
                    <a:pt x="25759" y="863196"/>
                    <a:pt x="18179" y="852929"/>
                    <a:pt x="19782" y="841893"/>
                  </a:cubicBezTo>
                  <a:lnTo>
                    <a:pt x="28327" y="786218"/>
                  </a:lnTo>
                  <a:lnTo>
                    <a:pt x="2090667" y="1101956"/>
                  </a:lnTo>
                  <a:close/>
                  <a:moveTo>
                    <a:pt x="2092444" y="1090703"/>
                  </a:moveTo>
                  <a:lnTo>
                    <a:pt x="29988" y="775092"/>
                  </a:lnTo>
                  <a:lnTo>
                    <a:pt x="41499" y="700007"/>
                  </a:lnTo>
                  <a:lnTo>
                    <a:pt x="2103839" y="1015746"/>
                  </a:lnTo>
                  <a:close/>
                  <a:moveTo>
                    <a:pt x="2105826" y="1005043"/>
                  </a:moveTo>
                  <a:lnTo>
                    <a:pt x="43088" y="689984"/>
                  </a:lnTo>
                  <a:lnTo>
                    <a:pt x="54598" y="614903"/>
                  </a:lnTo>
                  <a:lnTo>
                    <a:pt x="2116938" y="930496"/>
                  </a:lnTo>
                  <a:close/>
                  <a:moveTo>
                    <a:pt x="2119211" y="919388"/>
                  </a:moveTo>
                  <a:lnTo>
                    <a:pt x="56739" y="603649"/>
                  </a:lnTo>
                  <a:lnTo>
                    <a:pt x="68249" y="528701"/>
                  </a:lnTo>
                  <a:lnTo>
                    <a:pt x="2130589" y="844294"/>
                  </a:lnTo>
                  <a:close/>
                  <a:moveTo>
                    <a:pt x="2132597" y="833728"/>
                  </a:moveTo>
                  <a:lnTo>
                    <a:pt x="70124" y="517990"/>
                  </a:lnTo>
                  <a:lnTo>
                    <a:pt x="81635" y="443037"/>
                  </a:lnTo>
                  <a:lnTo>
                    <a:pt x="2143975" y="758776"/>
                  </a:lnTo>
                  <a:close/>
                  <a:moveTo>
                    <a:pt x="2145979" y="748073"/>
                  </a:moveTo>
                  <a:lnTo>
                    <a:pt x="83506" y="432335"/>
                  </a:lnTo>
                  <a:lnTo>
                    <a:pt x="95016" y="357250"/>
                  </a:lnTo>
                  <a:lnTo>
                    <a:pt x="2157356" y="672988"/>
                  </a:lnTo>
                  <a:close/>
                  <a:moveTo>
                    <a:pt x="2159364" y="662281"/>
                  </a:moveTo>
                  <a:lnTo>
                    <a:pt x="96892" y="346688"/>
                  </a:lnTo>
                  <a:lnTo>
                    <a:pt x="108402" y="271736"/>
                  </a:lnTo>
                  <a:lnTo>
                    <a:pt x="2170742" y="587329"/>
                  </a:lnTo>
                  <a:close/>
                  <a:moveTo>
                    <a:pt x="2172746" y="576622"/>
                  </a:moveTo>
                  <a:lnTo>
                    <a:pt x="108667" y="261563"/>
                  </a:lnTo>
                  <a:lnTo>
                    <a:pt x="120177" y="186614"/>
                  </a:lnTo>
                  <a:lnTo>
                    <a:pt x="2182517" y="502207"/>
                  </a:lnTo>
                  <a:close/>
                  <a:moveTo>
                    <a:pt x="2186132" y="491099"/>
                  </a:moveTo>
                  <a:lnTo>
                    <a:pt x="121783" y="175907"/>
                  </a:lnTo>
                  <a:lnTo>
                    <a:pt x="133294" y="100822"/>
                  </a:lnTo>
                  <a:lnTo>
                    <a:pt x="2195634" y="416561"/>
                  </a:lnTo>
                  <a:close/>
                  <a:moveTo>
                    <a:pt x="136908" y="89581"/>
                  </a:moveTo>
                  <a:lnTo>
                    <a:pt x="145474" y="34039"/>
                  </a:lnTo>
                  <a:cubicBezTo>
                    <a:pt x="147124" y="23076"/>
                    <a:pt x="157348" y="15526"/>
                    <a:pt x="168311" y="17171"/>
                  </a:cubicBezTo>
                  <a:lnTo>
                    <a:pt x="168362" y="17171"/>
                  </a:lnTo>
                  <a:lnTo>
                    <a:pt x="2188541" y="327261"/>
                  </a:lnTo>
                  <a:cubicBezTo>
                    <a:pt x="2199470" y="328979"/>
                    <a:pt x="2206952" y="339211"/>
                    <a:pt x="2205273" y="350149"/>
                  </a:cubicBezTo>
                  <a:lnTo>
                    <a:pt x="2196728" y="40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346885" y="1813127"/>
              <a:ext cx="3710288" cy="1859863"/>
            </a:xfrm>
            <a:custGeom>
              <a:avLst/>
              <a:gdLst/>
              <a:ahLst/>
              <a:cxnLst/>
              <a:rect l="l" t="t" r="r" b="b"/>
              <a:pathLst>
                <a:path w="3710288" h="1859863" extrusionOk="0">
                  <a:moveTo>
                    <a:pt x="3688612" y="534652"/>
                  </a:moveTo>
                  <a:lnTo>
                    <a:pt x="241966" y="7040"/>
                  </a:lnTo>
                  <a:cubicBezTo>
                    <a:pt x="222752" y="4092"/>
                    <a:pt x="204787" y="17277"/>
                    <a:pt x="201834" y="36490"/>
                  </a:cubicBezTo>
                  <a:cubicBezTo>
                    <a:pt x="201834" y="36533"/>
                    <a:pt x="201834" y="36576"/>
                    <a:pt x="201813" y="36619"/>
                  </a:cubicBezTo>
                  <a:lnTo>
                    <a:pt x="8695" y="1298329"/>
                  </a:lnTo>
                  <a:cubicBezTo>
                    <a:pt x="5807" y="1317533"/>
                    <a:pt x="18958" y="1335470"/>
                    <a:pt x="38142" y="1338490"/>
                  </a:cubicBezTo>
                  <a:lnTo>
                    <a:pt x="3484899" y="1866094"/>
                  </a:lnTo>
                  <a:cubicBezTo>
                    <a:pt x="3504104" y="1868982"/>
                    <a:pt x="3522040" y="1855831"/>
                    <a:pt x="3525060" y="1836647"/>
                  </a:cubicBezTo>
                  <a:lnTo>
                    <a:pt x="3718178" y="574805"/>
                  </a:lnTo>
                  <a:cubicBezTo>
                    <a:pt x="3721113" y="555604"/>
                    <a:pt x="3707941" y="537651"/>
                    <a:pt x="3688740" y="534695"/>
                  </a:cubicBezTo>
                  <a:close/>
                  <a:moveTo>
                    <a:pt x="877972" y="716007"/>
                  </a:moveTo>
                  <a:lnTo>
                    <a:pt x="1117279" y="752546"/>
                  </a:lnTo>
                  <a:lnTo>
                    <a:pt x="1096399" y="888527"/>
                  </a:lnTo>
                  <a:lnTo>
                    <a:pt x="856712" y="851856"/>
                  </a:lnTo>
                  <a:close/>
                  <a:moveTo>
                    <a:pt x="846522" y="849848"/>
                  </a:moveTo>
                  <a:lnTo>
                    <a:pt x="606279" y="813843"/>
                  </a:lnTo>
                  <a:lnTo>
                    <a:pt x="627158" y="677730"/>
                  </a:lnTo>
                  <a:lnTo>
                    <a:pt x="866846" y="714401"/>
                  </a:lnTo>
                  <a:close/>
                  <a:moveTo>
                    <a:pt x="1128255" y="754417"/>
                  </a:moveTo>
                  <a:lnTo>
                    <a:pt x="1368097" y="791092"/>
                  </a:lnTo>
                  <a:lnTo>
                    <a:pt x="1347217" y="927206"/>
                  </a:lnTo>
                  <a:lnTo>
                    <a:pt x="1107529" y="890535"/>
                  </a:lnTo>
                  <a:close/>
                  <a:moveTo>
                    <a:pt x="2371359" y="933747"/>
                  </a:moveTo>
                  <a:lnTo>
                    <a:pt x="2131671" y="897076"/>
                  </a:lnTo>
                  <a:lnTo>
                    <a:pt x="2152414" y="760958"/>
                  </a:lnTo>
                  <a:lnTo>
                    <a:pt x="2392256" y="797633"/>
                  </a:lnTo>
                  <a:close/>
                  <a:moveTo>
                    <a:pt x="2402813" y="799906"/>
                  </a:moveTo>
                  <a:lnTo>
                    <a:pt x="2642655" y="836577"/>
                  </a:lnTo>
                  <a:lnTo>
                    <a:pt x="2621775" y="972712"/>
                  </a:lnTo>
                  <a:lnTo>
                    <a:pt x="2382087" y="936037"/>
                  </a:lnTo>
                  <a:close/>
                  <a:moveTo>
                    <a:pt x="1629083" y="831762"/>
                  </a:moveTo>
                  <a:lnTo>
                    <a:pt x="1868925" y="868433"/>
                  </a:lnTo>
                  <a:lnTo>
                    <a:pt x="1848045" y="1004547"/>
                  </a:lnTo>
                  <a:lnTo>
                    <a:pt x="1607930" y="966671"/>
                  </a:lnTo>
                  <a:close/>
                  <a:moveTo>
                    <a:pt x="1597629" y="965603"/>
                  </a:moveTo>
                  <a:lnTo>
                    <a:pt x="1357941" y="928928"/>
                  </a:lnTo>
                  <a:lnTo>
                    <a:pt x="1378283" y="792682"/>
                  </a:lnTo>
                  <a:lnTo>
                    <a:pt x="1618124" y="829353"/>
                  </a:lnTo>
                  <a:close/>
                  <a:moveTo>
                    <a:pt x="1879499" y="869506"/>
                  </a:moveTo>
                  <a:lnTo>
                    <a:pt x="2118670" y="906044"/>
                  </a:lnTo>
                  <a:lnTo>
                    <a:pt x="2097790" y="1042158"/>
                  </a:lnTo>
                  <a:lnTo>
                    <a:pt x="1858102" y="1005487"/>
                  </a:lnTo>
                  <a:close/>
                  <a:moveTo>
                    <a:pt x="2129911" y="907783"/>
                  </a:moveTo>
                  <a:lnTo>
                    <a:pt x="2369774" y="944471"/>
                  </a:lnTo>
                  <a:lnTo>
                    <a:pt x="2348894" y="1080585"/>
                  </a:lnTo>
                  <a:lnTo>
                    <a:pt x="2109206" y="1043914"/>
                  </a:lnTo>
                  <a:close/>
                  <a:moveTo>
                    <a:pt x="2120939" y="895470"/>
                  </a:moveTo>
                  <a:lnTo>
                    <a:pt x="1881251" y="858799"/>
                  </a:lnTo>
                  <a:lnTo>
                    <a:pt x="1901994" y="722681"/>
                  </a:lnTo>
                  <a:lnTo>
                    <a:pt x="2141835" y="759488"/>
                  </a:lnTo>
                  <a:close/>
                  <a:moveTo>
                    <a:pt x="1870527" y="857192"/>
                  </a:moveTo>
                  <a:lnTo>
                    <a:pt x="1630839" y="820517"/>
                  </a:lnTo>
                  <a:lnTo>
                    <a:pt x="1651586" y="684403"/>
                  </a:lnTo>
                  <a:lnTo>
                    <a:pt x="1891159" y="720942"/>
                  </a:lnTo>
                  <a:close/>
                  <a:moveTo>
                    <a:pt x="1619731" y="819449"/>
                  </a:moveTo>
                  <a:lnTo>
                    <a:pt x="1380043" y="782641"/>
                  </a:lnTo>
                  <a:lnTo>
                    <a:pt x="1400786" y="645455"/>
                  </a:lnTo>
                  <a:lnTo>
                    <a:pt x="1640627" y="682126"/>
                  </a:lnTo>
                  <a:close/>
                  <a:moveTo>
                    <a:pt x="1369152" y="780385"/>
                  </a:moveTo>
                  <a:lnTo>
                    <a:pt x="1129464" y="743710"/>
                  </a:lnTo>
                  <a:lnTo>
                    <a:pt x="1150207" y="607597"/>
                  </a:lnTo>
                  <a:lnTo>
                    <a:pt x="1390049" y="644267"/>
                  </a:lnTo>
                  <a:close/>
                  <a:moveTo>
                    <a:pt x="1345064" y="937913"/>
                  </a:moveTo>
                  <a:lnTo>
                    <a:pt x="1324316" y="1073778"/>
                  </a:lnTo>
                  <a:lnTo>
                    <a:pt x="1084603" y="1037086"/>
                  </a:lnTo>
                  <a:lnTo>
                    <a:pt x="1105483" y="900973"/>
                  </a:lnTo>
                  <a:close/>
                  <a:moveTo>
                    <a:pt x="1355771" y="939519"/>
                  </a:moveTo>
                  <a:lnTo>
                    <a:pt x="1595458" y="976190"/>
                  </a:lnTo>
                  <a:lnTo>
                    <a:pt x="1574579" y="1112308"/>
                  </a:lnTo>
                  <a:lnTo>
                    <a:pt x="1334891" y="1075633"/>
                  </a:lnTo>
                  <a:close/>
                  <a:moveTo>
                    <a:pt x="1606182" y="977797"/>
                  </a:moveTo>
                  <a:lnTo>
                    <a:pt x="1845892" y="1014467"/>
                  </a:lnTo>
                  <a:lnTo>
                    <a:pt x="1825029" y="1150585"/>
                  </a:lnTo>
                  <a:lnTo>
                    <a:pt x="1585456" y="1113914"/>
                  </a:lnTo>
                  <a:close/>
                  <a:moveTo>
                    <a:pt x="1856598" y="1016074"/>
                  </a:moveTo>
                  <a:lnTo>
                    <a:pt x="2096286" y="1052882"/>
                  </a:lnTo>
                  <a:lnTo>
                    <a:pt x="2075441" y="1188863"/>
                  </a:lnTo>
                  <a:lnTo>
                    <a:pt x="1835732" y="1152192"/>
                  </a:lnTo>
                  <a:close/>
                  <a:moveTo>
                    <a:pt x="2107015" y="1054488"/>
                  </a:moveTo>
                  <a:lnTo>
                    <a:pt x="2346724" y="1091159"/>
                  </a:lnTo>
                  <a:lnTo>
                    <a:pt x="2325852" y="1227268"/>
                  </a:lnTo>
                  <a:lnTo>
                    <a:pt x="2086165" y="1190593"/>
                  </a:lnTo>
                  <a:close/>
                  <a:moveTo>
                    <a:pt x="2357431" y="1092765"/>
                  </a:moveTo>
                  <a:lnTo>
                    <a:pt x="2597148" y="1129428"/>
                  </a:lnTo>
                  <a:lnTo>
                    <a:pt x="2576268" y="1265554"/>
                  </a:lnTo>
                  <a:lnTo>
                    <a:pt x="2336581" y="1228879"/>
                  </a:lnTo>
                  <a:close/>
                  <a:moveTo>
                    <a:pt x="2359037" y="1082191"/>
                  </a:moveTo>
                  <a:lnTo>
                    <a:pt x="2379780" y="946077"/>
                  </a:lnTo>
                  <a:lnTo>
                    <a:pt x="2619630" y="982748"/>
                  </a:lnTo>
                  <a:lnTo>
                    <a:pt x="2598755" y="1118866"/>
                  </a:lnTo>
                  <a:close/>
                  <a:moveTo>
                    <a:pt x="2630196" y="984351"/>
                  </a:moveTo>
                  <a:lnTo>
                    <a:pt x="2870038" y="1021021"/>
                  </a:lnTo>
                  <a:lnTo>
                    <a:pt x="2849149" y="1157144"/>
                  </a:lnTo>
                  <a:lnTo>
                    <a:pt x="2609462" y="1120456"/>
                  </a:lnTo>
                  <a:close/>
                  <a:moveTo>
                    <a:pt x="2880621" y="1022615"/>
                  </a:moveTo>
                  <a:lnTo>
                    <a:pt x="3120454" y="1059440"/>
                  </a:lnTo>
                  <a:lnTo>
                    <a:pt x="3099574" y="1195421"/>
                  </a:lnTo>
                  <a:lnTo>
                    <a:pt x="2859873" y="1158750"/>
                  </a:lnTo>
                  <a:close/>
                  <a:moveTo>
                    <a:pt x="2882360" y="1012045"/>
                  </a:moveTo>
                  <a:lnTo>
                    <a:pt x="2903103" y="875927"/>
                  </a:lnTo>
                  <a:lnTo>
                    <a:pt x="3143098" y="913153"/>
                  </a:lnTo>
                  <a:lnTo>
                    <a:pt x="3122487" y="1048733"/>
                  </a:lnTo>
                  <a:close/>
                  <a:moveTo>
                    <a:pt x="2871653" y="1010438"/>
                  </a:moveTo>
                  <a:lnTo>
                    <a:pt x="2631944" y="973648"/>
                  </a:lnTo>
                  <a:lnTo>
                    <a:pt x="2652691" y="837534"/>
                  </a:lnTo>
                  <a:lnTo>
                    <a:pt x="2892532" y="874359"/>
                  </a:lnTo>
                  <a:close/>
                  <a:moveTo>
                    <a:pt x="2654028" y="826960"/>
                  </a:moveTo>
                  <a:lnTo>
                    <a:pt x="2674908" y="690846"/>
                  </a:lnTo>
                  <a:lnTo>
                    <a:pt x="2914617" y="727517"/>
                  </a:lnTo>
                  <a:lnTo>
                    <a:pt x="2894963" y="863631"/>
                  </a:lnTo>
                  <a:close/>
                  <a:moveTo>
                    <a:pt x="2643454" y="825353"/>
                  </a:moveTo>
                  <a:lnTo>
                    <a:pt x="2403766" y="788546"/>
                  </a:lnTo>
                  <a:lnTo>
                    <a:pt x="2424492" y="652565"/>
                  </a:lnTo>
                  <a:lnTo>
                    <a:pt x="2664201" y="689240"/>
                  </a:lnTo>
                  <a:close/>
                  <a:moveTo>
                    <a:pt x="2393042" y="786944"/>
                  </a:moveTo>
                  <a:lnTo>
                    <a:pt x="2153200" y="750268"/>
                  </a:lnTo>
                  <a:lnTo>
                    <a:pt x="2174093" y="614163"/>
                  </a:lnTo>
                  <a:lnTo>
                    <a:pt x="2413781" y="650834"/>
                  </a:lnTo>
                  <a:close/>
                  <a:moveTo>
                    <a:pt x="2142626" y="748662"/>
                  </a:moveTo>
                  <a:lnTo>
                    <a:pt x="1903186" y="712393"/>
                  </a:lnTo>
                  <a:lnTo>
                    <a:pt x="1924066" y="576279"/>
                  </a:lnTo>
                  <a:lnTo>
                    <a:pt x="2163775" y="612950"/>
                  </a:lnTo>
                  <a:close/>
                  <a:moveTo>
                    <a:pt x="1892214" y="710252"/>
                  </a:moveTo>
                  <a:lnTo>
                    <a:pt x="1652907" y="673581"/>
                  </a:lnTo>
                  <a:lnTo>
                    <a:pt x="1673654" y="537463"/>
                  </a:lnTo>
                  <a:lnTo>
                    <a:pt x="1913342" y="574271"/>
                  </a:lnTo>
                  <a:close/>
                  <a:moveTo>
                    <a:pt x="1642200" y="672227"/>
                  </a:moveTo>
                  <a:lnTo>
                    <a:pt x="1402512" y="635556"/>
                  </a:lnTo>
                  <a:lnTo>
                    <a:pt x="1422725" y="499173"/>
                  </a:lnTo>
                  <a:lnTo>
                    <a:pt x="1663635" y="535844"/>
                  </a:lnTo>
                  <a:close/>
                  <a:moveTo>
                    <a:pt x="1391796" y="633962"/>
                  </a:moveTo>
                  <a:lnTo>
                    <a:pt x="1151955" y="597291"/>
                  </a:lnTo>
                  <a:lnTo>
                    <a:pt x="1172835" y="461173"/>
                  </a:lnTo>
                  <a:lnTo>
                    <a:pt x="1412544" y="498250"/>
                  </a:lnTo>
                  <a:close/>
                  <a:moveTo>
                    <a:pt x="1141650" y="595283"/>
                  </a:moveTo>
                  <a:lnTo>
                    <a:pt x="901962" y="558612"/>
                  </a:lnTo>
                  <a:lnTo>
                    <a:pt x="922705" y="422494"/>
                  </a:lnTo>
                  <a:lnTo>
                    <a:pt x="1162414" y="459302"/>
                  </a:lnTo>
                  <a:close/>
                  <a:moveTo>
                    <a:pt x="1140043" y="605990"/>
                  </a:moveTo>
                  <a:lnTo>
                    <a:pt x="1119168" y="742104"/>
                  </a:lnTo>
                  <a:lnTo>
                    <a:pt x="879480" y="705433"/>
                  </a:lnTo>
                  <a:lnTo>
                    <a:pt x="900227" y="569319"/>
                  </a:lnTo>
                  <a:close/>
                  <a:moveTo>
                    <a:pt x="868739" y="703831"/>
                  </a:moveTo>
                  <a:lnTo>
                    <a:pt x="629030" y="667027"/>
                  </a:lnTo>
                  <a:lnTo>
                    <a:pt x="649777" y="530909"/>
                  </a:lnTo>
                  <a:lnTo>
                    <a:pt x="889618" y="567717"/>
                  </a:lnTo>
                  <a:close/>
                  <a:moveTo>
                    <a:pt x="618323" y="665421"/>
                  </a:moveTo>
                  <a:lnTo>
                    <a:pt x="378750" y="628745"/>
                  </a:lnTo>
                  <a:lnTo>
                    <a:pt x="399498" y="492632"/>
                  </a:lnTo>
                  <a:lnTo>
                    <a:pt x="639335" y="529303"/>
                  </a:lnTo>
                  <a:close/>
                  <a:moveTo>
                    <a:pt x="616716" y="676128"/>
                  </a:moveTo>
                  <a:lnTo>
                    <a:pt x="595828" y="812237"/>
                  </a:lnTo>
                  <a:lnTo>
                    <a:pt x="356140" y="775566"/>
                  </a:lnTo>
                  <a:lnTo>
                    <a:pt x="377020" y="639448"/>
                  </a:lnTo>
                  <a:close/>
                  <a:moveTo>
                    <a:pt x="594234" y="823350"/>
                  </a:moveTo>
                  <a:lnTo>
                    <a:pt x="573355" y="959467"/>
                  </a:lnTo>
                  <a:lnTo>
                    <a:pt x="333667" y="922792"/>
                  </a:lnTo>
                  <a:lnTo>
                    <a:pt x="354547" y="786679"/>
                  </a:lnTo>
                  <a:close/>
                  <a:moveTo>
                    <a:pt x="604941" y="825089"/>
                  </a:moveTo>
                  <a:lnTo>
                    <a:pt x="844629" y="861764"/>
                  </a:lnTo>
                  <a:lnTo>
                    <a:pt x="823754" y="997877"/>
                  </a:lnTo>
                  <a:lnTo>
                    <a:pt x="584044" y="961070"/>
                  </a:lnTo>
                  <a:close/>
                  <a:moveTo>
                    <a:pt x="855353" y="863370"/>
                  </a:moveTo>
                  <a:lnTo>
                    <a:pt x="1094793" y="899772"/>
                  </a:lnTo>
                  <a:lnTo>
                    <a:pt x="1073922" y="1035886"/>
                  </a:lnTo>
                  <a:lnTo>
                    <a:pt x="833807" y="998945"/>
                  </a:lnTo>
                  <a:close/>
                  <a:moveTo>
                    <a:pt x="1072311" y="1046998"/>
                  </a:moveTo>
                  <a:lnTo>
                    <a:pt x="1051431" y="1183112"/>
                  </a:lnTo>
                  <a:lnTo>
                    <a:pt x="811722" y="1146304"/>
                  </a:lnTo>
                  <a:lnTo>
                    <a:pt x="832602" y="1010191"/>
                  </a:lnTo>
                  <a:close/>
                  <a:moveTo>
                    <a:pt x="1083018" y="1048605"/>
                  </a:moveTo>
                  <a:lnTo>
                    <a:pt x="1322706" y="1085276"/>
                  </a:lnTo>
                  <a:lnTo>
                    <a:pt x="1302228" y="1220988"/>
                  </a:lnTo>
                  <a:lnTo>
                    <a:pt x="1062386" y="1184312"/>
                  </a:lnTo>
                  <a:close/>
                  <a:moveTo>
                    <a:pt x="1333430" y="1086882"/>
                  </a:moveTo>
                  <a:lnTo>
                    <a:pt x="1573139" y="1123553"/>
                  </a:lnTo>
                  <a:lnTo>
                    <a:pt x="1552259" y="1259667"/>
                  </a:lnTo>
                  <a:lnTo>
                    <a:pt x="1312571" y="1222996"/>
                  </a:lnTo>
                  <a:close/>
                  <a:moveTo>
                    <a:pt x="1583312" y="1124626"/>
                  </a:moveTo>
                  <a:lnTo>
                    <a:pt x="1824221" y="1161296"/>
                  </a:lnTo>
                  <a:lnTo>
                    <a:pt x="1803342" y="1297410"/>
                  </a:lnTo>
                  <a:lnTo>
                    <a:pt x="1562966" y="1261141"/>
                  </a:lnTo>
                  <a:close/>
                  <a:moveTo>
                    <a:pt x="1833723" y="1162903"/>
                  </a:moveTo>
                  <a:lnTo>
                    <a:pt x="2073433" y="1199574"/>
                  </a:lnTo>
                  <a:lnTo>
                    <a:pt x="2052553" y="1335687"/>
                  </a:lnTo>
                  <a:lnTo>
                    <a:pt x="1812865" y="1299016"/>
                  </a:lnTo>
                  <a:close/>
                  <a:moveTo>
                    <a:pt x="2084139" y="1201180"/>
                  </a:moveTo>
                  <a:lnTo>
                    <a:pt x="2323827" y="1237988"/>
                  </a:lnTo>
                  <a:lnTo>
                    <a:pt x="2302969" y="1373965"/>
                  </a:lnTo>
                  <a:lnTo>
                    <a:pt x="2063281" y="1337290"/>
                  </a:lnTo>
                  <a:close/>
                  <a:moveTo>
                    <a:pt x="2334551" y="1239590"/>
                  </a:moveTo>
                  <a:lnTo>
                    <a:pt x="2574260" y="1276265"/>
                  </a:lnTo>
                  <a:lnTo>
                    <a:pt x="2553381" y="1412375"/>
                  </a:lnTo>
                  <a:lnTo>
                    <a:pt x="2313693" y="1375704"/>
                  </a:lnTo>
                  <a:close/>
                  <a:moveTo>
                    <a:pt x="2584967" y="1277872"/>
                  </a:moveTo>
                  <a:lnTo>
                    <a:pt x="2825223" y="1314671"/>
                  </a:lnTo>
                  <a:lnTo>
                    <a:pt x="2804331" y="1450789"/>
                  </a:lnTo>
                  <a:lnTo>
                    <a:pt x="2564643" y="1414114"/>
                  </a:lnTo>
                  <a:close/>
                  <a:moveTo>
                    <a:pt x="2586574" y="1267165"/>
                  </a:moveTo>
                  <a:lnTo>
                    <a:pt x="2607454" y="1131180"/>
                  </a:lnTo>
                  <a:lnTo>
                    <a:pt x="2847697" y="1167453"/>
                  </a:lnTo>
                  <a:lnTo>
                    <a:pt x="2826817" y="1303562"/>
                  </a:lnTo>
                  <a:close/>
                  <a:moveTo>
                    <a:pt x="2857878" y="1169461"/>
                  </a:moveTo>
                  <a:lnTo>
                    <a:pt x="3097587" y="1206132"/>
                  </a:lnTo>
                  <a:lnTo>
                    <a:pt x="3076695" y="1342241"/>
                  </a:lnTo>
                  <a:lnTo>
                    <a:pt x="2837007" y="1305571"/>
                  </a:lnTo>
                  <a:close/>
                  <a:moveTo>
                    <a:pt x="3109102" y="1207606"/>
                  </a:moveTo>
                  <a:lnTo>
                    <a:pt x="3348811" y="1244277"/>
                  </a:lnTo>
                  <a:lnTo>
                    <a:pt x="3327914" y="1380386"/>
                  </a:lnTo>
                  <a:lnTo>
                    <a:pt x="3088205" y="1343715"/>
                  </a:lnTo>
                  <a:close/>
                  <a:moveTo>
                    <a:pt x="3110708" y="1197032"/>
                  </a:moveTo>
                  <a:lnTo>
                    <a:pt x="3131451" y="1060918"/>
                  </a:lnTo>
                  <a:lnTo>
                    <a:pt x="3371293" y="1097589"/>
                  </a:lnTo>
                  <a:lnTo>
                    <a:pt x="3350016" y="1234373"/>
                  </a:lnTo>
                  <a:close/>
                  <a:moveTo>
                    <a:pt x="3133194" y="1049805"/>
                  </a:moveTo>
                  <a:lnTo>
                    <a:pt x="3153937" y="913692"/>
                  </a:lnTo>
                  <a:lnTo>
                    <a:pt x="3393779" y="950363"/>
                  </a:lnTo>
                  <a:lnTo>
                    <a:pt x="3372617" y="1087130"/>
                  </a:lnTo>
                  <a:close/>
                  <a:moveTo>
                    <a:pt x="3155544" y="902583"/>
                  </a:moveTo>
                  <a:lnTo>
                    <a:pt x="3175996" y="767546"/>
                  </a:lnTo>
                  <a:lnTo>
                    <a:pt x="3415705" y="804222"/>
                  </a:lnTo>
                  <a:lnTo>
                    <a:pt x="3395091" y="939934"/>
                  </a:lnTo>
                  <a:close/>
                  <a:moveTo>
                    <a:pt x="3144969" y="900844"/>
                  </a:moveTo>
                  <a:lnTo>
                    <a:pt x="2905119" y="864169"/>
                  </a:lnTo>
                  <a:lnTo>
                    <a:pt x="2925999" y="728051"/>
                  </a:lnTo>
                  <a:lnTo>
                    <a:pt x="3165439" y="765927"/>
                  </a:lnTo>
                  <a:close/>
                  <a:moveTo>
                    <a:pt x="2927614" y="717481"/>
                  </a:moveTo>
                  <a:lnTo>
                    <a:pt x="2948494" y="582440"/>
                  </a:lnTo>
                  <a:lnTo>
                    <a:pt x="3187934" y="618709"/>
                  </a:lnTo>
                  <a:lnTo>
                    <a:pt x="3167191" y="754823"/>
                  </a:lnTo>
                  <a:close/>
                  <a:moveTo>
                    <a:pt x="2917040" y="715742"/>
                  </a:moveTo>
                  <a:lnTo>
                    <a:pt x="2677202" y="679071"/>
                  </a:lnTo>
                  <a:lnTo>
                    <a:pt x="2698078" y="542958"/>
                  </a:lnTo>
                  <a:lnTo>
                    <a:pt x="2937787" y="579761"/>
                  </a:lnTo>
                  <a:close/>
                  <a:moveTo>
                    <a:pt x="2666628" y="677465"/>
                  </a:moveTo>
                  <a:lnTo>
                    <a:pt x="2426513" y="641862"/>
                  </a:lnTo>
                  <a:lnTo>
                    <a:pt x="2447393" y="505748"/>
                  </a:lnTo>
                  <a:lnTo>
                    <a:pt x="2687102" y="542419"/>
                  </a:lnTo>
                  <a:close/>
                  <a:moveTo>
                    <a:pt x="2416212" y="639187"/>
                  </a:moveTo>
                  <a:lnTo>
                    <a:pt x="2176370" y="602517"/>
                  </a:lnTo>
                  <a:lnTo>
                    <a:pt x="2197250" y="466399"/>
                  </a:lnTo>
                  <a:lnTo>
                    <a:pt x="2436942" y="503078"/>
                  </a:lnTo>
                  <a:close/>
                  <a:moveTo>
                    <a:pt x="2165800" y="600773"/>
                  </a:moveTo>
                  <a:lnTo>
                    <a:pt x="1925685" y="565175"/>
                  </a:lnTo>
                  <a:lnTo>
                    <a:pt x="1946565" y="429057"/>
                  </a:lnTo>
                  <a:lnTo>
                    <a:pt x="2186252" y="465732"/>
                  </a:lnTo>
                  <a:close/>
                  <a:moveTo>
                    <a:pt x="1915384" y="562496"/>
                  </a:moveTo>
                  <a:lnTo>
                    <a:pt x="1675542" y="525825"/>
                  </a:lnTo>
                  <a:lnTo>
                    <a:pt x="1696153" y="391181"/>
                  </a:lnTo>
                  <a:lnTo>
                    <a:pt x="1935862" y="427852"/>
                  </a:lnTo>
                  <a:close/>
                  <a:moveTo>
                    <a:pt x="1664703" y="525022"/>
                  </a:moveTo>
                  <a:lnTo>
                    <a:pt x="1424861" y="488214"/>
                  </a:lnTo>
                  <a:lnTo>
                    <a:pt x="1445741" y="352233"/>
                  </a:lnTo>
                  <a:lnTo>
                    <a:pt x="1685429" y="388908"/>
                  </a:lnTo>
                  <a:close/>
                  <a:moveTo>
                    <a:pt x="1414287" y="486608"/>
                  </a:moveTo>
                  <a:lnTo>
                    <a:pt x="1174445" y="449937"/>
                  </a:lnTo>
                  <a:lnTo>
                    <a:pt x="1195193" y="314071"/>
                  </a:lnTo>
                  <a:lnTo>
                    <a:pt x="1435034" y="351011"/>
                  </a:lnTo>
                  <a:close/>
                  <a:moveTo>
                    <a:pt x="1163871" y="448330"/>
                  </a:moveTo>
                  <a:lnTo>
                    <a:pt x="924016" y="411647"/>
                  </a:lnTo>
                  <a:lnTo>
                    <a:pt x="944892" y="275533"/>
                  </a:lnTo>
                  <a:lnTo>
                    <a:pt x="1184601" y="312204"/>
                  </a:lnTo>
                  <a:close/>
                  <a:moveTo>
                    <a:pt x="914130" y="410181"/>
                  </a:moveTo>
                  <a:lnTo>
                    <a:pt x="673220" y="373510"/>
                  </a:lnTo>
                  <a:lnTo>
                    <a:pt x="694100" y="237397"/>
                  </a:lnTo>
                  <a:lnTo>
                    <a:pt x="933788" y="274200"/>
                  </a:lnTo>
                  <a:close/>
                  <a:moveTo>
                    <a:pt x="912391" y="420888"/>
                  </a:moveTo>
                  <a:lnTo>
                    <a:pt x="891648" y="557006"/>
                  </a:lnTo>
                  <a:lnTo>
                    <a:pt x="651939" y="520331"/>
                  </a:lnTo>
                  <a:lnTo>
                    <a:pt x="672686" y="384217"/>
                  </a:lnTo>
                  <a:close/>
                  <a:moveTo>
                    <a:pt x="641232" y="518728"/>
                  </a:moveTo>
                  <a:lnTo>
                    <a:pt x="401523" y="481921"/>
                  </a:lnTo>
                  <a:lnTo>
                    <a:pt x="422270" y="345940"/>
                  </a:lnTo>
                  <a:lnTo>
                    <a:pt x="661979" y="382611"/>
                  </a:lnTo>
                  <a:close/>
                  <a:moveTo>
                    <a:pt x="390816" y="480314"/>
                  </a:moveTo>
                  <a:lnTo>
                    <a:pt x="151128" y="443643"/>
                  </a:lnTo>
                  <a:lnTo>
                    <a:pt x="171871" y="307526"/>
                  </a:lnTo>
                  <a:lnTo>
                    <a:pt x="411713" y="344201"/>
                  </a:lnTo>
                  <a:close/>
                  <a:moveTo>
                    <a:pt x="389209" y="491021"/>
                  </a:moveTo>
                  <a:lnTo>
                    <a:pt x="368334" y="627135"/>
                  </a:lnTo>
                  <a:lnTo>
                    <a:pt x="128625" y="590464"/>
                  </a:lnTo>
                  <a:lnTo>
                    <a:pt x="149351" y="454372"/>
                  </a:lnTo>
                  <a:close/>
                  <a:moveTo>
                    <a:pt x="366727" y="638248"/>
                  </a:moveTo>
                  <a:lnTo>
                    <a:pt x="345826" y="774382"/>
                  </a:lnTo>
                  <a:lnTo>
                    <a:pt x="106139" y="737712"/>
                  </a:lnTo>
                  <a:lnTo>
                    <a:pt x="127018" y="601594"/>
                  </a:lnTo>
                  <a:close/>
                  <a:moveTo>
                    <a:pt x="344220" y="785491"/>
                  </a:moveTo>
                  <a:lnTo>
                    <a:pt x="323340" y="921604"/>
                  </a:lnTo>
                  <a:lnTo>
                    <a:pt x="83652" y="884934"/>
                  </a:lnTo>
                  <a:lnTo>
                    <a:pt x="104528" y="748820"/>
                  </a:lnTo>
                  <a:close/>
                  <a:moveTo>
                    <a:pt x="321734" y="932713"/>
                  </a:moveTo>
                  <a:lnTo>
                    <a:pt x="300991" y="1068694"/>
                  </a:lnTo>
                  <a:lnTo>
                    <a:pt x="61149" y="1032015"/>
                  </a:lnTo>
                  <a:lnTo>
                    <a:pt x="82029" y="895901"/>
                  </a:lnTo>
                  <a:close/>
                  <a:moveTo>
                    <a:pt x="332440" y="934319"/>
                  </a:moveTo>
                  <a:lnTo>
                    <a:pt x="572150" y="970995"/>
                  </a:lnTo>
                  <a:lnTo>
                    <a:pt x="551394" y="1107087"/>
                  </a:lnTo>
                  <a:lnTo>
                    <a:pt x="311557" y="1070416"/>
                  </a:lnTo>
                  <a:close/>
                  <a:moveTo>
                    <a:pt x="582857" y="972597"/>
                  </a:moveTo>
                  <a:lnTo>
                    <a:pt x="822544" y="1009272"/>
                  </a:lnTo>
                  <a:lnTo>
                    <a:pt x="801665" y="1145386"/>
                  </a:lnTo>
                  <a:lnTo>
                    <a:pt x="561977" y="1108715"/>
                  </a:lnTo>
                  <a:close/>
                  <a:moveTo>
                    <a:pt x="800080" y="1156093"/>
                  </a:moveTo>
                  <a:lnTo>
                    <a:pt x="779332" y="1292210"/>
                  </a:lnTo>
                  <a:lnTo>
                    <a:pt x="539358" y="1254185"/>
                  </a:lnTo>
                  <a:lnTo>
                    <a:pt x="560238" y="1118072"/>
                  </a:lnTo>
                  <a:close/>
                  <a:moveTo>
                    <a:pt x="810786" y="1157699"/>
                  </a:moveTo>
                  <a:lnTo>
                    <a:pt x="1050496" y="1194370"/>
                  </a:lnTo>
                  <a:lnTo>
                    <a:pt x="1029748" y="1330488"/>
                  </a:lnTo>
                  <a:lnTo>
                    <a:pt x="789907" y="1293813"/>
                  </a:lnTo>
                  <a:close/>
                  <a:moveTo>
                    <a:pt x="1060532" y="1194238"/>
                  </a:moveTo>
                  <a:lnTo>
                    <a:pt x="1300219" y="1231045"/>
                  </a:lnTo>
                  <a:lnTo>
                    <a:pt x="1279477" y="1367026"/>
                  </a:lnTo>
                  <a:lnTo>
                    <a:pt x="1039635" y="1330351"/>
                  </a:lnTo>
                  <a:close/>
                  <a:moveTo>
                    <a:pt x="1310943" y="1232652"/>
                  </a:moveTo>
                  <a:lnTo>
                    <a:pt x="1550631" y="1269323"/>
                  </a:lnTo>
                  <a:lnTo>
                    <a:pt x="1529773" y="1405816"/>
                  </a:lnTo>
                  <a:lnTo>
                    <a:pt x="1289931" y="1369145"/>
                  </a:lnTo>
                  <a:close/>
                  <a:moveTo>
                    <a:pt x="1561360" y="1270929"/>
                  </a:moveTo>
                  <a:lnTo>
                    <a:pt x="1801069" y="1307591"/>
                  </a:lnTo>
                  <a:lnTo>
                    <a:pt x="1780321" y="1443705"/>
                  </a:lnTo>
                  <a:lnTo>
                    <a:pt x="1540480" y="1407021"/>
                  </a:lnTo>
                  <a:close/>
                  <a:moveTo>
                    <a:pt x="1811784" y="1309300"/>
                  </a:moveTo>
                  <a:lnTo>
                    <a:pt x="2051758" y="1346373"/>
                  </a:lnTo>
                  <a:lnTo>
                    <a:pt x="2031007" y="1482508"/>
                  </a:lnTo>
                  <a:lnTo>
                    <a:pt x="1791165" y="1445700"/>
                  </a:lnTo>
                  <a:close/>
                  <a:moveTo>
                    <a:pt x="2062196" y="1347578"/>
                  </a:moveTo>
                  <a:lnTo>
                    <a:pt x="2301896" y="1384270"/>
                  </a:lnTo>
                  <a:lnTo>
                    <a:pt x="2281149" y="1520384"/>
                  </a:lnTo>
                  <a:lnTo>
                    <a:pt x="2041308" y="1483713"/>
                  </a:lnTo>
                  <a:close/>
                  <a:moveTo>
                    <a:pt x="2312603" y="1385877"/>
                  </a:moveTo>
                  <a:lnTo>
                    <a:pt x="2552313" y="1422547"/>
                  </a:lnTo>
                  <a:lnTo>
                    <a:pt x="2531565" y="1558661"/>
                  </a:lnTo>
                  <a:lnTo>
                    <a:pt x="2291724" y="1521990"/>
                  </a:lnTo>
                  <a:close/>
                  <a:moveTo>
                    <a:pt x="2563019" y="1424286"/>
                  </a:moveTo>
                  <a:lnTo>
                    <a:pt x="2802707" y="1461884"/>
                  </a:lnTo>
                  <a:lnTo>
                    <a:pt x="2781981" y="1598011"/>
                  </a:lnTo>
                  <a:lnTo>
                    <a:pt x="2542140" y="1561340"/>
                  </a:lnTo>
                  <a:close/>
                  <a:moveTo>
                    <a:pt x="2813431" y="1462564"/>
                  </a:moveTo>
                  <a:lnTo>
                    <a:pt x="3053140" y="1499239"/>
                  </a:lnTo>
                  <a:lnTo>
                    <a:pt x="3032393" y="1635887"/>
                  </a:lnTo>
                  <a:lnTo>
                    <a:pt x="2792551" y="1599216"/>
                  </a:lnTo>
                  <a:close/>
                  <a:moveTo>
                    <a:pt x="2815038" y="1451857"/>
                  </a:moveTo>
                  <a:lnTo>
                    <a:pt x="2835905" y="1315743"/>
                  </a:lnTo>
                  <a:lnTo>
                    <a:pt x="3075592" y="1352547"/>
                  </a:lnTo>
                  <a:lnTo>
                    <a:pt x="3054717" y="1488665"/>
                  </a:lnTo>
                  <a:close/>
                  <a:moveTo>
                    <a:pt x="3086342" y="1354824"/>
                  </a:moveTo>
                  <a:lnTo>
                    <a:pt x="3326030" y="1391495"/>
                  </a:lnTo>
                  <a:lnTo>
                    <a:pt x="3305159" y="1527626"/>
                  </a:lnTo>
                  <a:lnTo>
                    <a:pt x="3065471" y="1490950"/>
                  </a:lnTo>
                  <a:close/>
                  <a:moveTo>
                    <a:pt x="3336621" y="1392849"/>
                  </a:moveTo>
                  <a:lnTo>
                    <a:pt x="3576330" y="1429507"/>
                  </a:lnTo>
                  <a:lnTo>
                    <a:pt x="3555451" y="1565621"/>
                  </a:lnTo>
                  <a:lnTo>
                    <a:pt x="3315878" y="1528818"/>
                  </a:lnTo>
                  <a:close/>
                  <a:moveTo>
                    <a:pt x="3338228" y="1382275"/>
                  </a:moveTo>
                  <a:lnTo>
                    <a:pt x="3359108" y="1246157"/>
                  </a:lnTo>
                  <a:lnTo>
                    <a:pt x="3598795" y="1282832"/>
                  </a:lnTo>
                  <a:lnTo>
                    <a:pt x="3577527" y="1418933"/>
                  </a:lnTo>
                  <a:close/>
                  <a:moveTo>
                    <a:pt x="3360714" y="1235048"/>
                  </a:moveTo>
                  <a:lnTo>
                    <a:pt x="3381457" y="1098935"/>
                  </a:lnTo>
                  <a:lnTo>
                    <a:pt x="3621299" y="1135606"/>
                  </a:lnTo>
                  <a:lnTo>
                    <a:pt x="3600410" y="1271702"/>
                  </a:lnTo>
                  <a:close/>
                  <a:moveTo>
                    <a:pt x="3383196" y="1087826"/>
                  </a:moveTo>
                  <a:lnTo>
                    <a:pt x="3403542" y="953319"/>
                  </a:lnTo>
                  <a:lnTo>
                    <a:pt x="3644443" y="989290"/>
                  </a:lnTo>
                  <a:lnTo>
                    <a:pt x="3623700" y="1125407"/>
                  </a:lnTo>
                  <a:close/>
                  <a:moveTo>
                    <a:pt x="3405541" y="940583"/>
                  </a:moveTo>
                  <a:lnTo>
                    <a:pt x="3426553" y="806072"/>
                  </a:lnTo>
                  <a:lnTo>
                    <a:pt x="3666241" y="842743"/>
                  </a:lnTo>
                  <a:lnTo>
                    <a:pt x="3645494" y="978860"/>
                  </a:lnTo>
                  <a:close/>
                  <a:moveTo>
                    <a:pt x="3428027" y="793357"/>
                  </a:moveTo>
                  <a:lnTo>
                    <a:pt x="3449040" y="658850"/>
                  </a:lnTo>
                  <a:lnTo>
                    <a:pt x="3688727" y="695520"/>
                  </a:lnTo>
                  <a:lnTo>
                    <a:pt x="3668001" y="831634"/>
                  </a:lnTo>
                  <a:close/>
                  <a:moveTo>
                    <a:pt x="3417453" y="791750"/>
                  </a:moveTo>
                  <a:lnTo>
                    <a:pt x="3177611" y="755079"/>
                  </a:lnTo>
                  <a:lnTo>
                    <a:pt x="3198491" y="618966"/>
                  </a:lnTo>
                  <a:lnTo>
                    <a:pt x="3438179" y="655637"/>
                  </a:lnTo>
                  <a:close/>
                  <a:moveTo>
                    <a:pt x="3200098" y="608267"/>
                  </a:moveTo>
                  <a:lnTo>
                    <a:pt x="3220973" y="472282"/>
                  </a:lnTo>
                  <a:lnTo>
                    <a:pt x="3460682" y="508957"/>
                  </a:lnTo>
                  <a:lnTo>
                    <a:pt x="3439802" y="645071"/>
                  </a:lnTo>
                  <a:close/>
                  <a:moveTo>
                    <a:pt x="3189391" y="606661"/>
                  </a:moveTo>
                  <a:lnTo>
                    <a:pt x="2949703" y="569986"/>
                  </a:lnTo>
                  <a:lnTo>
                    <a:pt x="2970561" y="433864"/>
                  </a:lnTo>
                  <a:lnTo>
                    <a:pt x="3210249" y="470535"/>
                  </a:lnTo>
                  <a:close/>
                  <a:moveTo>
                    <a:pt x="2938975" y="568379"/>
                  </a:moveTo>
                  <a:lnTo>
                    <a:pt x="2699287" y="531708"/>
                  </a:lnTo>
                  <a:lnTo>
                    <a:pt x="2720970" y="397334"/>
                  </a:lnTo>
                  <a:lnTo>
                    <a:pt x="2960662" y="434005"/>
                  </a:lnTo>
                  <a:close/>
                  <a:moveTo>
                    <a:pt x="2688559" y="530102"/>
                  </a:moveTo>
                  <a:lnTo>
                    <a:pt x="2448871" y="493298"/>
                  </a:lnTo>
                  <a:lnTo>
                    <a:pt x="2469751" y="357317"/>
                  </a:lnTo>
                  <a:lnTo>
                    <a:pt x="2709438" y="393988"/>
                  </a:lnTo>
                  <a:close/>
                  <a:moveTo>
                    <a:pt x="2438134" y="491692"/>
                  </a:moveTo>
                  <a:lnTo>
                    <a:pt x="2198959" y="456760"/>
                  </a:lnTo>
                  <a:lnTo>
                    <a:pt x="2219851" y="320642"/>
                  </a:lnTo>
                  <a:lnTo>
                    <a:pt x="2459561" y="357317"/>
                  </a:lnTo>
                  <a:close/>
                  <a:moveTo>
                    <a:pt x="2187718" y="453415"/>
                  </a:moveTo>
                  <a:lnTo>
                    <a:pt x="1948146" y="417953"/>
                  </a:lnTo>
                  <a:lnTo>
                    <a:pt x="1969025" y="281839"/>
                  </a:lnTo>
                  <a:lnTo>
                    <a:pt x="2208713" y="318510"/>
                  </a:lnTo>
                  <a:close/>
                  <a:moveTo>
                    <a:pt x="1937306" y="415000"/>
                  </a:moveTo>
                  <a:lnTo>
                    <a:pt x="1697618" y="378330"/>
                  </a:lnTo>
                  <a:lnTo>
                    <a:pt x="1718631" y="243955"/>
                  </a:lnTo>
                  <a:lnTo>
                    <a:pt x="1958071" y="280758"/>
                  </a:lnTo>
                  <a:close/>
                  <a:moveTo>
                    <a:pt x="1687023" y="376723"/>
                  </a:moveTo>
                  <a:lnTo>
                    <a:pt x="1447181" y="340052"/>
                  </a:lnTo>
                  <a:lnTo>
                    <a:pt x="1468061" y="203934"/>
                  </a:lnTo>
                  <a:lnTo>
                    <a:pt x="1707748" y="240609"/>
                  </a:lnTo>
                  <a:close/>
                  <a:moveTo>
                    <a:pt x="1436611" y="338446"/>
                  </a:moveTo>
                  <a:lnTo>
                    <a:pt x="1196769" y="301638"/>
                  </a:lnTo>
                  <a:lnTo>
                    <a:pt x="1217649" y="165657"/>
                  </a:lnTo>
                  <a:lnTo>
                    <a:pt x="1457486" y="203802"/>
                  </a:lnTo>
                  <a:close/>
                  <a:moveTo>
                    <a:pt x="1186062" y="300032"/>
                  </a:moveTo>
                  <a:lnTo>
                    <a:pt x="946353" y="263361"/>
                  </a:lnTo>
                  <a:lnTo>
                    <a:pt x="967635" y="128986"/>
                  </a:lnTo>
                  <a:lnTo>
                    <a:pt x="1207322" y="165657"/>
                  </a:lnTo>
                  <a:close/>
                  <a:moveTo>
                    <a:pt x="935779" y="261754"/>
                  </a:moveTo>
                  <a:lnTo>
                    <a:pt x="695937" y="225083"/>
                  </a:lnTo>
                  <a:lnTo>
                    <a:pt x="716817" y="88965"/>
                  </a:lnTo>
                  <a:lnTo>
                    <a:pt x="956526" y="125641"/>
                  </a:lnTo>
                  <a:close/>
                  <a:moveTo>
                    <a:pt x="685367" y="223477"/>
                  </a:moveTo>
                  <a:lnTo>
                    <a:pt x="445679" y="188408"/>
                  </a:lnTo>
                  <a:lnTo>
                    <a:pt x="466559" y="52427"/>
                  </a:lnTo>
                  <a:lnTo>
                    <a:pt x="706247" y="89102"/>
                  </a:lnTo>
                  <a:close/>
                  <a:moveTo>
                    <a:pt x="683624" y="234051"/>
                  </a:moveTo>
                  <a:lnTo>
                    <a:pt x="662906" y="370165"/>
                  </a:lnTo>
                  <a:lnTo>
                    <a:pt x="423065" y="333494"/>
                  </a:lnTo>
                  <a:lnTo>
                    <a:pt x="443944" y="197376"/>
                  </a:lnTo>
                  <a:close/>
                  <a:moveTo>
                    <a:pt x="412465" y="331892"/>
                  </a:moveTo>
                  <a:lnTo>
                    <a:pt x="172777" y="297494"/>
                  </a:lnTo>
                  <a:lnTo>
                    <a:pt x="193652" y="161380"/>
                  </a:lnTo>
                  <a:lnTo>
                    <a:pt x="433340" y="198051"/>
                  </a:lnTo>
                  <a:close/>
                  <a:moveTo>
                    <a:pt x="58872" y="1041371"/>
                  </a:moveTo>
                  <a:lnTo>
                    <a:pt x="298461" y="1078042"/>
                  </a:lnTo>
                  <a:lnTo>
                    <a:pt x="277714" y="1214160"/>
                  </a:lnTo>
                  <a:lnTo>
                    <a:pt x="37872" y="1177485"/>
                  </a:lnTo>
                  <a:close/>
                  <a:moveTo>
                    <a:pt x="309288" y="1079649"/>
                  </a:moveTo>
                  <a:lnTo>
                    <a:pt x="548997" y="1116320"/>
                  </a:lnTo>
                  <a:lnTo>
                    <a:pt x="528250" y="1252438"/>
                  </a:lnTo>
                  <a:lnTo>
                    <a:pt x="288408" y="1215767"/>
                  </a:lnTo>
                  <a:close/>
                  <a:moveTo>
                    <a:pt x="525972" y="1263157"/>
                  </a:moveTo>
                  <a:lnTo>
                    <a:pt x="505251" y="1399258"/>
                  </a:lnTo>
                  <a:lnTo>
                    <a:pt x="265520" y="1362587"/>
                  </a:lnTo>
                  <a:lnTo>
                    <a:pt x="286268" y="1226474"/>
                  </a:lnTo>
                  <a:close/>
                  <a:moveTo>
                    <a:pt x="536684" y="1264764"/>
                  </a:moveTo>
                  <a:lnTo>
                    <a:pt x="776923" y="1301302"/>
                  </a:lnTo>
                  <a:lnTo>
                    <a:pt x="756180" y="1437416"/>
                  </a:lnTo>
                  <a:lnTo>
                    <a:pt x="516492" y="1400745"/>
                  </a:lnTo>
                  <a:close/>
                  <a:moveTo>
                    <a:pt x="787095" y="1303174"/>
                  </a:moveTo>
                  <a:lnTo>
                    <a:pt x="1026783" y="1339849"/>
                  </a:lnTo>
                  <a:lnTo>
                    <a:pt x="1006036" y="1475962"/>
                  </a:lnTo>
                  <a:lnTo>
                    <a:pt x="766865" y="1439155"/>
                  </a:lnTo>
                  <a:close/>
                  <a:moveTo>
                    <a:pt x="1038033" y="1341438"/>
                  </a:moveTo>
                  <a:lnTo>
                    <a:pt x="1277720" y="1378113"/>
                  </a:lnTo>
                  <a:lnTo>
                    <a:pt x="1256973" y="1514227"/>
                  </a:lnTo>
                  <a:lnTo>
                    <a:pt x="1017132" y="1477556"/>
                  </a:lnTo>
                  <a:close/>
                  <a:moveTo>
                    <a:pt x="1288829" y="1379720"/>
                  </a:moveTo>
                  <a:lnTo>
                    <a:pt x="1528517" y="1416523"/>
                  </a:lnTo>
                  <a:lnTo>
                    <a:pt x="1507774" y="1552504"/>
                  </a:lnTo>
                  <a:lnTo>
                    <a:pt x="1267659" y="1515432"/>
                  </a:lnTo>
                  <a:close/>
                  <a:moveTo>
                    <a:pt x="1539241" y="1418130"/>
                  </a:moveTo>
                  <a:lnTo>
                    <a:pt x="1778950" y="1454801"/>
                  </a:lnTo>
                  <a:lnTo>
                    <a:pt x="1757267" y="1590918"/>
                  </a:lnTo>
                  <a:lnTo>
                    <a:pt x="1517579" y="1554248"/>
                  </a:lnTo>
                  <a:close/>
                  <a:moveTo>
                    <a:pt x="1789657" y="1456407"/>
                  </a:moveTo>
                  <a:lnTo>
                    <a:pt x="2029366" y="1493082"/>
                  </a:lnTo>
                  <a:lnTo>
                    <a:pt x="2008619" y="1629196"/>
                  </a:lnTo>
                  <a:lnTo>
                    <a:pt x="1768777" y="1592525"/>
                  </a:lnTo>
                  <a:close/>
                  <a:moveTo>
                    <a:pt x="2040073" y="1494689"/>
                  </a:moveTo>
                  <a:lnTo>
                    <a:pt x="2279244" y="1531492"/>
                  </a:lnTo>
                  <a:lnTo>
                    <a:pt x="2258496" y="1667473"/>
                  </a:lnTo>
                  <a:lnTo>
                    <a:pt x="2018659" y="1630802"/>
                  </a:lnTo>
                  <a:close/>
                  <a:moveTo>
                    <a:pt x="2290485" y="1533099"/>
                  </a:moveTo>
                  <a:lnTo>
                    <a:pt x="2530194" y="1569770"/>
                  </a:lnTo>
                  <a:lnTo>
                    <a:pt x="2509485" y="1705887"/>
                  </a:lnTo>
                  <a:lnTo>
                    <a:pt x="2269643" y="1669212"/>
                  </a:lnTo>
                  <a:close/>
                  <a:moveTo>
                    <a:pt x="2540935" y="1571376"/>
                  </a:moveTo>
                  <a:lnTo>
                    <a:pt x="2780623" y="1608051"/>
                  </a:lnTo>
                  <a:lnTo>
                    <a:pt x="2759897" y="1744165"/>
                  </a:lnTo>
                  <a:lnTo>
                    <a:pt x="2520188" y="1707498"/>
                  </a:lnTo>
                  <a:close/>
                  <a:moveTo>
                    <a:pt x="2791347" y="1609790"/>
                  </a:moveTo>
                  <a:lnTo>
                    <a:pt x="3031056" y="1646461"/>
                  </a:lnTo>
                  <a:lnTo>
                    <a:pt x="3009911" y="1783122"/>
                  </a:lnTo>
                  <a:lnTo>
                    <a:pt x="2770069" y="1746305"/>
                  </a:lnTo>
                  <a:close/>
                  <a:moveTo>
                    <a:pt x="3041763" y="1648068"/>
                  </a:moveTo>
                  <a:lnTo>
                    <a:pt x="3281472" y="1684738"/>
                  </a:lnTo>
                  <a:lnTo>
                    <a:pt x="3260724" y="1820856"/>
                  </a:lnTo>
                  <a:lnTo>
                    <a:pt x="3020904" y="1784181"/>
                  </a:lnTo>
                  <a:close/>
                  <a:moveTo>
                    <a:pt x="3043369" y="1637361"/>
                  </a:moveTo>
                  <a:lnTo>
                    <a:pt x="3064249" y="1501243"/>
                  </a:lnTo>
                  <a:lnTo>
                    <a:pt x="3303937" y="1538050"/>
                  </a:lnTo>
                  <a:lnTo>
                    <a:pt x="3283061" y="1674032"/>
                  </a:lnTo>
                  <a:close/>
                  <a:moveTo>
                    <a:pt x="3314673" y="1539657"/>
                  </a:moveTo>
                  <a:lnTo>
                    <a:pt x="3554361" y="1576328"/>
                  </a:lnTo>
                  <a:lnTo>
                    <a:pt x="3533605" y="1712446"/>
                  </a:lnTo>
                  <a:lnTo>
                    <a:pt x="3293366" y="1676040"/>
                  </a:lnTo>
                  <a:close/>
                  <a:moveTo>
                    <a:pt x="3707898" y="573216"/>
                  </a:moveTo>
                  <a:lnTo>
                    <a:pt x="3690381" y="685642"/>
                  </a:lnTo>
                  <a:lnTo>
                    <a:pt x="3450693" y="648971"/>
                  </a:lnTo>
                  <a:lnTo>
                    <a:pt x="3471569" y="512854"/>
                  </a:lnTo>
                  <a:lnTo>
                    <a:pt x="3686988" y="545761"/>
                  </a:lnTo>
                  <a:cubicBezTo>
                    <a:pt x="3700135" y="547824"/>
                    <a:pt x="3709227" y="560009"/>
                    <a:pt x="3707466" y="573199"/>
                  </a:cubicBezTo>
                  <a:close/>
                  <a:moveTo>
                    <a:pt x="241445" y="17790"/>
                  </a:moveTo>
                  <a:lnTo>
                    <a:pt x="456924" y="50714"/>
                  </a:lnTo>
                  <a:lnTo>
                    <a:pt x="436181" y="186827"/>
                  </a:lnTo>
                  <a:lnTo>
                    <a:pt x="195267" y="150293"/>
                  </a:lnTo>
                  <a:lnTo>
                    <a:pt x="212400" y="38400"/>
                  </a:lnTo>
                  <a:cubicBezTo>
                    <a:pt x="214383" y="25023"/>
                    <a:pt x="226837" y="15782"/>
                    <a:pt x="240219" y="17768"/>
                  </a:cubicBezTo>
                  <a:cubicBezTo>
                    <a:pt x="240219" y="17768"/>
                    <a:pt x="240223" y="17768"/>
                    <a:pt x="240223" y="17768"/>
                  </a:cubicBezTo>
                  <a:lnTo>
                    <a:pt x="240372" y="17768"/>
                  </a:lnTo>
                  <a:close/>
                  <a:moveTo>
                    <a:pt x="20321" y="1299948"/>
                  </a:moveTo>
                  <a:lnTo>
                    <a:pt x="37454" y="1188059"/>
                  </a:lnTo>
                  <a:lnTo>
                    <a:pt x="277163" y="1224867"/>
                  </a:lnTo>
                  <a:lnTo>
                    <a:pt x="256420" y="1360848"/>
                  </a:lnTo>
                  <a:lnTo>
                    <a:pt x="39735" y="1328057"/>
                  </a:lnTo>
                  <a:cubicBezTo>
                    <a:pt x="26328" y="1325932"/>
                    <a:pt x="17172" y="1313360"/>
                    <a:pt x="19257" y="1299948"/>
                  </a:cubicBezTo>
                  <a:close/>
                  <a:moveTo>
                    <a:pt x="3486514" y="1855519"/>
                  </a:moveTo>
                  <a:lnTo>
                    <a:pt x="3270897" y="1822463"/>
                  </a:lnTo>
                  <a:lnTo>
                    <a:pt x="3291781" y="1686345"/>
                  </a:lnTo>
                  <a:lnTo>
                    <a:pt x="3531469" y="1723016"/>
                  </a:lnTo>
                  <a:lnTo>
                    <a:pt x="3514336" y="1835041"/>
                  </a:lnTo>
                  <a:cubicBezTo>
                    <a:pt x="3512273" y="1848358"/>
                    <a:pt x="3499844" y="1857510"/>
                    <a:pt x="3486514" y="18555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357691" y="2322997"/>
              <a:ext cx="3555743" cy="1338235"/>
            </a:xfrm>
            <a:custGeom>
              <a:avLst/>
              <a:gdLst/>
              <a:ahLst/>
              <a:cxnLst/>
              <a:rect l="l" t="t" r="r" b="b"/>
              <a:pathLst>
                <a:path w="3555743" h="1338235" extrusionOk="0">
                  <a:moveTo>
                    <a:pt x="3564042" y="930344"/>
                  </a:moveTo>
                  <a:lnTo>
                    <a:pt x="3503547" y="1324906"/>
                  </a:lnTo>
                  <a:cubicBezTo>
                    <a:pt x="3501633" y="1337698"/>
                    <a:pt x="3489708" y="1346516"/>
                    <a:pt x="3476917" y="1344602"/>
                  </a:cubicBezTo>
                  <a:cubicBezTo>
                    <a:pt x="3476917" y="1344602"/>
                    <a:pt x="3476912" y="1344602"/>
                    <a:pt x="3476912" y="1344602"/>
                  </a:cubicBezTo>
                  <a:lnTo>
                    <a:pt x="3476780" y="1344602"/>
                  </a:lnTo>
                  <a:lnTo>
                    <a:pt x="28126" y="816713"/>
                  </a:lnTo>
                  <a:cubicBezTo>
                    <a:pt x="15342" y="814726"/>
                    <a:pt x="6592" y="802754"/>
                    <a:pt x="8579" y="789971"/>
                  </a:cubicBezTo>
                  <a:cubicBezTo>
                    <a:pt x="8579" y="789971"/>
                    <a:pt x="8579" y="789971"/>
                    <a:pt x="8579" y="789971"/>
                  </a:cubicBezTo>
                  <a:lnTo>
                    <a:pt x="8579" y="789945"/>
                  </a:lnTo>
                  <a:lnTo>
                    <a:pt x="16611" y="737214"/>
                  </a:lnTo>
                  <a:cubicBezTo>
                    <a:pt x="16611" y="737214"/>
                    <a:pt x="178706" y="606586"/>
                    <a:pt x="280144" y="622121"/>
                  </a:cubicBezTo>
                  <a:cubicBezTo>
                    <a:pt x="399932" y="640459"/>
                    <a:pt x="421479" y="708452"/>
                    <a:pt x="528552" y="724512"/>
                  </a:cubicBezTo>
                  <a:cubicBezTo>
                    <a:pt x="635625" y="740572"/>
                    <a:pt x="752859" y="492968"/>
                    <a:pt x="849768" y="507691"/>
                  </a:cubicBezTo>
                  <a:cubicBezTo>
                    <a:pt x="902097" y="515723"/>
                    <a:pt x="915483" y="556009"/>
                    <a:pt x="941046" y="592944"/>
                  </a:cubicBezTo>
                  <a:cubicBezTo>
                    <a:pt x="963246" y="627323"/>
                    <a:pt x="999489" y="650150"/>
                    <a:pt x="1040087" y="655323"/>
                  </a:cubicBezTo>
                  <a:lnTo>
                    <a:pt x="1044103" y="655994"/>
                  </a:lnTo>
                  <a:cubicBezTo>
                    <a:pt x="1175269" y="676075"/>
                    <a:pt x="1352740" y="-20165"/>
                    <a:pt x="1533156" y="7427"/>
                  </a:cubicBezTo>
                  <a:cubicBezTo>
                    <a:pt x="1613457" y="19608"/>
                    <a:pt x="1645176" y="173256"/>
                    <a:pt x="1669137" y="342964"/>
                  </a:cubicBezTo>
                  <a:cubicBezTo>
                    <a:pt x="1699519" y="557107"/>
                    <a:pt x="1716651" y="798020"/>
                    <a:pt x="1800303" y="810197"/>
                  </a:cubicBezTo>
                  <a:cubicBezTo>
                    <a:pt x="1949935" y="833085"/>
                    <a:pt x="2001064" y="529134"/>
                    <a:pt x="2139989" y="550950"/>
                  </a:cubicBezTo>
                  <a:cubicBezTo>
                    <a:pt x="2227374" y="564293"/>
                    <a:pt x="2259234" y="726238"/>
                    <a:pt x="2332850" y="854593"/>
                  </a:cubicBezTo>
                  <a:cubicBezTo>
                    <a:pt x="2376348" y="930477"/>
                    <a:pt x="2434565" y="994722"/>
                    <a:pt x="2527732" y="1008907"/>
                  </a:cubicBezTo>
                  <a:cubicBezTo>
                    <a:pt x="2612451" y="1022293"/>
                    <a:pt x="2669066" y="1002216"/>
                    <a:pt x="2713099" y="971309"/>
                  </a:cubicBezTo>
                  <a:cubicBezTo>
                    <a:pt x="2799416" y="910943"/>
                    <a:pt x="2837959" y="807881"/>
                    <a:pt x="2945835" y="824074"/>
                  </a:cubicBezTo>
                  <a:cubicBezTo>
                    <a:pt x="3009812" y="833845"/>
                    <a:pt x="3033097" y="883099"/>
                    <a:pt x="3056920" y="929541"/>
                  </a:cubicBezTo>
                  <a:cubicBezTo>
                    <a:pt x="3077668" y="969703"/>
                    <a:pt x="3098812" y="1008506"/>
                    <a:pt x="3148066" y="1016004"/>
                  </a:cubicBezTo>
                  <a:cubicBezTo>
                    <a:pt x="3206018" y="1024976"/>
                    <a:pt x="3255139" y="941987"/>
                    <a:pt x="3307738" y="868777"/>
                  </a:cubicBezTo>
                  <a:cubicBezTo>
                    <a:pt x="3350698" y="808283"/>
                    <a:pt x="3395538" y="753945"/>
                    <a:pt x="3448803" y="761708"/>
                  </a:cubicBezTo>
                  <a:cubicBezTo>
                    <a:pt x="3502069" y="769472"/>
                    <a:pt x="3535535" y="835452"/>
                    <a:pt x="3551728" y="882163"/>
                  </a:cubicBezTo>
                  <a:cubicBezTo>
                    <a:pt x="3556778" y="897966"/>
                    <a:pt x="3560893" y="914055"/>
                    <a:pt x="3564042" y="930344"/>
                  </a:cubicBezTo>
                  <a:close/>
                </a:path>
              </a:pathLst>
            </a:custGeom>
            <a:solidFill>
              <a:srgbClr val="9999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357691" y="2624572"/>
              <a:ext cx="3638724" cy="1036792"/>
            </a:xfrm>
            <a:custGeom>
              <a:avLst/>
              <a:gdLst/>
              <a:ahLst/>
              <a:cxnLst/>
              <a:rect l="l" t="t" r="r" b="b"/>
              <a:pathLst>
                <a:path w="3638724" h="1036792" extrusionOk="0">
                  <a:moveTo>
                    <a:pt x="3647022" y="86584"/>
                  </a:moveTo>
                  <a:lnTo>
                    <a:pt x="3503547" y="1023463"/>
                  </a:lnTo>
                  <a:cubicBezTo>
                    <a:pt x="3501629" y="1036255"/>
                    <a:pt x="3489704" y="1045074"/>
                    <a:pt x="3476912" y="1043160"/>
                  </a:cubicBezTo>
                  <a:lnTo>
                    <a:pt x="3476780" y="1043160"/>
                  </a:lnTo>
                  <a:lnTo>
                    <a:pt x="28126" y="515137"/>
                  </a:lnTo>
                  <a:cubicBezTo>
                    <a:pt x="15342" y="513151"/>
                    <a:pt x="6592" y="501178"/>
                    <a:pt x="8579" y="488396"/>
                  </a:cubicBezTo>
                  <a:cubicBezTo>
                    <a:pt x="8579" y="488396"/>
                    <a:pt x="8579" y="488396"/>
                    <a:pt x="8579" y="488396"/>
                  </a:cubicBezTo>
                  <a:lnTo>
                    <a:pt x="8579" y="488370"/>
                  </a:lnTo>
                  <a:lnTo>
                    <a:pt x="16611" y="435639"/>
                  </a:lnTo>
                  <a:cubicBezTo>
                    <a:pt x="159817" y="457587"/>
                    <a:pt x="236240" y="350381"/>
                    <a:pt x="332350" y="365104"/>
                  </a:cubicBezTo>
                  <a:cubicBezTo>
                    <a:pt x="428460" y="379827"/>
                    <a:pt x="478239" y="446880"/>
                    <a:pt x="568192" y="460667"/>
                  </a:cubicBezTo>
                  <a:cubicBezTo>
                    <a:pt x="658146" y="474455"/>
                    <a:pt x="796925" y="263923"/>
                    <a:pt x="895300" y="279047"/>
                  </a:cubicBezTo>
                  <a:cubicBezTo>
                    <a:pt x="910724" y="281287"/>
                    <a:pt x="925797" y="285515"/>
                    <a:pt x="940136" y="291625"/>
                  </a:cubicBezTo>
                  <a:cubicBezTo>
                    <a:pt x="978011" y="307434"/>
                    <a:pt x="1004112" y="332851"/>
                    <a:pt x="1039177" y="354004"/>
                  </a:cubicBezTo>
                  <a:cubicBezTo>
                    <a:pt x="1066773" y="370735"/>
                    <a:pt x="1097449" y="381750"/>
                    <a:pt x="1129386" y="386394"/>
                  </a:cubicBezTo>
                  <a:cubicBezTo>
                    <a:pt x="1244620" y="403911"/>
                    <a:pt x="1475229" y="-13120"/>
                    <a:pt x="1608933" y="7358"/>
                  </a:cubicBezTo>
                  <a:cubicBezTo>
                    <a:pt x="1632077" y="11541"/>
                    <a:pt x="1653046" y="23658"/>
                    <a:pt x="1668227" y="41624"/>
                  </a:cubicBezTo>
                  <a:cubicBezTo>
                    <a:pt x="1747191" y="127681"/>
                    <a:pt x="1767533" y="342896"/>
                    <a:pt x="1878887" y="359892"/>
                  </a:cubicBezTo>
                  <a:cubicBezTo>
                    <a:pt x="2013932" y="380639"/>
                    <a:pt x="2086206" y="161006"/>
                    <a:pt x="2217236" y="180950"/>
                  </a:cubicBezTo>
                  <a:cubicBezTo>
                    <a:pt x="2348265" y="200894"/>
                    <a:pt x="2386786" y="426803"/>
                    <a:pt x="2538413" y="449960"/>
                  </a:cubicBezTo>
                  <a:cubicBezTo>
                    <a:pt x="2690040" y="473117"/>
                    <a:pt x="2854579" y="58744"/>
                    <a:pt x="3012085" y="82837"/>
                  </a:cubicBezTo>
                  <a:cubicBezTo>
                    <a:pt x="3169591" y="106929"/>
                    <a:pt x="3214602" y="319867"/>
                    <a:pt x="3351506" y="340746"/>
                  </a:cubicBezTo>
                  <a:cubicBezTo>
                    <a:pt x="3501804" y="363767"/>
                    <a:pt x="3647022" y="86584"/>
                    <a:pt x="3647022" y="86584"/>
                  </a:cubicBezTo>
                  <a:close/>
                </a:path>
              </a:pathLst>
            </a:custGeom>
            <a:solidFill>
              <a:srgbClr val="87E8BD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357691" y="3010301"/>
              <a:ext cx="3571804" cy="650929"/>
            </a:xfrm>
            <a:custGeom>
              <a:avLst/>
              <a:gdLst/>
              <a:ahLst/>
              <a:cxnLst/>
              <a:rect l="l" t="t" r="r" b="b"/>
              <a:pathLst>
                <a:path w="3571804" h="650929" extrusionOk="0">
                  <a:moveTo>
                    <a:pt x="3580102" y="136368"/>
                  </a:moveTo>
                  <a:lnTo>
                    <a:pt x="3503278" y="637601"/>
                  </a:lnTo>
                  <a:cubicBezTo>
                    <a:pt x="3501364" y="650393"/>
                    <a:pt x="3489448" y="659208"/>
                    <a:pt x="3476656" y="657298"/>
                  </a:cubicBezTo>
                  <a:lnTo>
                    <a:pt x="3476519" y="657298"/>
                  </a:lnTo>
                  <a:lnTo>
                    <a:pt x="28126" y="129408"/>
                  </a:lnTo>
                  <a:cubicBezTo>
                    <a:pt x="15342" y="127421"/>
                    <a:pt x="6592" y="115449"/>
                    <a:pt x="8579" y="102667"/>
                  </a:cubicBezTo>
                  <a:cubicBezTo>
                    <a:pt x="8579" y="102667"/>
                    <a:pt x="8579" y="102666"/>
                    <a:pt x="8579" y="102666"/>
                  </a:cubicBezTo>
                  <a:lnTo>
                    <a:pt x="8579" y="102641"/>
                  </a:lnTo>
                  <a:lnTo>
                    <a:pt x="12463" y="76809"/>
                  </a:lnTo>
                  <a:cubicBezTo>
                    <a:pt x="17415" y="72109"/>
                    <a:pt x="98656" y="-4565"/>
                    <a:pt x="181099" y="8022"/>
                  </a:cubicBezTo>
                  <a:cubicBezTo>
                    <a:pt x="266357" y="21403"/>
                    <a:pt x="266621" y="97424"/>
                    <a:pt x="385474" y="115091"/>
                  </a:cubicBezTo>
                  <a:cubicBezTo>
                    <a:pt x="504327" y="132758"/>
                    <a:pt x="538990" y="39207"/>
                    <a:pt x="707621" y="65038"/>
                  </a:cubicBezTo>
                  <a:cubicBezTo>
                    <a:pt x="876253" y="90870"/>
                    <a:pt x="875723" y="208783"/>
                    <a:pt x="1050119" y="235550"/>
                  </a:cubicBezTo>
                  <a:cubicBezTo>
                    <a:pt x="1224514" y="262317"/>
                    <a:pt x="1260514" y="120846"/>
                    <a:pt x="1384716" y="139846"/>
                  </a:cubicBezTo>
                  <a:cubicBezTo>
                    <a:pt x="1508918" y="158846"/>
                    <a:pt x="1500223" y="230991"/>
                    <a:pt x="1570621" y="241698"/>
                  </a:cubicBezTo>
                  <a:cubicBezTo>
                    <a:pt x="1641019" y="252405"/>
                    <a:pt x="1681976" y="142119"/>
                    <a:pt x="1768571" y="155393"/>
                  </a:cubicBezTo>
                  <a:cubicBezTo>
                    <a:pt x="1855166" y="168668"/>
                    <a:pt x="1921424" y="350104"/>
                    <a:pt x="2018995" y="365101"/>
                  </a:cubicBezTo>
                  <a:cubicBezTo>
                    <a:pt x="2087518" y="375543"/>
                    <a:pt x="2208644" y="239827"/>
                    <a:pt x="2332311" y="167019"/>
                  </a:cubicBezTo>
                  <a:cubicBezTo>
                    <a:pt x="2384509" y="136257"/>
                    <a:pt x="2437377" y="116693"/>
                    <a:pt x="2486630" y="124324"/>
                  </a:cubicBezTo>
                  <a:cubicBezTo>
                    <a:pt x="2588482" y="139850"/>
                    <a:pt x="2647909" y="219366"/>
                    <a:pt x="2712552" y="283727"/>
                  </a:cubicBezTo>
                  <a:cubicBezTo>
                    <a:pt x="2752713" y="323888"/>
                    <a:pt x="2795934" y="358679"/>
                    <a:pt x="2852417" y="367378"/>
                  </a:cubicBezTo>
                  <a:cubicBezTo>
                    <a:pt x="2932740" y="379692"/>
                    <a:pt x="2994418" y="306615"/>
                    <a:pt x="3056386" y="242369"/>
                  </a:cubicBezTo>
                  <a:cubicBezTo>
                    <a:pt x="3106712" y="190039"/>
                    <a:pt x="3157435" y="143465"/>
                    <a:pt x="3219135" y="152830"/>
                  </a:cubicBezTo>
                  <a:cubicBezTo>
                    <a:pt x="3249995" y="156757"/>
                    <a:pt x="3279856" y="166378"/>
                    <a:pt x="3307204" y="181204"/>
                  </a:cubicBezTo>
                  <a:cubicBezTo>
                    <a:pt x="3360738" y="211184"/>
                    <a:pt x="3374791" y="251606"/>
                    <a:pt x="3438767" y="261527"/>
                  </a:cubicBezTo>
                  <a:cubicBezTo>
                    <a:pt x="3515724" y="273691"/>
                    <a:pt x="3580102" y="136368"/>
                    <a:pt x="3580102" y="136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4571726" y="1678808"/>
              <a:ext cx="251138" cy="94412"/>
            </a:xfrm>
            <a:custGeom>
              <a:avLst/>
              <a:gdLst/>
              <a:ahLst/>
              <a:cxnLst/>
              <a:rect l="l" t="t" r="r" b="b"/>
              <a:pathLst>
                <a:path w="251138" h="94412" extrusionOk="0">
                  <a:moveTo>
                    <a:pt x="221500" y="100689"/>
                  </a:moveTo>
                  <a:lnTo>
                    <a:pt x="36265" y="72315"/>
                  </a:lnTo>
                  <a:cubicBezTo>
                    <a:pt x="18291" y="69572"/>
                    <a:pt x="5939" y="52781"/>
                    <a:pt x="8678" y="34803"/>
                  </a:cubicBezTo>
                  <a:cubicBezTo>
                    <a:pt x="8678" y="34769"/>
                    <a:pt x="8678" y="34739"/>
                    <a:pt x="8678" y="34704"/>
                  </a:cubicBezTo>
                  <a:lnTo>
                    <a:pt x="8678" y="34704"/>
                  </a:lnTo>
                  <a:cubicBezTo>
                    <a:pt x="11425" y="16683"/>
                    <a:pt x="28246" y="4284"/>
                    <a:pt x="46276" y="7002"/>
                  </a:cubicBezTo>
                  <a:lnTo>
                    <a:pt x="231378" y="35375"/>
                  </a:lnTo>
                  <a:cubicBezTo>
                    <a:pt x="249361" y="38191"/>
                    <a:pt x="261721" y="54965"/>
                    <a:pt x="259081" y="72973"/>
                  </a:cubicBezTo>
                  <a:lnTo>
                    <a:pt x="259081" y="72973"/>
                  </a:lnTo>
                  <a:cubicBezTo>
                    <a:pt x="256270" y="90952"/>
                    <a:pt x="239504" y="103312"/>
                    <a:pt x="221500" y="1006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853402" y="1722179"/>
              <a:ext cx="251884" cy="94125"/>
            </a:xfrm>
            <a:custGeom>
              <a:avLst/>
              <a:gdLst/>
              <a:ahLst/>
              <a:cxnLst/>
              <a:rect l="l" t="t" r="r" b="b"/>
              <a:pathLst>
                <a:path w="251884" h="94125" extrusionOk="0">
                  <a:moveTo>
                    <a:pt x="42079" y="19976"/>
                  </a:moveTo>
                  <a:lnTo>
                    <a:pt x="45022" y="19976"/>
                  </a:lnTo>
                  <a:lnTo>
                    <a:pt x="230257" y="48350"/>
                  </a:lnTo>
                  <a:cubicBezTo>
                    <a:pt x="235581" y="49029"/>
                    <a:pt x="240404" y="51828"/>
                    <a:pt x="243639" y="56113"/>
                  </a:cubicBezTo>
                  <a:cubicBezTo>
                    <a:pt x="246676" y="60330"/>
                    <a:pt x="247971" y="65555"/>
                    <a:pt x="247253" y="70699"/>
                  </a:cubicBezTo>
                  <a:cubicBezTo>
                    <a:pt x="245698" y="80244"/>
                    <a:pt x="237516" y="87298"/>
                    <a:pt x="227847" y="87431"/>
                  </a:cubicBezTo>
                  <a:lnTo>
                    <a:pt x="224750" y="87431"/>
                  </a:lnTo>
                  <a:lnTo>
                    <a:pt x="39652" y="59057"/>
                  </a:lnTo>
                  <a:cubicBezTo>
                    <a:pt x="34294" y="58467"/>
                    <a:pt x="29436" y="55652"/>
                    <a:pt x="26266" y="51294"/>
                  </a:cubicBezTo>
                  <a:cubicBezTo>
                    <a:pt x="19832" y="42629"/>
                    <a:pt x="21639" y="30393"/>
                    <a:pt x="30304" y="23958"/>
                  </a:cubicBezTo>
                  <a:cubicBezTo>
                    <a:pt x="30308" y="23954"/>
                    <a:pt x="30312" y="23954"/>
                    <a:pt x="30316" y="23950"/>
                  </a:cubicBezTo>
                  <a:cubicBezTo>
                    <a:pt x="33713" y="21429"/>
                    <a:pt x="37832" y="20079"/>
                    <a:pt x="42062" y="20104"/>
                  </a:cubicBezTo>
                  <a:moveTo>
                    <a:pt x="42062" y="6723"/>
                  </a:moveTo>
                  <a:cubicBezTo>
                    <a:pt x="23895" y="6257"/>
                    <a:pt x="8787" y="20600"/>
                    <a:pt x="8309" y="38767"/>
                  </a:cubicBezTo>
                  <a:cubicBezTo>
                    <a:pt x="7873" y="55682"/>
                    <a:pt x="20332" y="70174"/>
                    <a:pt x="37123" y="72280"/>
                  </a:cubicBezTo>
                  <a:lnTo>
                    <a:pt x="222221" y="100654"/>
                  </a:lnTo>
                  <a:cubicBezTo>
                    <a:pt x="223912" y="100787"/>
                    <a:pt x="225617" y="100787"/>
                    <a:pt x="227309" y="100654"/>
                  </a:cubicBezTo>
                  <a:cubicBezTo>
                    <a:pt x="245561" y="100556"/>
                    <a:pt x="260280" y="85679"/>
                    <a:pt x="260182" y="67422"/>
                  </a:cubicBezTo>
                  <a:cubicBezTo>
                    <a:pt x="260182" y="67422"/>
                    <a:pt x="260182" y="67418"/>
                    <a:pt x="260182" y="67418"/>
                  </a:cubicBezTo>
                  <a:cubicBezTo>
                    <a:pt x="260092" y="51213"/>
                    <a:pt x="248270" y="37464"/>
                    <a:pt x="232261" y="34947"/>
                  </a:cubicBezTo>
                  <a:lnTo>
                    <a:pt x="47013" y="6727"/>
                  </a:lnTo>
                  <a:cubicBezTo>
                    <a:pt x="45364" y="6595"/>
                    <a:pt x="43711" y="6595"/>
                    <a:pt x="42062" y="6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5135016" y="1765425"/>
              <a:ext cx="251884" cy="94151"/>
            </a:xfrm>
            <a:custGeom>
              <a:avLst/>
              <a:gdLst/>
              <a:ahLst/>
              <a:cxnLst/>
              <a:rect l="l" t="t" r="r" b="b"/>
              <a:pathLst>
                <a:path w="251884" h="94151" extrusionOk="0">
                  <a:moveTo>
                    <a:pt x="42865" y="19959"/>
                  </a:moveTo>
                  <a:lnTo>
                    <a:pt x="45676" y="19959"/>
                  </a:lnTo>
                  <a:lnTo>
                    <a:pt x="230778" y="48333"/>
                  </a:lnTo>
                  <a:cubicBezTo>
                    <a:pt x="241498" y="50115"/>
                    <a:pt x="248744" y="60245"/>
                    <a:pt x="246963" y="70964"/>
                  </a:cubicBezTo>
                  <a:cubicBezTo>
                    <a:pt x="246963" y="70969"/>
                    <a:pt x="246963" y="70973"/>
                    <a:pt x="246963" y="70977"/>
                  </a:cubicBezTo>
                  <a:cubicBezTo>
                    <a:pt x="245412" y="80372"/>
                    <a:pt x="237350" y="87302"/>
                    <a:pt x="227830" y="87426"/>
                  </a:cubicBezTo>
                  <a:lnTo>
                    <a:pt x="224887" y="87426"/>
                  </a:lnTo>
                  <a:lnTo>
                    <a:pt x="39652" y="59053"/>
                  </a:lnTo>
                  <a:cubicBezTo>
                    <a:pt x="34324" y="58386"/>
                    <a:pt x="29492" y="55588"/>
                    <a:pt x="26270" y="51289"/>
                  </a:cubicBezTo>
                  <a:cubicBezTo>
                    <a:pt x="23203" y="47090"/>
                    <a:pt x="21947" y="41834"/>
                    <a:pt x="22788" y="36703"/>
                  </a:cubicBezTo>
                  <a:cubicBezTo>
                    <a:pt x="24292" y="27205"/>
                    <a:pt x="32444" y="20186"/>
                    <a:pt x="42062" y="20104"/>
                  </a:cubicBezTo>
                  <a:moveTo>
                    <a:pt x="42062" y="6723"/>
                  </a:moveTo>
                  <a:cubicBezTo>
                    <a:pt x="23886" y="6257"/>
                    <a:pt x="8779" y="20613"/>
                    <a:pt x="8309" y="38788"/>
                  </a:cubicBezTo>
                  <a:cubicBezTo>
                    <a:pt x="7873" y="55703"/>
                    <a:pt x="20332" y="70195"/>
                    <a:pt x="37118" y="72306"/>
                  </a:cubicBezTo>
                  <a:lnTo>
                    <a:pt x="222353" y="100680"/>
                  </a:lnTo>
                  <a:cubicBezTo>
                    <a:pt x="224002" y="100812"/>
                    <a:pt x="225656" y="100812"/>
                    <a:pt x="227305" y="100680"/>
                  </a:cubicBezTo>
                  <a:cubicBezTo>
                    <a:pt x="245561" y="100577"/>
                    <a:pt x="260280" y="85696"/>
                    <a:pt x="260182" y="67440"/>
                  </a:cubicBezTo>
                  <a:cubicBezTo>
                    <a:pt x="260092" y="51234"/>
                    <a:pt x="248266" y="37485"/>
                    <a:pt x="232257" y="34969"/>
                  </a:cubicBezTo>
                  <a:lnTo>
                    <a:pt x="47154" y="6727"/>
                  </a:lnTo>
                  <a:cubicBezTo>
                    <a:pt x="45463" y="6595"/>
                    <a:pt x="43762" y="6595"/>
                    <a:pt x="42070" y="6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7974066" y="2189250"/>
              <a:ext cx="81639" cy="81506"/>
            </a:xfrm>
            <a:custGeom>
              <a:avLst/>
              <a:gdLst/>
              <a:ahLst/>
              <a:cxnLst/>
              <a:rect l="l" t="t" r="r" b="b"/>
              <a:pathLst>
                <a:path w="81639" h="81506" extrusionOk="0">
                  <a:moveTo>
                    <a:pt x="87664" y="60692"/>
                  </a:moveTo>
                  <a:lnTo>
                    <a:pt x="89937" y="46238"/>
                  </a:lnTo>
                  <a:lnTo>
                    <a:pt x="79230" y="43696"/>
                  </a:lnTo>
                  <a:cubicBezTo>
                    <a:pt x="78986" y="41304"/>
                    <a:pt x="78401" y="38962"/>
                    <a:pt x="77491" y="36736"/>
                  </a:cubicBezTo>
                  <a:lnTo>
                    <a:pt x="85788" y="29507"/>
                  </a:lnTo>
                  <a:lnTo>
                    <a:pt x="77243" y="17732"/>
                  </a:lnTo>
                  <a:lnTo>
                    <a:pt x="67741" y="23487"/>
                  </a:lnTo>
                  <a:cubicBezTo>
                    <a:pt x="65887" y="22005"/>
                    <a:pt x="63866" y="20748"/>
                    <a:pt x="61721" y="19736"/>
                  </a:cubicBezTo>
                  <a:lnTo>
                    <a:pt x="62388" y="8764"/>
                  </a:lnTo>
                  <a:lnTo>
                    <a:pt x="47934" y="6628"/>
                  </a:lnTo>
                  <a:lnTo>
                    <a:pt x="45392" y="17339"/>
                  </a:lnTo>
                  <a:cubicBezTo>
                    <a:pt x="43055" y="17587"/>
                    <a:pt x="40760" y="18125"/>
                    <a:pt x="38556" y="18941"/>
                  </a:cubicBezTo>
                  <a:lnTo>
                    <a:pt x="31181" y="10636"/>
                  </a:lnTo>
                  <a:lnTo>
                    <a:pt x="19406" y="19334"/>
                  </a:lnTo>
                  <a:lnTo>
                    <a:pt x="25161" y="28704"/>
                  </a:lnTo>
                  <a:cubicBezTo>
                    <a:pt x="23675" y="30580"/>
                    <a:pt x="22457" y="32652"/>
                    <a:pt x="21547" y="34861"/>
                  </a:cubicBezTo>
                  <a:lnTo>
                    <a:pt x="10571" y="34057"/>
                  </a:lnTo>
                  <a:lnTo>
                    <a:pt x="8298" y="48511"/>
                  </a:lnTo>
                  <a:lnTo>
                    <a:pt x="19005" y="51190"/>
                  </a:lnTo>
                  <a:cubicBezTo>
                    <a:pt x="19248" y="53540"/>
                    <a:pt x="19834" y="55843"/>
                    <a:pt x="20744" y="58026"/>
                  </a:cubicBezTo>
                  <a:lnTo>
                    <a:pt x="12446" y="65251"/>
                  </a:lnTo>
                  <a:lnTo>
                    <a:pt x="21145" y="77030"/>
                  </a:lnTo>
                  <a:lnTo>
                    <a:pt x="30515" y="71275"/>
                  </a:lnTo>
                  <a:cubicBezTo>
                    <a:pt x="32390" y="72724"/>
                    <a:pt x="34407" y="73980"/>
                    <a:pt x="36535" y="75022"/>
                  </a:cubicBezTo>
                  <a:lnTo>
                    <a:pt x="35868" y="85998"/>
                  </a:lnTo>
                  <a:lnTo>
                    <a:pt x="50322" y="88134"/>
                  </a:lnTo>
                  <a:lnTo>
                    <a:pt x="52864" y="77560"/>
                  </a:lnTo>
                  <a:cubicBezTo>
                    <a:pt x="55231" y="77188"/>
                    <a:pt x="57560" y="76607"/>
                    <a:pt x="59824" y="75821"/>
                  </a:cubicBezTo>
                  <a:lnTo>
                    <a:pt x="67053" y="84118"/>
                  </a:lnTo>
                  <a:lnTo>
                    <a:pt x="78828" y="75419"/>
                  </a:lnTo>
                  <a:lnTo>
                    <a:pt x="73073" y="66050"/>
                  </a:lnTo>
                  <a:cubicBezTo>
                    <a:pt x="74530" y="64204"/>
                    <a:pt x="75744" y="62183"/>
                    <a:pt x="76688" y="60030"/>
                  </a:cubicBezTo>
                  <a:close/>
                  <a:moveTo>
                    <a:pt x="46575" y="64174"/>
                  </a:moveTo>
                  <a:cubicBezTo>
                    <a:pt x="37300" y="62730"/>
                    <a:pt x="30946" y="54040"/>
                    <a:pt x="32390" y="44764"/>
                  </a:cubicBezTo>
                  <a:cubicBezTo>
                    <a:pt x="33830" y="35489"/>
                    <a:pt x="42521" y="29140"/>
                    <a:pt x="51796" y="30580"/>
                  </a:cubicBezTo>
                  <a:cubicBezTo>
                    <a:pt x="51796" y="30580"/>
                    <a:pt x="51796" y="30580"/>
                    <a:pt x="51796" y="30580"/>
                  </a:cubicBezTo>
                  <a:cubicBezTo>
                    <a:pt x="61072" y="32024"/>
                    <a:pt x="67421" y="40710"/>
                    <a:pt x="65981" y="49985"/>
                  </a:cubicBezTo>
                  <a:cubicBezTo>
                    <a:pt x="64541" y="59261"/>
                    <a:pt x="55851" y="65614"/>
                    <a:pt x="46575" y="641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5718686" y="3781281"/>
              <a:ext cx="2020127" cy="645930"/>
            </a:xfrm>
            <a:custGeom>
              <a:avLst/>
              <a:gdLst/>
              <a:ahLst/>
              <a:cxnLst/>
              <a:rect l="l" t="t" r="r" b="b"/>
              <a:pathLst>
                <a:path w="2020127" h="645930" extrusionOk="0">
                  <a:moveTo>
                    <a:pt x="221962" y="55283"/>
                  </a:moveTo>
                  <a:lnTo>
                    <a:pt x="261384" y="61316"/>
                  </a:lnTo>
                  <a:lnTo>
                    <a:pt x="218061" y="344438"/>
                  </a:lnTo>
                  <a:lnTo>
                    <a:pt x="178634" y="338405"/>
                  </a:lnTo>
                  <a:close/>
                  <a:moveTo>
                    <a:pt x="79221" y="396157"/>
                  </a:moveTo>
                  <a:lnTo>
                    <a:pt x="118648" y="402190"/>
                  </a:lnTo>
                  <a:lnTo>
                    <a:pt x="161971" y="119068"/>
                  </a:lnTo>
                  <a:lnTo>
                    <a:pt x="122545" y="113035"/>
                  </a:lnTo>
                  <a:close/>
                  <a:moveTo>
                    <a:pt x="8298" y="330595"/>
                  </a:moveTo>
                  <a:lnTo>
                    <a:pt x="47784" y="336577"/>
                  </a:lnTo>
                  <a:lnTo>
                    <a:pt x="90749" y="53023"/>
                  </a:lnTo>
                  <a:lnTo>
                    <a:pt x="51262" y="47042"/>
                  </a:lnTo>
                  <a:close/>
                  <a:moveTo>
                    <a:pt x="258761" y="407799"/>
                  </a:moveTo>
                  <a:lnTo>
                    <a:pt x="298183" y="413832"/>
                  </a:lnTo>
                  <a:lnTo>
                    <a:pt x="341502" y="130706"/>
                  </a:lnTo>
                  <a:lnTo>
                    <a:pt x="302080" y="124673"/>
                  </a:lnTo>
                  <a:close/>
                  <a:moveTo>
                    <a:pt x="360147" y="337628"/>
                  </a:moveTo>
                  <a:lnTo>
                    <a:pt x="399574" y="343660"/>
                  </a:lnTo>
                  <a:lnTo>
                    <a:pt x="442897" y="60538"/>
                  </a:lnTo>
                  <a:lnTo>
                    <a:pt x="403471" y="54506"/>
                  </a:lnTo>
                  <a:close/>
                  <a:moveTo>
                    <a:pt x="437702" y="424227"/>
                  </a:moveTo>
                  <a:lnTo>
                    <a:pt x="477124" y="430260"/>
                  </a:lnTo>
                  <a:lnTo>
                    <a:pt x="520448" y="147138"/>
                  </a:lnTo>
                  <a:lnTo>
                    <a:pt x="481025" y="141105"/>
                  </a:lnTo>
                  <a:close/>
                  <a:moveTo>
                    <a:pt x="548847" y="289750"/>
                  </a:moveTo>
                  <a:lnTo>
                    <a:pt x="588274" y="295783"/>
                  </a:lnTo>
                  <a:lnTo>
                    <a:pt x="631597" y="12661"/>
                  </a:lnTo>
                  <a:lnTo>
                    <a:pt x="592170" y="6628"/>
                  </a:lnTo>
                  <a:close/>
                  <a:moveTo>
                    <a:pt x="610256" y="481650"/>
                  </a:moveTo>
                  <a:lnTo>
                    <a:pt x="649683" y="487682"/>
                  </a:lnTo>
                  <a:lnTo>
                    <a:pt x="693006" y="204560"/>
                  </a:lnTo>
                  <a:lnTo>
                    <a:pt x="653579" y="198528"/>
                  </a:lnTo>
                  <a:close/>
                  <a:moveTo>
                    <a:pt x="696390" y="511737"/>
                  </a:moveTo>
                  <a:lnTo>
                    <a:pt x="735816" y="517769"/>
                  </a:lnTo>
                  <a:lnTo>
                    <a:pt x="779140" y="234652"/>
                  </a:lnTo>
                  <a:lnTo>
                    <a:pt x="739713" y="228615"/>
                  </a:lnTo>
                  <a:close/>
                  <a:moveTo>
                    <a:pt x="812384" y="347377"/>
                  </a:moveTo>
                  <a:lnTo>
                    <a:pt x="851806" y="353410"/>
                  </a:lnTo>
                  <a:lnTo>
                    <a:pt x="895130" y="70288"/>
                  </a:lnTo>
                  <a:lnTo>
                    <a:pt x="855699" y="64268"/>
                  </a:lnTo>
                  <a:close/>
                  <a:moveTo>
                    <a:pt x="881834" y="485606"/>
                  </a:moveTo>
                  <a:lnTo>
                    <a:pt x="921260" y="491639"/>
                  </a:lnTo>
                  <a:lnTo>
                    <a:pt x="964584" y="208517"/>
                  </a:lnTo>
                  <a:lnTo>
                    <a:pt x="925157" y="202484"/>
                  </a:lnTo>
                  <a:close/>
                  <a:moveTo>
                    <a:pt x="981763" y="425265"/>
                  </a:moveTo>
                  <a:lnTo>
                    <a:pt x="1021186" y="431302"/>
                  </a:lnTo>
                  <a:lnTo>
                    <a:pt x="1064513" y="148193"/>
                  </a:lnTo>
                  <a:lnTo>
                    <a:pt x="1025087" y="142160"/>
                  </a:lnTo>
                  <a:close/>
                  <a:moveTo>
                    <a:pt x="1089922" y="311617"/>
                  </a:moveTo>
                  <a:lnTo>
                    <a:pt x="1129349" y="317654"/>
                  </a:lnTo>
                  <a:lnTo>
                    <a:pt x="1172672" y="34574"/>
                  </a:lnTo>
                  <a:lnTo>
                    <a:pt x="1133245" y="28542"/>
                  </a:lnTo>
                  <a:close/>
                  <a:moveTo>
                    <a:pt x="1151168" y="504555"/>
                  </a:moveTo>
                  <a:lnTo>
                    <a:pt x="1190595" y="510587"/>
                  </a:lnTo>
                  <a:lnTo>
                    <a:pt x="1233918" y="227465"/>
                  </a:lnTo>
                  <a:lnTo>
                    <a:pt x="1194509" y="221462"/>
                  </a:lnTo>
                  <a:close/>
                  <a:moveTo>
                    <a:pt x="1220639" y="642646"/>
                  </a:moveTo>
                  <a:lnTo>
                    <a:pt x="1260066" y="648679"/>
                  </a:lnTo>
                  <a:lnTo>
                    <a:pt x="1303389" y="365561"/>
                  </a:lnTo>
                  <a:lnTo>
                    <a:pt x="1263967" y="359529"/>
                  </a:lnTo>
                  <a:close/>
                  <a:moveTo>
                    <a:pt x="1332182" y="506353"/>
                  </a:moveTo>
                  <a:lnTo>
                    <a:pt x="1371608" y="512386"/>
                  </a:lnTo>
                  <a:lnTo>
                    <a:pt x="1414932" y="229264"/>
                  </a:lnTo>
                  <a:lnTo>
                    <a:pt x="1375505" y="223231"/>
                  </a:lnTo>
                  <a:close/>
                  <a:moveTo>
                    <a:pt x="1445403" y="359875"/>
                  </a:moveTo>
                  <a:lnTo>
                    <a:pt x="1484826" y="365907"/>
                  </a:lnTo>
                  <a:lnTo>
                    <a:pt x="1528153" y="82785"/>
                  </a:lnTo>
                  <a:lnTo>
                    <a:pt x="1488726" y="76753"/>
                  </a:lnTo>
                  <a:close/>
                  <a:moveTo>
                    <a:pt x="1509551" y="533403"/>
                  </a:moveTo>
                  <a:lnTo>
                    <a:pt x="1548977" y="539435"/>
                  </a:lnTo>
                  <a:lnTo>
                    <a:pt x="1592279" y="256352"/>
                  </a:lnTo>
                  <a:lnTo>
                    <a:pt x="1552870" y="250336"/>
                  </a:lnTo>
                  <a:close/>
                  <a:moveTo>
                    <a:pt x="1590839" y="594128"/>
                  </a:moveTo>
                  <a:lnTo>
                    <a:pt x="1630262" y="600165"/>
                  </a:lnTo>
                  <a:lnTo>
                    <a:pt x="1673585" y="317043"/>
                  </a:lnTo>
                  <a:lnTo>
                    <a:pt x="1634150" y="311048"/>
                  </a:lnTo>
                  <a:close/>
                  <a:moveTo>
                    <a:pt x="1693059" y="519290"/>
                  </a:moveTo>
                  <a:lnTo>
                    <a:pt x="1732486" y="525327"/>
                  </a:lnTo>
                  <a:lnTo>
                    <a:pt x="1775809" y="242205"/>
                  </a:lnTo>
                  <a:lnTo>
                    <a:pt x="1736387" y="236173"/>
                  </a:lnTo>
                  <a:close/>
                  <a:moveTo>
                    <a:pt x="1768200" y="621177"/>
                  </a:moveTo>
                  <a:lnTo>
                    <a:pt x="1807627" y="627210"/>
                  </a:lnTo>
                  <a:lnTo>
                    <a:pt x="1850950" y="344088"/>
                  </a:lnTo>
                  <a:lnTo>
                    <a:pt x="1811527" y="338055"/>
                  </a:lnTo>
                  <a:close/>
                  <a:moveTo>
                    <a:pt x="1862789" y="596537"/>
                  </a:moveTo>
                  <a:lnTo>
                    <a:pt x="1902211" y="602570"/>
                  </a:lnTo>
                  <a:lnTo>
                    <a:pt x="1945539" y="319452"/>
                  </a:lnTo>
                  <a:lnTo>
                    <a:pt x="1906112" y="313420"/>
                  </a:lnTo>
                  <a:close/>
                  <a:moveTo>
                    <a:pt x="1945676" y="646526"/>
                  </a:moveTo>
                  <a:lnTo>
                    <a:pt x="1985102" y="652558"/>
                  </a:lnTo>
                  <a:lnTo>
                    <a:pt x="2028426" y="369437"/>
                  </a:lnTo>
                  <a:lnTo>
                    <a:pt x="1989003" y="363404"/>
                  </a:ln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5715716" y="3792030"/>
              <a:ext cx="2014872" cy="624247"/>
            </a:xfrm>
            <a:custGeom>
              <a:avLst/>
              <a:gdLst/>
              <a:ahLst/>
              <a:cxnLst/>
              <a:rect l="l" t="t" r="r" b="b"/>
              <a:pathLst>
                <a:path w="2014872" h="624247" extrusionOk="0">
                  <a:moveTo>
                    <a:pt x="218428" y="87079"/>
                  </a:moveTo>
                  <a:lnTo>
                    <a:pt x="257851" y="93112"/>
                  </a:lnTo>
                  <a:lnTo>
                    <a:pt x="237467" y="226342"/>
                  </a:lnTo>
                  <a:lnTo>
                    <a:pt x="198040" y="220309"/>
                  </a:lnTo>
                  <a:close/>
                  <a:moveTo>
                    <a:pt x="132769" y="316261"/>
                  </a:moveTo>
                  <a:lnTo>
                    <a:pt x="153179" y="182899"/>
                  </a:lnTo>
                  <a:lnTo>
                    <a:pt x="113752" y="176866"/>
                  </a:lnTo>
                  <a:lnTo>
                    <a:pt x="93346" y="310228"/>
                  </a:lnTo>
                  <a:close/>
                  <a:moveTo>
                    <a:pt x="8298" y="274356"/>
                  </a:moveTo>
                  <a:lnTo>
                    <a:pt x="47720" y="280389"/>
                  </a:lnTo>
                  <a:lnTo>
                    <a:pt x="68126" y="147031"/>
                  </a:lnTo>
                  <a:lnTo>
                    <a:pt x="28703" y="140998"/>
                  </a:lnTo>
                  <a:close/>
                  <a:moveTo>
                    <a:pt x="278286" y="289827"/>
                  </a:moveTo>
                  <a:lnTo>
                    <a:pt x="317709" y="295864"/>
                  </a:lnTo>
                  <a:lnTo>
                    <a:pt x="338118" y="162502"/>
                  </a:lnTo>
                  <a:lnTo>
                    <a:pt x="298692" y="156469"/>
                  </a:lnTo>
                  <a:close/>
                  <a:moveTo>
                    <a:pt x="381143" y="209047"/>
                  </a:moveTo>
                  <a:lnTo>
                    <a:pt x="420565" y="215079"/>
                  </a:lnTo>
                  <a:lnTo>
                    <a:pt x="440975" y="81722"/>
                  </a:lnTo>
                  <a:lnTo>
                    <a:pt x="401548" y="75689"/>
                  </a:lnTo>
                  <a:close/>
                  <a:moveTo>
                    <a:pt x="461893" y="274442"/>
                  </a:moveTo>
                  <a:lnTo>
                    <a:pt x="501320" y="280474"/>
                  </a:lnTo>
                  <a:lnTo>
                    <a:pt x="521725" y="147112"/>
                  </a:lnTo>
                  <a:lnTo>
                    <a:pt x="482298" y="141079"/>
                  </a:lnTo>
                  <a:close/>
                  <a:moveTo>
                    <a:pt x="573307" y="139858"/>
                  </a:moveTo>
                  <a:lnTo>
                    <a:pt x="612734" y="145890"/>
                  </a:lnTo>
                  <a:lnTo>
                    <a:pt x="633080" y="12661"/>
                  </a:lnTo>
                  <a:lnTo>
                    <a:pt x="593657" y="6628"/>
                  </a:lnTo>
                  <a:close/>
                  <a:moveTo>
                    <a:pt x="629662" y="363822"/>
                  </a:moveTo>
                  <a:lnTo>
                    <a:pt x="669088" y="369855"/>
                  </a:lnTo>
                  <a:lnTo>
                    <a:pt x="689477" y="236497"/>
                  </a:lnTo>
                  <a:lnTo>
                    <a:pt x="650050" y="230465"/>
                  </a:lnTo>
                  <a:close/>
                  <a:moveTo>
                    <a:pt x="705943" y="457912"/>
                  </a:moveTo>
                  <a:lnTo>
                    <a:pt x="745370" y="463944"/>
                  </a:lnTo>
                  <a:lnTo>
                    <a:pt x="765775" y="330591"/>
                  </a:lnTo>
                  <a:lnTo>
                    <a:pt x="726349" y="324558"/>
                  </a:lnTo>
                  <a:close/>
                  <a:moveTo>
                    <a:pt x="820216" y="304200"/>
                  </a:moveTo>
                  <a:lnTo>
                    <a:pt x="859642" y="310232"/>
                  </a:lnTo>
                  <a:lnTo>
                    <a:pt x="880031" y="177007"/>
                  </a:lnTo>
                  <a:lnTo>
                    <a:pt x="840604" y="170974"/>
                  </a:lnTo>
                  <a:close/>
                  <a:moveTo>
                    <a:pt x="899500" y="378392"/>
                  </a:moveTo>
                  <a:lnTo>
                    <a:pt x="938923" y="384424"/>
                  </a:lnTo>
                  <a:lnTo>
                    <a:pt x="959311" y="251199"/>
                  </a:lnTo>
                  <a:lnTo>
                    <a:pt x="919885" y="245166"/>
                  </a:lnTo>
                  <a:close/>
                  <a:moveTo>
                    <a:pt x="1012179" y="308485"/>
                  </a:moveTo>
                  <a:lnTo>
                    <a:pt x="1051666" y="314466"/>
                  </a:lnTo>
                  <a:lnTo>
                    <a:pt x="1071901" y="180908"/>
                  </a:lnTo>
                  <a:lnTo>
                    <a:pt x="1032414" y="174926"/>
                  </a:lnTo>
                  <a:close/>
                  <a:moveTo>
                    <a:pt x="1115664" y="151257"/>
                  </a:moveTo>
                  <a:lnTo>
                    <a:pt x="1155091" y="157289"/>
                  </a:lnTo>
                  <a:lnTo>
                    <a:pt x="1175496" y="23932"/>
                  </a:lnTo>
                  <a:lnTo>
                    <a:pt x="1136069" y="17899"/>
                  </a:lnTo>
                  <a:close/>
                  <a:moveTo>
                    <a:pt x="1172018" y="376153"/>
                  </a:moveTo>
                  <a:lnTo>
                    <a:pt x="1211441" y="382186"/>
                  </a:lnTo>
                  <a:lnTo>
                    <a:pt x="1231850" y="248828"/>
                  </a:lnTo>
                  <a:lnTo>
                    <a:pt x="1192424" y="242795"/>
                  </a:lnTo>
                  <a:close/>
                  <a:moveTo>
                    <a:pt x="1241622" y="514116"/>
                  </a:moveTo>
                  <a:lnTo>
                    <a:pt x="1281048" y="520149"/>
                  </a:lnTo>
                  <a:lnTo>
                    <a:pt x="1301454" y="386791"/>
                  </a:lnTo>
                  <a:lnTo>
                    <a:pt x="1262027" y="380759"/>
                  </a:lnTo>
                  <a:close/>
                  <a:moveTo>
                    <a:pt x="1341889" y="452323"/>
                  </a:moveTo>
                  <a:lnTo>
                    <a:pt x="1381294" y="458339"/>
                  </a:lnTo>
                  <a:lnTo>
                    <a:pt x="1401704" y="324998"/>
                  </a:lnTo>
                  <a:lnTo>
                    <a:pt x="1362282" y="318965"/>
                  </a:lnTo>
                  <a:close/>
                  <a:moveTo>
                    <a:pt x="1451637" y="327310"/>
                  </a:moveTo>
                  <a:lnTo>
                    <a:pt x="1491064" y="333342"/>
                  </a:lnTo>
                  <a:lnTo>
                    <a:pt x="1511469" y="199985"/>
                  </a:lnTo>
                  <a:lnTo>
                    <a:pt x="1472042" y="193952"/>
                  </a:lnTo>
                  <a:close/>
                  <a:moveTo>
                    <a:pt x="1541056" y="416007"/>
                  </a:moveTo>
                  <a:lnTo>
                    <a:pt x="1580543" y="421988"/>
                  </a:lnTo>
                  <a:lnTo>
                    <a:pt x="1600777" y="288430"/>
                  </a:lnTo>
                  <a:lnTo>
                    <a:pt x="1561291" y="282448"/>
                  </a:lnTo>
                  <a:close/>
                  <a:moveTo>
                    <a:pt x="1598940" y="550975"/>
                  </a:moveTo>
                  <a:lnTo>
                    <a:pt x="1638363" y="557008"/>
                  </a:lnTo>
                  <a:lnTo>
                    <a:pt x="1658772" y="423650"/>
                  </a:lnTo>
                  <a:lnTo>
                    <a:pt x="1619346" y="417618"/>
                  </a:lnTo>
                  <a:close/>
                  <a:moveTo>
                    <a:pt x="1718959" y="358943"/>
                  </a:moveTo>
                  <a:lnTo>
                    <a:pt x="1758386" y="364976"/>
                  </a:lnTo>
                  <a:lnTo>
                    <a:pt x="1778791" y="231618"/>
                  </a:lnTo>
                  <a:lnTo>
                    <a:pt x="1739365" y="225585"/>
                  </a:lnTo>
                  <a:close/>
                  <a:moveTo>
                    <a:pt x="1790784" y="482026"/>
                  </a:moveTo>
                  <a:lnTo>
                    <a:pt x="1830211" y="488058"/>
                  </a:lnTo>
                  <a:lnTo>
                    <a:pt x="1850617" y="354701"/>
                  </a:lnTo>
                  <a:lnTo>
                    <a:pt x="1811190" y="348668"/>
                  </a:lnTo>
                  <a:close/>
                  <a:moveTo>
                    <a:pt x="1886971" y="446777"/>
                  </a:moveTo>
                  <a:lnTo>
                    <a:pt x="1926398" y="452810"/>
                  </a:lnTo>
                  <a:lnTo>
                    <a:pt x="1946804" y="319452"/>
                  </a:lnTo>
                  <a:lnTo>
                    <a:pt x="1907377" y="313420"/>
                  </a:lnTo>
                  <a:close/>
                  <a:moveTo>
                    <a:pt x="1963449" y="624894"/>
                  </a:moveTo>
                  <a:lnTo>
                    <a:pt x="2002936" y="630876"/>
                  </a:lnTo>
                  <a:lnTo>
                    <a:pt x="2023170" y="497317"/>
                  </a:lnTo>
                  <a:lnTo>
                    <a:pt x="1983688" y="4913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2"/>
            <p:cNvSpPr/>
            <p:nvPr/>
          </p:nvSpPr>
          <p:spPr>
            <a:xfrm rot="-4873268">
              <a:off x="5922367" y="4117277"/>
              <a:ext cx="23271" cy="750515"/>
            </a:xfrm>
            <a:custGeom>
              <a:avLst/>
              <a:gdLst/>
              <a:ahLst/>
              <a:cxnLst/>
              <a:rect l="l" t="t" r="r" b="b"/>
              <a:pathLst>
                <a:path w="23289" h="751111" extrusionOk="0">
                  <a:moveTo>
                    <a:pt x="8298" y="6628"/>
                  </a:moveTo>
                  <a:lnTo>
                    <a:pt x="31587" y="6628"/>
                  </a:lnTo>
                  <a:lnTo>
                    <a:pt x="31587" y="757739"/>
                  </a:lnTo>
                  <a:lnTo>
                    <a:pt x="8298" y="7577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6677287" y="2918807"/>
              <a:ext cx="1455378" cy="2375544"/>
            </a:xfrm>
            <a:custGeom>
              <a:avLst/>
              <a:gdLst/>
              <a:ahLst/>
              <a:cxnLst/>
              <a:rect l="l" t="t" r="r" b="b"/>
              <a:pathLst>
                <a:path w="1455378" h="2375544" extrusionOk="0">
                  <a:moveTo>
                    <a:pt x="110295" y="6628"/>
                  </a:moveTo>
                  <a:cubicBezTo>
                    <a:pt x="110295" y="6628"/>
                    <a:pt x="9639" y="62440"/>
                    <a:pt x="73748" y="213678"/>
                  </a:cubicBezTo>
                  <a:cubicBezTo>
                    <a:pt x="137857" y="364916"/>
                    <a:pt x="527720" y="613589"/>
                    <a:pt x="519837" y="739936"/>
                  </a:cubicBezTo>
                  <a:cubicBezTo>
                    <a:pt x="519837" y="739936"/>
                    <a:pt x="119503" y="490460"/>
                    <a:pt x="8298" y="634469"/>
                  </a:cubicBezTo>
                  <a:cubicBezTo>
                    <a:pt x="8298" y="634469"/>
                    <a:pt x="310646" y="927712"/>
                    <a:pt x="342096" y="1148281"/>
                  </a:cubicBezTo>
                  <a:cubicBezTo>
                    <a:pt x="373546" y="1368849"/>
                    <a:pt x="475937" y="1466685"/>
                    <a:pt x="712565" y="1592493"/>
                  </a:cubicBezTo>
                  <a:cubicBezTo>
                    <a:pt x="949194" y="1718301"/>
                    <a:pt x="1463677" y="2382172"/>
                    <a:pt x="1463677" y="2382172"/>
                  </a:cubicBezTo>
                  <a:lnTo>
                    <a:pt x="1386716" y="1267266"/>
                  </a:lnTo>
                  <a:lnTo>
                    <a:pt x="637215" y="421394"/>
                  </a:lnTo>
                  <a:lnTo>
                    <a:pt x="266746" y="2101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6673629" y="2903299"/>
              <a:ext cx="2139212" cy="2436669"/>
            </a:xfrm>
            <a:custGeom>
              <a:avLst/>
              <a:gdLst/>
              <a:ahLst/>
              <a:cxnLst/>
              <a:rect l="l" t="t" r="r" b="b"/>
              <a:pathLst>
                <a:path w="2139212" h="2436669" extrusionOk="0">
                  <a:moveTo>
                    <a:pt x="2147510" y="2009924"/>
                  </a:moveTo>
                  <a:lnTo>
                    <a:pt x="1487676" y="2443297"/>
                  </a:lnTo>
                  <a:lnTo>
                    <a:pt x="1486608" y="2443297"/>
                  </a:lnTo>
                  <a:cubicBezTo>
                    <a:pt x="1485361" y="2443233"/>
                    <a:pt x="1484263" y="2442447"/>
                    <a:pt x="1483797" y="2441289"/>
                  </a:cubicBezTo>
                  <a:cubicBezTo>
                    <a:pt x="1480853" y="2433526"/>
                    <a:pt x="1189349" y="1654443"/>
                    <a:pt x="1119083" y="1593683"/>
                  </a:cubicBezTo>
                  <a:cubicBezTo>
                    <a:pt x="1079515" y="1557931"/>
                    <a:pt x="1050689" y="1511861"/>
                    <a:pt x="1035833" y="1460646"/>
                  </a:cubicBezTo>
                  <a:lnTo>
                    <a:pt x="1035833" y="1460646"/>
                  </a:lnTo>
                  <a:lnTo>
                    <a:pt x="1035833" y="1459574"/>
                  </a:lnTo>
                  <a:cubicBezTo>
                    <a:pt x="1033291" y="1451007"/>
                    <a:pt x="1032086" y="1445389"/>
                    <a:pt x="1031821" y="1443915"/>
                  </a:cubicBezTo>
                  <a:cubicBezTo>
                    <a:pt x="993010" y="1364976"/>
                    <a:pt x="933468" y="1298077"/>
                    <a:pt x="859566" y="1250370"/>
                  </a:cubicBezTo>
                  <a:cubicBezTo>
                    <a:pt x="810163" y="1220441"/>
                    <a:pt x="757996" y="1195341"/>
                    <a:pt x="703778" y="1175418"/>
                  </a:cubicBezTo>
                  <a:cubicBezTo>
                    <a:pt x="620797" y="1141823"/>
                    <a:pt x="535407" y="1107160"/>
                    <a:pt x="475045" y="1043051"/>
                  </a:cubicBezTo>
                  <a:cubicBezTo>
                    <a:pt x="464704" y="1032092"/>
                    <a:pt x="455260" y="1020321"/>
                    <a:pt x="446803" y="1007850"/>
                  </a:cubicBezTo>
                  <a:cubicBezTo>
                    <a:pt x="350843" y="867319"/>
                    <a:pt x="202681" y="712192"/>
                    <a:pt x="153282" y="680345"/>
                  </a:cubicBezTo>
                  <a:cubicBezTo>
                    <a:pt x="103883" y="648498"/>
                    <a:pt x="13028" y="652787"/>
                    <a:pt x="12225" y="652787"/>
                  </a:cubicBezTo>
                  <a:cubicBezTo>
                    <a:pt x="10688" y="652951"/>
                    <a:pt x="9286" y="651899"/>
                    <a:pt x="9012" y="650378"/>
                  </a:cubicBezTo>
                  <a:cubicBezTo>
                    <a:pt x="5762" y="625576"/>
                    <a:pt x="13707" y="600613"/>
                    <a:pt x="30695" y="582253"/>
                  </a:cubicBezTo>
                  <a:cubicBezTo>
                    <a:pt x="56216" y="552418"/>
                    <a:pt x="93548" y="535292"/>
                    <a:pt x="132808" y="535409"/>
                  </a:cubicBezTo>
                  <a:cubicBezTo>
                    <a:pt x="209098" y="535409"/>
                    <a:pt x="314159" y="575570"/>
                    <a:pt x="367160" y="626020"/>
                  </a:cubicBezTo>
                  <a:cubicBezTo>
                    <a:pt x="420160" y="676470"/>
                    <a:pt x="542760" y="713551"/>
                    <a:pt x="556812" y="717832"/>
                  </a:cubicBezTo>
                  <a:cubicBezTo>
                    <a:pt x="576756" y="706057"/>
                    <a:pt x="623732" y="731218"/>
                    <a:pt x="640981" y="742057"/>
                  </a:cubicBezTo>
                  <a:cubicBezTo>
                    <a:pt x="620502" y="669117"/>
                    <a:pt x="628800" y="641008"/>
                    <a:pt x="632008" y="633916"/>
                  </a:cubicBezTo>
                  <a:cubicBezTo>
                    <a:pt x="588138" y="577036"/>
                    <a:pt x="359542" y="408665"/>
                    <a:pt x="238147" y="324232"/>
                  </a:cubicBezTo>
                  <a:lnTo>
                    <a:pt x="238147" y="324232"/>
                  </a:lnTo>
                  <a:cubicBezTo>
                    <a:pt x="204689" y="300788"/>
                    <a:pt x="179528" y="284070"/>
                    <a:pt x="168552" y="277499"/>
                  </a:cubicBezTo>
                  <a:cubicBezTo>
                    <a:pt x="111937" y="244173"/>
                    <a:pt x="65093" y="139924"/>
                    <a:pt x="74194" y="67104"/>
                  </a:cubicBezTo>
                  <a:cubicBezTo>
                    <a:pt x="75091" y="47083"/>
                    <a:pt x="84914" y="28518"/>
                    <a:pt x="100961" y="16513"/>
                  </a:cubicBezTo>
                  <a:cubicBezTo>
                    <a:pt x="112347" y="9360"/>
                    <a:pt x="125683" y="5944"/>
                    <a:pt x="139106" y="6742"/>
                  </a:cubicBezTo>
                  <a:cubicBezTo>
                    <a:pt x="144558" y="6882"/>
                    <a:pt x="149982" y="7555"/>
                    <a:pt x="155303" y="8750"/>
                  </a:cubicBezTo>
                  <a:cubicBezTo>
                    <a:pt x="155840" y="8981"/>
                    <a:pt x="156336" y="9297"/>
                    <a:pt x="156773" y="9685"/>
                  </a:cubicBezTo>
                  <a:cubicBezTo>
                    <a:pt x="157845" y="11159"/>
                    <a:pt x="271473" y="145936"/>
                    <a:pt x="310822" y="167080"/>
                  </a:cubicBezTo>
                  <a:cubicBezTo>
                    <a:pt x="330096" y="177390"/>
                    <a:pt x="432619" y="229185"/>
                    <a:pt x="530053" y="277367"/>
                  </a:cubicBezTo>
                  <a:lnTo>
                    <a:pt x="573953" y="299049"/>
                  </a:lnTo>
                  <a:cubicBezTo>
                    <a:pt x="573684" y="256617"/>
                    <a:pt x="575919" y="214206"/>
                    <a:pt x="580644" y="172036"/>
                  </a:cubicBezTo>
                  <a:cubicBezTo>
                    <a:pt x="584391" y="155438"/>
                    <a:pt x="610893" y="131875"/>
                    <a:pt x="641006" y="118498"/>
                  </a:cubicBezTo>
                  <a:cubicBezTo>
                    <a:pt x="655058" y="112089"/>
                    <a:pt x="681168" y="102839"/>
                    <a:pt x="700296" y="113012"/>
                  </a:cubicBezTo>
                  <a:cubicBezTo>
                    <a:pt x="707657" y="117160"/>
                    <a:pt x="725076" y="127867"/>
                    <a:pt x="749148" y="142855"/>
                  </a:cubicBezTo>
                  <a:lnTo>
                    <a:pt x="789309" y="167751"/>
                  </a:lnTo>
                  <a:cubicBezTo>
                    <a:pt x="797850" y="154619"/>
                    <a:pt x="808313" y="142844"/>
                    <a:pt x="820353" y="132823"/>
                  </a:cubicBezTo>
                  <a:cubicBezTo>
                    <a:pt x="830389" y="126936"/>
                    <a:pt x="885932" y="116630"/>
                    <a:pt x="905744" y="123590"/>
                  </a:cubicBezTo>
                  <a:cubicBezTo>
                    <a:pt x="923009" y="129880"/>
                    <a:pt x="978419" y="165081"/>
                    <a:pt x="1037038" y="202286"/>
                  </a:cubicBezTo>
                  <a:lnTo>
                    <a:pt x="1062335" y="218214"/>
                  </a:lnTo>
                  <a:cubicBezTo>
                    <a:pt x="1065412" y="212459"/>
                    <a:pt x="1072641" y="200414"/>
                    <a:pt x="1079468" y="197735"/>
                  </a:cubicBezTo>
                  <a:cubicBezTo>
                    <a:pt x="1108406" y="187050"/>
                    <a:pt x="1139899" y="185370"/>
                    <a:pt x="1169810" y="192916"/>
                  </a:cubicBezTo>
                  <a:cubicBezTo>
                    <a:pt x="1189618" y="200141"/>
                    <a:pt x="1257606" y="250317"/>
                    <a:pt x="1323458" y="298913"/>
                  </a:cubicBezTo>
                  <a:cubicBezTo>
                    <a:pt x="1359595" y="325684"/>
                    <a:pt x="1394258" y="351247"/>
                    <a:pt x="1417146" y="366636"/>
                  </a:cubicBezTo>
                  <a:cubicBezTo>
                    <a:pt x="1417915" y="366835"/>
                    <a:pt x="1418581" y="367313"/>
                    <a:pt x="1419017" y="367978"/>
                  </a:cubicBezTo>
                  <a:cubicBezTo>
                    <a:pt x="1425576" y="372391"/>
                    <a:pt x="1431066" y="375873"/>
                    <a:pt x="1435214" y="378283"/>
                  </a:cubicBezTo>
                  <a:cubicBezTo>
                    <a:pt x="1483665" y="405986"/>
                    <a:pt x="1602782" y="1030751"/>
                    <a:pt x="1603978" y="1037040"/>
                  </a:cubicBezTo>
                  <a:cubicBezTo>
                    <a:pt x="1611737" y="1078932"/>
                    <a:pt x="1640115" y="1122165"/>
                    <a:pt x="1670091" y="1167937"/>
                  </a:cubicBezTo>
                  <a:cubicBezTo>
                    <a:pt x="1704019" y="1215592"/>
                    <a:pt x="1731765" y="1267354"/>
                    <a:pt x="1752670" y="1321986"/>
                  </a:cubicBezTo>
                  <a:cubicBezTo>
                    <a:pt x="1790815" y="1433477"/>
                    <a:pt x="1877680" y="1596627"/>
                    <a:pt x="2004962" y="1796047"/>
                  </a:cubicBezTo>
                  <a:cubicBezTo>
                    <a:pt x="2016472" y="1813893"/>
                    <a:pt x="2028337" y="1832230"/>
                    <a:pt x="2040561" y="1851055"/>
                  </a:cubicBezTo>
                  <a:cubicBezTo>
                    <a:pt x="2074967" y="1903120"/>
                    <a:pt x="2111638" y="1957458"/>
                    <a:pt x="2147510" y="2009924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6673629" y="2903299"/>
              <a:ext cx="685435" cy="1036166"/>
            </a:xfrm>
            <a:custGeom>
              <a:avLst/>
              <a:gdLst/>
              <a:ahLst/>
              <a:cxnLst/>
              <a:rect l="l" t="t" r="r" b="b"/>
              <a:pathLst>
                <a:path w="685435" h="1036166" extrusionOk="0">
                  <a:moveTo>
                    <a:pt x="677143" y="813395"/>
                  </a:moveTo>
                  <a:cubicBezTo>
                    <a:pt x="651581" y="833604"/>
                    <a:pt x="466081" y="814468"/>
                    <a:pt x="443326" y="876834"/>
                  </a:cubicBezTo>
                  <a:cubicBezTo>
                    <a:pt x="429940" y="913641"/>
                    <a:pt x="439844" y="969320"/>
                    <a:pt x="474643" y="1042795"/>
                  </a:cubicBezTo>
                  <a:cubicBezTo>
                    <a:pt x="464302" y="1031840"/>
                    <a:pt x="454857" y="1020069"/>
                    <a:pt x="446402" y="1007598"/>
                  </a:cubicBezTo>
                  <a:cubicBezTo>
                    <a:pt x="350441" y="867067"/>
                    <a:pt x="202279" y="711940"/>
                    <a:pt x="152881" y="680089"/>
                  </a:cubicBezTo>
                  <a:cubicBezTo>
                    <a:pt x="103482" y="648237"/>
                    <a:pt x="13028" y="652787"/>
                    <a:pt x="12225" y="652787"/>
                  </a:cubicBezTo>
                  <a:cubicBezTo>
                    <a:pt x="10688" y="652951"/>
                    <a:pt x="9286" y="651899"/>
                    <a:pt x="9012" y="650378"/>
                  </a:cubicBezTo>
                  <a:cubicBezTo>
                    <a:pt x="5762" y="625576"/>
                    <a:pt x="13707" y="600613"/>
                    <a:pt x="30695" y="582253"/>
                  </a:cubicBezTo>
                  <a:cubicBezTo>
                    <a:pt x="56216" y="552418"/>
                    <a:pt x="93548" y="535292"/>
                    <a:pt x="132808" y="535409"/>
                  </a:cubicBezTo>
                  <a:cubicBezTo>
                    <a:pt x="209098" y="535409"/>
                    <a:pt x="314159" y="575570"/>
                    <a:pt x="367160" y="626020"/>
                  </a:cubicBezTo>
                  <a:cubicBezTo>
                    <a:pt x="420160" y="676470"/>
                    <a:pt x="542760" y="713551"/>
                    <a:pt x="556812" y="717832"/>
                  </a:cubicBezTo>
                  <a:cubicBezTo>
                    <a:pt x="576756" y="706057"/>
                    <a:pt x="623732" y="731218"/>
                    <a:pt x="640981" y="742057"/>
                  </a:cubicBezTo>
                  <a:cubicBezTo>
                    <a:pt x="620502" y="669117"/>
                    <a:pt x="628800" y="641008"/>
                    <a:pt x="632008" y="633916"/>
                  </a:cubicBezTo>
                  <a:cubicBezTo>
                    <a:pt x="588138" y="577036"/>
                    <a:pt x="359542" y="408665"/>
                    <a:pt x="238147" y="324232"/>
                  </a:cubicBezTo>
                  <a:lnTo>
                    <a:pt x="238147" y="324232"/>
                  </a:lnTo>
                  <a:cubicBezTo>
                    <a:pt x="204689" y="300788"/>
                    <a:pt x="179528" y="284070"/>
                    <a:pt x="168552" y="277499"/>
                  </a:cubicBezTo>
                  <a:cubicBezTo>
                    <a:pt x="111937" y="244173"/>
                    <a:pt x="65093" y="139924"/>
                    <a:pt x="74194" y="67104"/>
                  </a:cubicBezTo>
                  <a:cubicBezTo>
                    <a:pt x="75091" y="47083"/>
                    <a:pt x="84914" y="28518"/>
                    <a:pt x="100961" y="16513"/>
                  </a:cubicBezTo>
                  <a:cubicBezTo>
                    <a:pt x="112347" y="9360"/>
                    <a:pt x="125683" y="5944"/>
                    <a:pt x="139106" y="6742"/>
                  </a:cubicBezTo>
                  <a:cubicBezTo>
                    <a:pt x="129905" y="10339"/>
                    <a:pt x="121396" y="15501"/>
                    <a:pt x="113954" y="21999"/>
                  </a:cubicBezTo>
                  <a:cubicBezTo>
                    <a:pt x="76744" y="53718"/>
                    <a:pt x="165480" y="221153"/>
                    <a:pt x="215404" y="267463"/>
                  </a:cubicBezTo>
                  <a:cubicBezTo>
                    <a:pt x="267602" y="315776"/>
                    <a:pt x="502355" y="435697"/>
                    <a:pt x="586685" y="507151"/>
                  </a:cubicBezTo>
                  <a:cubicBezTo>
                    <a:pt x="632974" y="546402"/>
                    <a:pt x="693733" y="605811"/>
                    <a:pt x="693733" y="605811"/>
                  </a:cubicBezTo>
                  <a:cubicBezTo>
                    <a:pt x="656665" y="668980"/>
                    <a:pt x="702039" y="793588"/>
                    <a:pt x="677143" y="813395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8204402" y="2685656"/>
              <a:ext cx="150" cy="935"/>
            </a:xfrm>
            <a:custGeom>
              <a:avLst/>
              <a:gdLst/>
              <a:ahLst/>
              <a:cxnLst/>
              <a:rect l="l" t="t" r="r" b="b"/>
              <a:pathLst>
                <a:path w="150" h="935" extrusionOk="0">
                  <a:moveTo>
                    <a:pt x="8298" y="7564"/>
                  </a:moveTo>
                  <a:lnTo>
                    <a:pt x="8298" y="6628"/>
                  </a:lnTo>
                  <a:cubicBezTo>
                    <a:pt x="8499" y="6906"/>
                    <a:pt x="8499" y="7286"/>
                    <a:pt x="8298" y="7564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7195384" y="3004886"/>
              <a:ext cx="1474912" cy="1687165"/>
            </a:xfrm>
            <a:custGeom>
              <a:avLst/>
              <a:gdLst/>
              <a:ahLst/>
              <a:cxnLst/>
              <a:rect l="l" t="t" r="r" b="b"/>
              <a:pathLst>
                <a:path w="1474912" h="1687165" extrusionOk="0">
                  <a:moveTo>
                    <a:pt x="1483211" y="1693793"/>
                  </a:moveTo>
                  <a:cubicBezTo>
                    <a:pt x="1383768" y="1599166"/>
                    <a:pt x="1235738" y="1451811"/>
                    <a:pt x="1208035" y="1387164"/>
                  </a:cubicBezTo>
                  <a:cubicBezTo>
                    <a:pt x="1165738" y="1288123"/>
                    <a:pt x="1137501" y="1196708"/>
                    <a:pt x="1084902" y="1130057"/>
                  </a:cubicBezTo>
                  <a:cubicBezTo>
                    <a:pt x="1032303" y="1063406"/>
                    <a:pt x="925648" y="353119"/>
                    <a:pt x="894989" y="351111"/>
                  </a:cubicBezTo>
                  <a:cubicBezTo>
                    <a:pt x="864329" y="349103"/>
                    <a:pt x="933531" y="632173"/>
                    <a:pt x="937145" y="646627"/>
                  </a:cubicBezTo>
                  <a:cubicBezTo>
                    <a:pt x="934202" y="637655"/>
                    <a:pt x="895924" y="517072"/>
                    <a:pt x="859249" y="379617"/>
                  </a:cubicBezTo>
                  <a:cubicBezTo>
                    <a:pt x="821241" y="236812"/>
                    <a:pt x="782827" y="229054"/>
                    <a:pt x="782827" y="229054"/>
                  </a:cubicBezTo>
                  <a:cubicBezTo>
                    <a:pt x="731834" y="239222"/>
                    <a:pt x="731557" y="275496"/>
                    <a:pt x="705469" y="274957"/>
                  </a:cubicBezTo>
                  <a:cubicBezTo>
                    <a:pt x="679381" y="274419"/>
                    <a:pt x="589829" y="210844"/>
                    <a:pt x="589829" y="210844"/>
                  </a:cubicBezTo>
                  <a:cubicBezTo>
                    <a:pt x="502965" y="223427"/>
                    <a:pt x="177066" y="13565"/>
                    <a:pt x="177066" y="13565"/>
                  </a:cubicBezTo>
                  <a:cubicBezTo>
                    <a:pt x="102917" y="23606"/>
                    <a:pt x="85519" y="88381"/>
                    <a:pt x="148825" y="149145"/>
                  </a:cubicBezTo>
                  <a:cubicBezTo>
                    <a:pt x="212131" y="209909"/>
                    <a:pt x="306758" y="283520"/>
                    <a:pt x="306758" y="283520"/>
                  </a:cubicBezTo>
                  <a:cubicBezTo>
                    <a:pt x="245730" y="313222"/>
                    <a:pt x="21684" y="187559"/>
                    <a:pt x="21684" y="187559"/>
                  </a:cubicBezTo>
                  <a:lnTo>
                    <a:pt x="8298" y="175511"/>
                  </a:lnTo>
                  <a:lnTo>
                    <a:pt x="52198" y="197194"/>
                  </a:lnTo>
                  <a:cubicBezTo>
                    <a:pt x="51929" y="154761"/>
                    <a:pt x="54163" y="112350"/>
                    <a:pt x="58889" y="70180"/>
                  </a:cubicBezTo>
                  <a:cubicBezTo>
                    <a:pt x="62636" y="53582"/>
                    <a:pt x="89138" y="30019"/>
                    <a:pt x="119251" y="16646"/>
                  </a:cubicBezTo>
                  <a:cubicBezTo>
                    <a:pt x="133303" y="10237"/>
                    <a:pt x="159412" y="983"/>
                    <a:pt x="178540" y="11156"/>
                  </a:cubicBezTo>
                  <a:cubicBezTo>
                    <a:pt x="185902" y="15304"/>
                    <a:pt x="203321" y="26011"/>
                    <a:pt x="227392" y="41003"/>
                  </a:cubicBezTo>
                  <a:lnTo>
                    <a:pt x="267554" y="65895"/>
                  </a:lnTo>
                  <a:cubicBezTo>
                    <a:pt x="276094" y="52761"/>
                    <a:pt x="286562" y="40985"/>
                    <a:pt x="298606" y="30963"/>
                  </a:cubicBezTo>
                  <a:cubicBezTo>
                    <a:pt x="308642" y="25076"/>
                    <a:pt x="364185" y="14770"/>
                    <a:pt x="383997" y="21730"/>
                  </a:cubicBezTo>
                  <a:cubicBezTo>
                    <a:pt x="401262" y="28019"/>
                    <a:pt x="456672" y="63220"/>
                    <a:pt x="515291" y="100430"/>
                  </a:cubicBezTo>
                  <a:lnTo>
                    <a:pt x="540588" y="116353"/>
                  </a:lnTo>
                  <a:cubicBezTo>
                    <a:pt x="543665" y="110598"/>
                    <a:pt x="550894" y="98554"/>
                    <a:pt x="557721" y="95875"/>
                  </a:cubicBezTo>
                  <a:cubicBezTo>
                    <a:pt x="586655" y="85188"/>
                    <a:pt x="618147" y="83507"/>
                    <a:pt x="648055" y="91052"/>
                  </a:cubicBezTo>
                  <a:cubicBezTo>
                    <a:pt x="667862" y="98276"/>
                    <a:pt x="735851" y="148466"/>
                    <a:pt x="801703" y="197053"/>
                  </a:cubicBezTo>
                  <a:cubicBezTo>
                    <a:pt x="837840" y="223820"/>
                    <a:pt x="872503" y="249382"/>
                    <a:pt x="895390" y="264776"/>
                  </a:cubicBezTo>
                  <a:cubicBezTo>
                    <a:pt x="896159" y="264973"/>
                    <a:pt x="896826" y="265450"/>
                    <a:pt x="897262" y="266113"/>
                  </a:cubicBezTo>
                  <a:cubicBezTo>
                    <a:pt x="903820" y="270531"/>
                    <a:pt x="909310" y="274009"/>
                    <a:pt x="913459" y="276419"/>
                  </a:cubicBezTo>
                  <a:cubicBezTo>
                    <a:pt x="961909" y="304122"/>
                    <a:pt x="1081027" y="928886"/>
                    <a:pt x="1082223" y="935180"/>
                  </a:cubicBezTo>
                  <a:cubicBezTo>
                    <a:pt x="1089982" y="977050"/>
                    <a:pt x="1118360" y="1020301"/>
                    <a:pt x="1148336" y="1066072"/>
                  </a:cubicBezTo>
                  <a:cubicBezTo>
                    <a:pt x="1182281" y="1113809"/>
                    <a:pt x="1210031" y="1165664"/>
                    <a:pt x="1230915" y="1220391"/>
                  </a:cubicBezTo>
                  <a:cubicBezTo>
                    <a:pt x="1269068" y="1331220"/>
                    <a:pt x="1355933" y="1494370"/>
                    <a:pt x="1483211" y="1693793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6669091" y="2899269"/>
              <a:ext cx="2123281" cy="2444723"/>
            </a:xfrm>
            <a:custGeom>
              <a:avLst/>
              <a:gdLst/>
              <a:ahLst/>
              <a:cxnLst/>
              <a:rect l="l" t="t" r="r" b="b"/>
              <a:pathLst>
                <a:path w="2123281" h="2444723" extrusionOk="0">
                  <a:moveTo>
                    <a:pt x="2128655" y="1985089"/>
                  </a:moveTo>
                  <a:cubicBezTo>
                    <a:pt x="2125601" y="1987170"/>
                    <a:pt x="2121439" y="1986384"/>
                    <a:pt x="2119350" y="1983338"/>
                  </a:cubicBezTo>
                  <a:cubicBezTo>
                    <a:pt x="2099269" y="1953956"/>
                    <a:pt x="2079291" y="1923822"/>
                    <a:pt x="2059710" y="1894316"/>
                  </a:cubicBezTo>
                  <a:lnTo>
                    <a:pt x="2036732" y="1859738"/>
                  </a:lnTo>
                  <a:cubicBezTo>
                    <a:pt x="1889207" y="1633889"/>
                    <a:pt x="1789311" y="1450193"/>
                    <a:pt x="1747800" y="1328443"/>
                  </a:cubicBezTo>
                  <a:cubicBezTo>
                    <a:pt x="1728313" y="1271273"/>
                    <a:pt x="1695376" y="1221062"/>
                    <a:pt x="1666319" y="1176769"/>
                  </a:cubicBezTo>
                  <a:cubicBezTo>
                    <a:pt x="1653561" y="1157317"/>
                    <a:pt x="1641205" y="1138338"/>
                    <a:pt x="1630430" y="1119612"/>
                  </a:cubicBezTo>
                  <a:cubicBezTo>
                    <a:pt x="1638475" y="1150100"/>
                    <a:pt x="1648660" y="1180012"/>
                    <a:pt x="1661482" y="1208869"/>
                  </a:cubicBezTo>
                  <a:cubicBezTo>
                    <a:pt x="1662909" y="1212278"/>
                    <a:pt x="1661303" y="1216200"/>
                    <a:pt x="1657893" y="1217632"/>
                  </a:cubicBezTo>
                  <a:cubicBezTo>
                    <a:pt x="1654586" y="1219016"/>
                    <a:pt x="1650775" y="1217550"/>
                    <a:pt x="1649250" y="1214308"/>
                  </a:cubicBezTo>
                  <a:cubicBezTo>
                    <a:pt x="1628084" y="1166605"/>
                    <a:pt x="1613177" y="1116369"/>
                    <a:pt x="1604897" y="1064843"/>
                  </a:cubicBezTo>
                  <a:cubicBezTo>
                    <a:pt x="1602410" y="1057357"/>
                    <a:pt x="1600244" y="1049889"/>
                    <a:pt x="1598873" y="1042412"/>
                  </a:cubicBezTo>
                  <a:cubicBezTo>
                    <a:pt x="1566163" y="864697"/>
                    <a:pt x="1469339" y="409756"/>
                    <a:pt x="1434851" y="390282"/>
                  </a:cubicBezTo>
                  <a:cubicBezTo>
                    <a:pt x="1430707" y="387941"/>
                    <a:pt x="1425093" y="384339"/>
                    <a:pt x="1418675" y="380028"/>
                  </a:cubicBezTo>
                  <a:cubicBezTo>
                    <a:pt x="1412408" y="380989"/>
                    <a:pt x="1406593" y="384587"/>
                    <a:pt x="1400983" y="388244"/>
                  </a:cubicBezTo>
                  <a:cubicBezTo>
                    <a:pt x="1395130" y="392059"/>
                    <a:pt x="1389118" y="395981"/>
                    <a:pt x="1382727" y="395981"/>
                  </a:cubicBezTo>
                  <a:cubicBezTo>
                    <a:pt x="1381107" y="395983"/>
                    <a:pt x="1379492" y="395725"/>
                    <a:pt x="1377954" y="395217"/>
                  </a:cubicBezTo>
                  <a:cubicBezTo>
                    <a:pt x="1372361" y="393375"/>
                    <a:pt x="1362936" y="385163"/>
                    <a:pt x="1346765" y="370829"/>
                  </a:cubicBezTo>
                  <a:cubicBezTo>
                    <a:pt x="1334635" y="360062"/>
                    <a:pt x="1314294" y="342045"/>
                    <a:pt x="1308846" y="341058"/>
                  </a:cubicBezTo>
                  <a:cubicBezTo>
                    <a:pt x="1303762" y="341058"/>
                    <a:pt x="1286783" y="353953"/>
                    <a:pt x="1274277" y="365980"/>
                  </a:cubicBezTo>
                  <a:cubicBezTo>
                    <a:pt x="1271552" y="368478"/>
                    <a:pt x="1267318" y="368292"/>
                    <a:pt x="1264818" y="365566"/>
                  </a:cubicBezTo>
                  <a:cubicBezTo>
                    <a:pt x="1262404" y="362933"/>
                    <a:pt x="1262485" y="358870"/>
                    <a:pt x="1264998" y="356333"/>
                  </a:cubicBezTo>
                  <a:cubicBezTo>
                    <a:pt x="1271987" y="349616"/>
                    <a:pt x="1295815" y="327707"/>
                    <a:pt x="1309120" y="327707"/>
                  </a:cubicBezTo>
                  <a:cubicBezTo>
                    <a:pt x="1317396" y="327707"/>
                    <a:pt x="1330256" y="338315"/>
                    <a:pt x="1355652" y="360823"/>
                  </a:cubicBezTo>
                  <a:cubicBezTo>
                    <a:pt x="1365363" y="369436"/>
                    <a:pt x="1378668" y="381233"/>
                    <a:pt x="1382171" y="382519"/>
                  </a:cubicBezTo>
                  <a:cubicBezTo>
                    <a:pt x="1384248" y="383262"/>
                    <a:pt x="1389464" y="379801"/>
                    <a:pt x="1393673" y="377050"/>
                  </a:cubicBezTo>
                  <a:cubicBezTo>
                    <a:pt x="1397249" y="374656"/>
                    <a:pt x="1400970" y="372489"/>
                    <a:pt x="1404815" y="370560"/>
                  </a:cubicBezTo>
                  <a:cubicBezTo>
                    <a:pt x="1382064" y="354641"/>
                    <a:pt x="1351866" y="332355"/>
                    <a:pt x="1320455" y="309155"/>
                  </a:cubicBezTo>
                  <a:cubicBezTo>
                    <a:pt x="1259025" y="263769"/>
                    <a:pt x="1189383" y="212349"/>
                    <a:pt x="1170994" y="205641"/>
                  </a:cubicBezTo>
                  <a:cubicBezTo>
                    <a:pt x="1143299" y="198690"/>
                    <a:pt x="1114144" y="200320"/>
                    <a:pt x="1087398" y="210315"/>
                  </a:cubicBezTo>
                  <a:cubicBezTo>
                    <a:pt x="1085236" y="211170"/>
                    <a:pt x="1080857" y="217053"/>
                    <a:pt x="1077144" y="223287"/>
                  </a:cubicBezTo>
                  <a:cubicBezTo>
                    <a:pt x="1119540" y="250075"/>
                    <a:pt x="1161107" y="275868"/>
                    <a:pt x="1185960" y="288784"/>
                  </a:cubicBezTo>
                  <a:cubicBezTo>
                    <a:pt x="1207216" y="287428"/>
                    <a:pt x="1228361" y="292785"/>
                    <a:pt x="1246408" y="304097"/>
                  </a:cubicBezTo>
                  <a:cubicBezTo>
                    <a:pt x="1249540" y="306053"/>
                    <a:pt x="1250497" y="310179"/>
                    <a:pt x="1248540" y="313313"/>
                  </a:cubicBezTo>
                  <a:cubicBezTo>
                    <a:pt x="1246583" y="316446"/>
                    <a:pt x="1242456" y="317401"/>
                    <a:pt x="1239324" y="315445"/>
                  </a:cubicBezTo>
                  <a:cubicBezTo>
                    <a:pt x="1230181" y="309804"/>
                    <a:pt x="1220089" y="305866"/>
                    <a:pt x="1209540" y="303823"/>
                  </a:cubicBezTo>
                  <a:cubicBezTo>
                    <a:pt x="1209562" y="304259"/>
                    <a:pt x="1209536" y="304695"/>
                    <a:pt x="1209472" y="305127"/>
                  </a:cubicBezTo>
                  <a:cubicBezTo>
                    <a:pt x="1208724" y="308097"/>
                    <a:pt x="1206054" y="310179"/>
                    <a:pt x="1202991" y="310177"/>
                  </a:cubicBezTo>
                  <a:cubicBezTo>
                    <a:pt x="1202440" y="310177"/>
                    <a:pt x="1201893" y="310109"/>
                    <a:pt x="1201359" y="309976"/>
                  </a:cubicBezTo>
                  <a:cubicBezTo>
                    <a:pt x="1183136" y="305370"/>
                    <a:pt x="1128764" y="271792"/>
                    <a:pt x="1066851" y="232618"/>
                  </a:cubicBezTo>
                  <a:cubicBezTo>
                    <a:pt x="1066198" y="232545"/>
                    <a:pt x="1065557" y="232373"/>
                    <a:pt x="1064954" y="232109"/>
                  </a:cubicBezTo>
                  <a:cubicBezTo>
                    <a:pt x="1063967" y="231587"/>
                    <a:pt x="1063130" y="230819"/>
                    <a:pt x="1062523" y="229879"/>
                  </a:cubicBezTo>
                  <a:cubicBezTo>
                    <a:pt x="1054145" y="224573"/>
                    <a:pt x="1045673" y="219197"/>
                    <a:pt x="1037102" y="213750"/>
                  </a:cubicBezTo>
                  <a:cubicBezTo>
                    <a:pt x="981303" y="178327"/>
                    <a:pt x="923611" y="141690"/>
                    <a:pt x="907218" y="135794"/>
                  </a:cubicBezTo>
                  <a:cubicBezTo>
                    <a:pt x="890905" y="129920"/>
                    <a:pt x="837751" y="139639"/>
                    <a:pt x="830039" y="144211"/>
                  </a:cubicBezTo>
                  <a:cubicBezTo>
                    <a:pt x="820375" y="152862"/>
                    <a:pt x="811714" y="162576"/>
                    <a:pt x="804229" y="173170"/>
                  </a:cubicBezTo>
                  <a:cubicBezTo>
                    <a:pt x="877558" y="218181"/>
                    <a:pt x="976501" y="276958"/>
                    <a:pt x="1030202" y="296829"/>
                  </a:cubicBezTo>
                  <a:cubicBezTo>
                    <a:pt x="1038260" y="294266"/>
                    <a:pt x="1064117" y="287340"/>
                    <a:pt x="1080511" y="298320"/>
                  </a:cubicBezTo>
                  <a:cubicBezTo>
                    <a:pt x="1083484" y="300518"/>
                    <a:pt x="1084112" y="304710"/>
                    <a:pt x="1081916" y="307684"/>
                  </a:cubicBezTo>
                  <a:cubicBezTo>
                    <a:pt x="1079857" y="310467"/>
                    <a:pt x="1076020" y="311224"/>
                    <a:pt x="1073059" y="309429"/>
                  </a:cubicBezTo>
                  <a:cubicBezTo>
                    <a:pt x="1069312" y="306921"/>
                    <a:pt x="1064241" y="305968"/>
                    <a:pt x="1058913" y="305823"/>
                  </a:cubicBezTo>
                  <a:cubicBezTo>
                    <a:pt x="1061340" y="308573"/>
                    <a:pt x="1061075" y="312768"/>
                    <a:pt x="1058328" y="315194"/>
                  </a:cubicBezTo>
                  <a:cubicBezTo>
                    <a:pt x="1057106" y="316273"/>
                    <a:pt x="1055529" y="316864"/>
                    <a:pt x="1053897" y="316855"/>
                  </a:cubicBezTo>
                  <a:cubicBezTo>
                    <a:pt x="1053645" y="316855"/>
                    <a:pt x="1053393" y="316842"/>
                    <a:pt x="1053141" y="316816"/>
                  </a:cubicBezTo>
                  <a:cubicBezTo>
                    <a:pt x="1000559" y="310907"/>
                    <a:pt x="837127" y="209486"/>
                    <a:pt x="749319" y="155003"/>
                  </a:cubicBezTo>
                  <a:cubicBezTo>
                    <a:pt x="725939" y="140477"/>
                    <a:pt x="707448" y="129027"/>
                    <a:pt x="700185" y="125066"/>
                  </a:cubicBezTo>
                  <a:cubicBezTo>
                    <a:pt x="689465" y="119255"/>
                    <a:pt x="671456" y="121221"/>
                    <a:pt x="650713" y="130471"/>
                  </a:cubicBezTo>
                  <a:cubicBezTo>
                    <a:pt x="620848" y="143771"/>
                    <a:pt x="597610" y="166009"/>
                    <a:pt x="594641" y="178425"/>
                  </a:cubicBezTo>
                  <a:cubicBezTo>
                    <a:pt x="588873" y="202531"/>
                    <a:pt x="588232" y="286460"/>
                    <a:pt x="588142" y="304332"/>
                  </a:cubicBezTo>
                  <a:cubicBezTo>
                    <a:pt x="643685" y="331552"/>
                    <a:pt x="691482" y="354495"/>
                    <a:pt x="712447" y="363532"/>
                  </a:cubicBezTo>
                  <a:cubicBezTo>
                    <a:pt x="701872" y="354987"/>
                    <a:pt x="693118" y="345032"/>
                    <a:pt x="692537" y="335060"/>
                  </a:cubicBezTo>
                  <a:cubicBezTo>
                    <a:pt x="691682" y="319926"/>
                    <a:pt x="676579" y="299171"/>
                    <a:pt x="670854" y="292437"/>
                  </a:cubicBezTo>
                  <a:cubicBezTo>
                    <a:pt x="668453" y="289627"/>
                    <a:pt x="668786" y="285404"/>
                    <a:pt x="671597" y="283004"/>
                  </a:cubicBezTo>
                  <a:cubicBezTo>
                    <a:pt x="671597" y="283002"/>
                    <a:pt x="671602" y="283001"/>
                    <a:pt x="671602" y="282999"/>
                  </a:cubicBezTo>
                  <a:cubicBezTo>
                    <a:pt x="674409" y="280628"/>
                    <a:pt x="678604" y="280962"/>
                    <a:pt x="681001" y="283747"/>
                  </a:cubicBezTo>
                  <a:cubicBezTo>
                    <a:pt x="681971" y="284871"/>
                    <a:pt x="704555" y="311548"/>
                    <a:pt x="705876" y="334282"/>
                  </a:cubicBezTo>
                  <a:cubicBezTo>
                    <a:pt x="706504" y="345040"/>
                    <a:pt x="731421" y="362083"/>
                    <a:pt x="751198" y="372269"/>
                  </a:cubicBezTo>
                  <a:cubicBezTo>
                    <a:pt x="765776" y="372095"/>
                    <a:pt x="780034" y="367959"/>
                    <a:pt x="792441" y="360306"/>
                  </a:cubicBezTo>
                  <a:cubicBezTo>
                    <a:pt x="795581" y="358349"/>
                    <a:pt x="799709" y="359306"/>
                    <a:pt x="801670" y="362444"/>
                  </a:cubicBezTo>
                  <a:cubicBezTo>
                    <a:pt x="803626" y="365583"/>
                    <a:pt x="802669" y="369714"/>
                    <a:pt x="799529" y="371671"/>
                  </a:cubicBezTo>
                  <a:cubicBezTo>
                    <a:pt x="786652" y="379660"/>
                    <a:pt x="772035" y="384420"/>
                    <a:pt x="756924" y="385544"/>
                  </a:cubicBezTo>
                  <a:cubicBezTo>
                    <a:pt x="755719" y="386548"/>
                    <a:pt x="754322" y="387253"/>
                    <a:pt x="752762" y="387253"/>
                  </a:cubicBezTo>
                  <a:cubicBezTo>
                    <a:pt x="751758" y="387254"/>
                    <a:pt x="750767" y="387029"/>
                    <a:pt x="749861" y="386595"/>
                  </a:cubicBezTo>
                  <a:cubicBezTo>
                    <a:pt x="749361" y="386355"/>
                    <a:pt x="748703" y="386035"/>
                    <a:pt x="748003" y="385685"/>
                  </a:cubicBezTo>
                  <a:cubicBezTo>
                    <a:pt x="735993" y="385480"/>
                    <a:pt x="724132" y="382969"/>
                    <a:pt x="713066" y="378289"/>
                  </a:cubicBezTo>
                  <a:cubicBezTo>
                    <a:pt x="666624" y="359836"/>
                    <a:pt x="351343" y="202180"/>
                    <a:pt x="309780" y="179818"/>
                  </a:cubicBezTo>
                  <a:cubicBezTo>
                    <a:pt x="270725" y="158793"/>
                    <a:pt x="167770" y="37809"/>
                    <a:pt x="154261" y="21855"/>
                  </a:cubicBezTo>
                  <a:cubicBezTo>
                    <a:pt x="150162" y="20745"/>
                    <a:pt x="145945" y="20131"/>
                    <a:pt x="141699" y="20026"/>
                  </a:cubicBezTo>
                  <a:cubicBezTo>
                    <a:pt x="112339" y="19125"/>
                    <a:pt x="88028" y="42547"/>
                    <a:pt x="87302" y="71839"/>
                  </a:cubicBezTo>
                  <a:cubicBezTo>
                    <a:pt x="78047" y="146757"/>
                    <a:pt x="128916" y="245085"/>
                    <a:pt x="177024" y="273501"/>
                  </a:cubicBezTo>
                  <a:cubicBezTo>
                    <a:pt x="221142" y="299564"/>
                    <a:pt x="532450" y="519453"/>
                    <a:pt x="625082" y="612311"/>
                  </a:cubicBezTo>
                  <a:cubicBezTo>
                    <a:pt x="621421" y="596388"/>
                    <a:pt x="618990" y="576952"/>
                    <a:pt x="624160" y="563301"/>
                  </a:cubicBezTo>
                  <a:cubicBezTo>
                    <a:pt x="625471" y="559843"/>
                    <a:pt x="629334" y="558102"/>
                    <a:pt x="632790" y="559411"/>
                  </a:cubicBezTo>
                  <a:cubicBezTo>
                    <a:pt x="636251" y="560721"/>
                    <a:pt x="637994" y="564586"/>
                    <a:pt x="636682" y="568044"/>
                  </a:cubicBezTo>
                  <a:cubicBezTo>
                    <a:pt x="629872" y="586023"/>
                    <a:pt x="641019" y="622659"/>
                    <a:pt x="645894" y="635259"/>
                  </a:cubicBezTo>
                  <a:cubicBezTo>
                    <a:pt x="646894" y="637862"/>
                    <a:pt x="646159" y="640811"/>
                    <a:pt x="644061" y="642646"/>
                  </a:cubicBezTo>
                  <a:cubicBezTo>
                    <a:pt x="643467" y="644163"/>
                    <a:pt x="642476" y="647346"/>
                    <a:pt x="641745" y="652614"/>
                  </a:cubicBezTo>
                  <a:cubicBezTo>
                    <a:pt x="648466" y="637794"/>
                    <a:pt x="658694" y="624835"/>
                    <a:pt x="671550" y="614858"/>
                  </a:cubicBezTo>
                  <a:cubicBezTo>
                    <a:pt x="674468" y="612590"/>
                    <a:pt x="678673" y="613118"/>
                    <a:pt x="680941" y="616037"/>
                  </a:cubicBezTo>
                  <a:cubicBezTo>
                    <a:pt x="683210" y="618956"/>
                    <a:pt x="682680" y="623160"/>
                    <a:pt x="679762" y="625428"/>
                  </a:cubicBezTo>
                  <a:cubicBezTo>
                    <a:pt x="656891" y="643162"/>
                    <a:pt x="644360" y="671123"/>
                    <a:pt x="646338" y="699996"/>
                  </a:cubicBezTo>
                  <a:cubicBezTo>
                    <a:pt x="646445" y="701705"/>
                    <a:pt x="645885" y="703388"/>
                    <a:pt x="644779" y="704696"/>
                  </a:cubicBezTo>
                  <a:cubicBezTo>
                    <a:pt x="646979" y="716936"/>
                    <a:pt x="650286" y="731275"/>
                    <a:pt x="655148" y="748074"/>
                  </a:cubicBezTo>
                  <a:cubicBezTo>
                    <a:pt x="655298" y="748173"/>
                    <a:pt x="655439" y="748284"/>
                    <a:pt x="655575" y="748399"/>
                  </a:cubicBezTo>
                  <a:cubicBezTo>
                    <a:pt x="657981" y="751202"/>
                    <a:pt x="657665" y="755419"/>
                    <a:pt x="654870" y="757833"/>
                  </a:cubicBezTo>
                  <a:cubicBezTo>
                    <a:pt x="642412" y="768565"/>
                    <a:pt x="622664" y="789791"/>
                    <a:pt x="622664" y="801079"/>
                  </a:cubicBezTo>
                  <a:cubicBezTo>
                    <a:pt x="622570" y="804775"/>
                    <a:pt x="619498" y="807697"/>
                    <a:pt x="615803" y="807603"/>
                  </a:cubicBezTo>
                  <a:cubicBezTo>
                    <a:pt x="612239" y="807514"/>
                    <a:pt x="609368" y="804642"/>
                    <a:pt x="609278" y="801079"/>
                  </a:cubicBezTo>
                  <a:cubicBezTo>
                    <a:pt x="609278" y="785190"/>
                    <a:pt x="628078" y="764763"/>
                    <a:pt x="638955" y="754278"/>
                  </a:cubicBezTo>
                  <a:cubicBezTo>
                    <a:pt x="612696" y="738572"/>
                    <a:pt x="576085" y="722598"/>
                    <a:pt x="564725" y="730779"/>
                  </a:cubicBezTo>
                  <a:cubicBezTo>
                    <a:pt x="563050" y="731980"/>
                    <a:pt x="560914" y="732339"/>
                    <a:pt x="558936" y="731754"/>
                  </a:cubicBezTo>
                  <a:cubicBezTo>
                    <a:pt x="557585" y="731360"/>
                    <a:pt x="548822" y="728737"/>
                    <a:pt x="535693" y="724332"/>
                  </a:cubicBezTo>
                  <a:cubicBezTo>
                    <a:pt x="544127" y="732907"/>
                    <a:pt x="552117" y="742153"/>
                    <a:pt x="559692" y="750967"/>
                  </a:cubicBezTo>
                  <a:cubicBezTo>
                    <a:pt x="572565" y="765946"/>
                    <a:pt x="584720" y="780101"/>
                    <a:pt x="593897" y="784113"/>
                  </a:cubicBezTo>
                  <a:cubicBezTo>
                    <a:pt x="597281" y="785600"/>
                    <a:pt x="598819" y="789543"/>
                    <a:pt x="597337" y="792927"/>
                  </a:cubicBezTo>
                  <a:cubicBezTo>
                    <a:pt x="596269" y="795358"/>
                    <a:pt x="593872" y="796926"/>
                    <a:pt x="591219" y="796931"/>
                  </a:cubicBezTo>
                  <a:cubicBezTo>
                    <a:pt x="590296" y="796935"/>
                    <a:pt x="589386" y="796743"/>
                    <a:pt x="588540" y="796371"/>
                  </a:cubicBezTo>
                  <a:cubicBezTo>
                    <a:pt x="576577" y="791137"/>
                    <a:pt x="564045" y="776564"/>
                    <a:pt x="549549" y="759687"/>
                  </a:cubicBezTo>
                  <a:cubicBezTo>
                    <a:pt x="533779" y="741341"/>
                    <a:pt x="516176" y="720859"/>
                    <a:pt x="497424" y="710553"/>
                  </a:cubicBezTo>
                  <a:cubicBezTo>
                    <a:pt x="453302" y="693583"/>
                    <a:pt x="396311" y="667696"/>
                    <a:pt x="364160" y="637323"/>
                  </a:cubicBezTo>
                  <a:cubicBezTo>
                    <a:pt x="306669" y="582985"/>
                    <a:pt x="201177" y="549347"/>
                    <a:pt x="136436" y="549347"/>
                  </a:cubicBezTo>
                  <a:cubicBezTo>
                    <a:pt x="100153" y="549347"/>
                    <a:pt x="64914" y="565515"/>
                    <a:pt x="42171" y="592589"/>
                  </a:cubicBezTo>
                  <a:cubicBezTo>
                    <a:pt x="27645" y="609885"/>
                    <a:pt x="20552" y="629042"/>
                    <a:pt x="21860" y="647158"/>
                  </a:cubicBezTo>
                  <a:cubicBezTo>
                    <a:pt x="43650" y="646406"/>
                    <a:pt x="115787" y="646466"/>
                    <a:pt x="162143" y="676352"/>
                  </a:cubicBezTo>
                  <a:cubicBezTo>
                    <a:pt x="217459" y="712019"/>
                    <a:pt x="368078" y="874673"/>
                    <a:pt x="458489" y="1006638"/>
                  </a:cubicBezTo>
                  <a:cubicBezTo>
                    <a:pt x="516390" y="1091157"/>
                    <a:pt x="615149" y="1131173"/>
                    <a:pt x="710639" y="1169848"/>
                  </a:cubicBezTo>
                  <a:cubicBezTo>
                    <a:pt x="765289" y="1191992"/>
                    <a:pt x="821776" y="1214884"/>
                    <a:pt x="868620" y="1245728"/>
                  </a:cubicBezTo>
                  <a:cubicBezTo>
                    <a:pt x="932575" y="1286744"/>
                    <a:pt x="985857" y="1342073"/>
                    <a:pt x="1024810" y="1406959"/>
                  </a:cubicBezTo>
                  <a:cubicBezTo>
                    <a:pt x="1016786" y="1368759"/>
                    <a:pt x="1005541" y="1322594"/>
                    <a:pt x="993155" y="1301715"/>
                  </a:cubicBezTo>
                  <a:cubicBezTo>
                    <a:pt x="991318" y="1298506"/>
                    <a:pt x="992429" y="1294421"/>
                    <a:pt x="995637" y="1292584"/>
                  </a:cubicBezTo>
                  <a:cubicBezTo>
                    <a:pt x="998769" y="1290790"/>
                    <a:pt x="1002759" y="1291807"/>
                    <a:pt x="1004657" y="1294879"/>
                  </a:cubicBezTo>
                  <a:cubicBezTo>
                    <a:pt x="1023028" y="1325876"/>
                    <a:pt x="1038379" y="1405259"/>
                    <a:pt x="1045749" y="1443412"/>
                  </a:cubicBezTo>
                  <a:cubicBezTo>
                    <a:pt x="1046536" y="1447497"/>
                    <a:pt x="1047219" y="1451039"/>
                    <a:pt x="1047817" y="1454094"/>
                  </a:cubicBezTo>
                  <a:cubicBezTo>
                    <a:pt x="1061289" y="1506949"/>
                    <a:pt x="1089491" y="1554130"/>
                    <a:pt x="1130132" y="1590874"/>
                  </a:cubicBezTo>
                  <a:cubicBezTo>
                    <a:pt x="1201572" y="1653017"/>
                    <a:pt x="1485374" y="2410106"/>
                    <a:pt x="1497426" y="2442299"/>
                  </a:cubicBezTo>
                  <a:cubicBezTo>
                    <a:pt x="1498725" y="2445764"/>
                    <a:pt x="1496969" y="2449626"/>
                    <a:pt x="1493500" y="2450925"/>
                  </a:cubicBezTo>
                  <a:cubicBezTo>
                    <a:pt x="1490035" y="2452220"/>
                    <a:pt x="1486177" y="2450464"/>
                    <a:pt x="1484878" y="2446999"/>
                  </a:cubicBezTo>
                  <a:cubicBezTo>
                    <a:pt x="1481951" y="2439142"/>
                    <a:pt x="1190233" y="1660913"/>
                    <a:pt x="1121236" y="1600893"/>
                  </a:cubicBezTo>
                  <a:cubicBezTo>
                    <a:pt x="1081549" y="1565136"/>
                    <a:pt x="1052577" y="1519057"/>
                    <a:pt x="1037559" y="1467791"/>
                  </a:cubicBezTo>
                  <a:cubicBezTo>
                    <a:pt x="1037089" y="1467129"/>
                    <a:pt x="1036752" y="1466381"/>
                    <a:pt x="1036555" y="1465595"/>
                  </a:cubicBezTo>
                  <a:cubicBezTo>
                    <a:pt x="1036128" y="1463788"/>
                    <a:pt x="1035500" y="1460865"/>
                    <a:pt x="1034761" y="1457161"/>
                  </a:cubicBezTo>
                  <a:cubicBezTo>
                    <a:pt x="1034047" y="1454333"/>
                    <a:pt x="1033176" y="1451560"/>
                    <a:pt x="1032539" y="1448702"/>
                  </a:cubicBezTo>
                  <a:cubicBezTo>
                    <a:pt x="993980" y="1370395"/>
                    <a:pt x="934775" y="1304099"/>
                    <a:pt x="861305" y="1256969"/>
                  </a:cubicBezTo>
                  <a:cubicBezTo>
                    <a:pt x="815508" y="1226809"/>
                    <a:pt x="762115" y="1205177"/>
                    <a:pt x="705598" y="1182272"/>
                  </a:cubicBezTo>
                  <a:cubicBezTo>
                    <a:pt x="608266" y="1142833"/>
                    <a:pt x="507610" y="1102043"/>
                    <a:pt x="447436" y="1014205"/>
                  </a:cubicBezTo>
                  <a:cubicBezTo>
                    <a:pt x="357824" y="883419"/>
                    <a:pt x="209188" y="722615"/>
                    <a:pt x="154884" y="687606"/>
                  </a:cubicBezTo>
                  <a:cubicBezTo>
                    <a:pt x="104665" y="655229"/>
                    <a:pt x="17310" y="660744"/>
                    <a:pt x="16417" y="660817"/>
                  </a:cubicBezTo>
                  <a:cubicBezTo>
                    <a:pt x="12729" y="660975"/>
                    <a:pt x="9961" y="658655"/>
                    <a:pt x="9371" y="655297"/>
                  </a:cubicBezTo>
                  <a:cubicBezTo>
                    <a:pt x="5214" y="631546"/>
                    <a:pt x="13216" y="606219"/>
                    <a:pt x="31904" y="583976"/>
                  </a:cubicBezTo>
                  <a:cubicBezTo>
                    <a:pt x="57155" y="553915"/>
                    <a:pt x="96236" y="535962"/>
                    <a:pt x="136436" y="535962"/>
                  </a:cubicBezTo>
                  <a:cubicBezTo>
                    <a:pt x="203749" y="535962"/>
                    <a:pt x="313484" y="570996"/>
                    <a:pt x="373389" y="627598"/>
                  </a:cubicBezTo>
                  <a:cubicBezTo>
                    <a:pt x="401259" y="653955"/>
                    <a:pt x="450504" y="677326"/>
                    <a:pt x="491784" y="693852"/>
                  </a:cubicBezTo>
                  <a:cubicBezTo>
                    <a:pt x="492480" y="693852"/>
                    <a:pt x="493173" y="693960"/>
                    <a:pt x="493835" y="694173"/>
                  </a:cubicBezTo>
                  <a:cubicBezTo>
                    <a:pt x="496373" y="695163"/>
                    <a:pt x="498853" y="696294"/>
                    <a:pt x="501265" y="697561"/>
                  </a:cubicBezTo>
                  <a:cubicBezTo>
                    <a:pt x="529280" y="708391"/>
                    <a:pt x="552296" y="715727"/>
                    <a:pt x="559969" y="718069"/>
                  </a:cubicBezTo>
                  <a:cubicBezTo>
                    <a:pt x="579696" y="708477"/>
                    <a:pt x="616969" y="726280"/>
                    <a:pt x="638584" y="738491"/>
                  </a:cubicBezTo>
                  <a:cubicBezTo>
                    <a:pt x="622348" y="676604"/>
                    <a:pt x="627526" y="648824"/>
                    <a:pt x="631226" y="638703"/>
                  </a:cubicBezTo>
                  <a:cubicBezTo>
                    <a:pt x="572048" y="564959"/>
                    <a:pt x="220497" y="314697"/>
                    <a:pt x="170227" y="285020"/>
                  </a:cubicBezTo>
                  <a:cubicBezTo>
                    <a:pt x="112471" y="250930"/>
                    <a:pt x="64790" y="144831"/>
                    <a:pt x="73963" y="70844"/>
                  </a:cubicBezTo>
                  <a:cubicBezTo>
                    <a:pt x="74817" y="34848"/>
                    <a:pt x="104887" y="5936"/>
                    <a:pt x="142063" y="6641"/>
                  </a:cubicBezTo>
                  <a:cubicBezTo>
                    <a:pt x="148173" y="6798"/>
                    <a:pt x="154232" y="7794"/>
                    <a:pt x="160071" y="9601"/>
                  </a:cubicBezTo>
                  <a:cubicBezTo>
                    <a:pt x="161299" y="9980"/>
                    <a:pt x="162392" y="10703"/>
                    <a:pt x="163220" y="11686"/>
                  </a:cubicBezTo>
                  <a:cubicBezTo>
                    <a:pt x="164361" y="13041"/>
                    <a:pt x="277428" y="147193"/>
                    <a:pt x="316133" y="168043"/>
                  </a:cubicBezTo>
                  <a:cubicBezTo>
                    <a:pt x="341516" y="181685"/>
                    <a:pt x="469008" y="245824"/>
                    <a:pt x="574795" y="297782"/>
                  </a:cubicBezTo>
                  <a:cubicBezTo>
                    <a:pt x="574983" y="270993"/>
                    <a:pt x="576008" y="198792"/>
                    <a:pt x="581631" y="175315"/>
                  </a:cubicBezTo>
                  <a:cubicBezTo>
                    <a:pt x="586626" y="154435"/>
                    <a:pt x="618152" y="130325"/>
                    <a:pt x="645291" y="118243"/>
                  </a:cubicBezTo>
                  <a:cubicBezTo>
                    <a:pt x="670217" y="107134"/>
                    <a:pt x="692007" y="105387"/>
                    <a:pt x="706593" y="113304"/>
                  </a:cubicBezTo>
                  <a:cubicBezTo>
                    <a:pt x="714224" y="117448"/>
                    <a:pt x="731921" y="128433"/>
                    <a:pt x="756415" y="143639"/>
                  </a:cubicBezTo>
                  <a:cubicBezTo>
                    <a:pt x="767199" y="150329"/>
                    <a:pt x="779623" y="158033"/>
                    <a:pt x="793035" y="166283"/>
                  </a:cubicBezTo>
                  <a:cubicBezTo>
                    <a:pt x="801507" y="154251"/>
                    <a:pt x="811155" y="143079"/>
                    <a:pt x="822276" y="133385"/>
                  </a:cubicBezTo>
                  <a:cubicBezTo>
                    <a:pt x="833812" y="126408"/>
                    <a:pt x="890610" y="115547"/>
                    <a:pt x="911785" y="123165"/>
                  </a:cubicBezTo>
                  <a:cubicBezTo>
                    <a:pt x="929571" y="129573"/>
                    <a:pt x="982743" y="163326"/>
                    <a:pt x="1044318" y="202424"/>
                  </a:cubicBezTo>
                  <a:cubicBezTo>
                    <a:pt x="1051419" y="206936"/>
                    <a:pt x="1058631" y="211512"/>
                    <a:pt x="1065856" y="216096"/>
                  </a:cubicBezTo>
                  <a:cubicBezTo>
                    <a:pt x="1069902" y="209260"/>
                    <a:pt x="1076110" y="200424"/>
                    <a:pt x="1082600" y="197814"/>
                  </a:cubicBezTo>
                  <a:cubicBezTo>
                    <a:pt x="1112157" y="186757"/>
                    <a:pt x="1144393" y="185022"/>
                    <a:pt x="1174967" y="192845"/>
                  </a:cubicBezTo>
                  <a:cubicBezTo>
                    <a:pt x="1195774" y="200437"/>
                    <a:pt x="1263207" y="250221"/>
                    <a:pt x="1328414" y="298355"/>
                  </a:cubicBezTo>
                  <a:cubicBezTo>
                    <a:pt x="1364731" y="325156"/>
                    <a:pt x="1399483" y="350830"/>
                    <a:pt x="1422478" y="366475"/>
                  </a:cubicBezTo>
                  <a:cubicBezTo>
                    <a:pt x="1424243" y="366797"/>
                    <a:pt x="1425793" y="367829"/>
                    <a:pt x="1426776" y="369329"/>
                  </a:cubicBezTo>
                  <a:cubicBezTo>
                    <a:pt x="1432570" y="373196"/>
                    <a:pt x="1437692" y="376490"/>
                    <a:pt x="1441444" y="378605"/>
                  </a:cubicBezTo>
                  <a:cubicBezTo>
                    <a:pt x="1492774" y="407603"/>
                    <a:pt x="1610874" y="1033670"/>
                    <a:pt x="1612041" y="1039989"/>
                  </a:cubicBezTo>
                  <a:cubicBezTo>
                    <a:pt x="1613254" y="1046308"/>
                    <a:pt x="1614865" y="1052542"/>
                    <a:pt x="1616860" y="1058660"/>
                  </a:cubicBezTo>
                  <a:cubicBezTo>
                    <a:pt x="1617343" y="1059425"/>
                    <a:pt x="1617672" y="1060275"/>
                    <a:pt x="1617817" y="1061168"/>
                  </a:cubicBezTo>
                  <a:cubicBezTo>
                    <a:pt x="1617847" y="1061360"/>
                    <a:pt x="1617894" y="1061548"/>
                    <a:pt x="1617924" y="1061741"/>
                  </a:cubicBezTo>
                  <a:cubicBezTo>
                    <a:pt x="1629361" y="1095746"/>
                    <a:pt x="1651907" y="1130383"/>
                    <a:pt x="1677508" y="1169408"/>
                  </a:cubicBezTo>
                  <a:cubicBezTo>
                    <a:pt x="1706989" y="1214372"/>
                    <a:pt x="1740442" y="1265334"/>
                    <a:pt x="1760476" y="1324115"/>
                  </a:cubicBezTo>
                  <a:cubicBezTo>
                    <a:pt x="1801625" y="1444814"/>
                    <a:pt x="1901012" y="1627463"/>
                    <a:pt x="2047909" y="1852351"/>
                  </a:cubicBezTo>
                  <a:lnTo>
                    <a:pt x="2070857" y="1886899"/>
                  </a:lnTo>
                  <a:cubicBezTo>
                    <a:pt x="2090412" y="1916358"/>
                    <a:pt x="2110369" y="1946445"/>
                    <a:pt x="2130407" y="1975767"/>
                  </a:cubicBezTo>
                  <a:cubicBezTo>
                    <a:pt x="2132496" y="1978822"/>
                    <a:pt x="2131719" y="1982996"/>
                    <a:pt x="2128664" y="1985085"/>
                  </a:cubicBezTo>
                  <a:cubicBezTo>
                    <a:pt x="2128660" y="1985085"/>
                    <a:pt x="2128660" y="1985089"/>
                    <a:pt x="2128655" y="1985089"/>
                  </a:cubicBezTo>
                  <a:close/>
                  <a:moveTo>
                    <a:pt x="910516" y="436480"/>
                  </a:moveTo>
                  <a:cubicBezTo>
                    <a:pt x="881070" y="423808"/>
                    <a:pt x="847676" y="409457"/>
                    <a:pt x="819571" y="430191"/>
                  </a:cubicBezTo>
                  <a:cubicBezTo>
                    <a:pt x="780243" y="459210"/>
                    <a:pt x="766456" y="522127"/>
                    <a:pt x="765879" y="524789"/>
                  </a:cubicBezTo>
                  <a:cubicBezTo>
                    <a:pt x="765110" y="528404"/>
                    <a:pt x="767417" y="531957"/>
                    <a:pt x="771031" y="532727"/>
                  </a:cubicBezTo>
                  <a:cubicBezTo>
                    <a:pt x="771489" y="532830"/>
                    <a:pt x="771959" y="532882"/>
                    <a:pt x="772428" y="532881"/>
                  </a:cubicBezTo>
                  <a:cubicBezTo>
                    <a:pt x="775586" y="532878"/>
                    <a:pt x="778312" y="530673"/>
                    <a:pt x="778978" y="527587"/>
                  </a:cubicBezTo>
                  <a:cubicBezTo>
                    <a:pt x="779106" y="526985"/>
                    <a:pt x="792308" y="466939"/>
                    <a:pt x="827518" y="440962"/>
                  </a:cubicBezTo>
                  <a:cubicBezTo>
                    <a:pt x="849453" y="424787"/>
                    <a:pt x="877814" y="436980"/>
                    <a:pt x="905222" y="448777"/>
                  </a:cubicBezTo>
                  <a:cubicBezTo>
                    <a:pt x="920386" y="455292"/>
                    <a:pt x="934703" y="461449"/>
                    <a:pt x="948144" y="463098"/>
                  </a:cubicBezTo>
                  <a:cubicBezTo>
                    <a:pt x="951857" y="463684"/>
                    <a:pt x="955138" y="460962"/>
                    <a:pt x="955595" y="457275"/>
                  </a:cubicBezTo>
                  <a:cubicBezTo>
                    <a:pt x="956048" y="453612"/>
                    <a:pt x="953446" y="450276"/>
                    <a:pt x="949785" y="449821"/>
                  </a:cubicBezTo>
                  <a:cubicBezTo>
                    <a:pt x="949780" y="449821"/>
                    <a:pt x="949772" y="449820"/>
                    <a:pt x="949768" y="449819"/>
                  </a:cubicBezTo>
                  <a:cubicBezTo>
                    <a:pt x="938223" y="448401"/>
                    <a:pt x="924765" y="442607"/>
                    <a:pt x="910516" y="436480"/>
                  </a:cubicBezTo>
                  <a:close/>
                  <a:moveTo>
                    <a:pt x="1202375" y="379472"/>
                  </a:moveTo>
                  <a:cubicBezTo>
                    <a:pt x="1206050" y="379892"/>
                    <a:pt x="1209365" y="377254"/>
                    <a:pt x="1209788" y="373580"/>
                  </a:cubicBezTo>
                  <a:cubicBezTo>
                    <a:pt x="1210207" y="369907"/>
                    <a:pt x="1207567" y="366588"/>
                    <a:pt x="1203896" y="366169"/>
                  </a:cubicBezTo>
                  <a:cubicBezTo>
                    <a:pt x="1203798" y="366158"/>
                    <a:pt x="1203704" y="366149"/>
                    <a:pt x="1203606" y="366142"/>
                  </a:cubicBezTo>
                  <a:cubicBezTo>
                    <a:pt x="1196168" y="365463"/>
                    <a:pt x="1183478" y="358934"/>
                    <a:pt x="1170054" y="352017"/>
                  </a:cubicBezTo>
                  <a:cubicBezTo>
                    <a:pt x="1142424" y="337807"/>
                    <a:pt x="1108034" y="320144"/>
                    <a:pt x="1081087" y="331877"/>
                  </a:cubicBezTo>
                  <a:cubicBezTo>
                    <a:pt x="1041430" y="349129"/>
                    <a:pt x="1020110" y="421403"/>
                    <a:pt x="1019221" y="424479"/>
                  </a:cubicBezTo>
                  <a:cubicBezTo>
                    <a:pt x="1018200" y="428032"/>
                    <a:pt x="1020247" y="431743"/>
                    <a:pt x="1023797" y="432772"/>
                  </a:cubicBezTo>
                  <a:cubicBezTo>
                    <a:pt x="1024400" y="432948"/>
                    <a:pt x="1025024" y="433037"/>
                    <a:pt x="1025652" y="433037"/>
                  </a:cubicBezTo>
                  <a:cubicBezTo>
                    <a:pt x="1028630" y="433032"/>
                    <a:pt x="1031249" y="431064"/>
                    <a:pt x="1032082" y="428205"/>
                  </a:cubicBezTo>
                  <a:cubicBezTo>
                    <a:pt x="1032278" y="427512"/>
                    <a:pt x="1052474" y="358922"/>
                    <a:pt x="1086402" y="344152"/>
                  </a:cubicBezTo>
                  <a:cubicBezTo>
                    <a:pt x="1107628" y="334932"/>
                    <a:pt x="1138830" y="350988"/>
                    <a:pt x="1163923" y="363920"/>
                  </a:cubicBezTo>
                  <a:cubicBezTo>
                    <a:pt x="1179176" y="371769"/>
                    <a:pt x="1192352" y="378550"/>
                    <a:pt x="1202375" y="379472"/>
                  </a:cubicBezTo>
                  <a:close/>
                  <a:moveTo>
                    <a:pt x="993133" y="493728"/>
                  </a:moveTo>
                  <a:cubicBezTo>
                    <a:pt x="991083" y="490653"/>
                    <a:pt x="986930" y="489822"/>
                    <a:pt x="983854" y="491871"/>
                  </a:cubicBezTo>
                  <a:cubicBezTo>
                    <a:pt x="980782" y="493921"/>
                    <a:pt x="979949" y="498075"/>
                    <a:pt x="981999" y="501150"/>
                  </a:cubicBezTo>
                  <a:cubicBezTo>
                    <a:pt x="982051" y="501224"/>
                    <a:pt x="982102" y="501298"/>
                    <a:pt x="982153" y="501371"/>
                  </a:cubicBezTo>
                  <a:cubicBezTo>
                    <a:pt x="991459" y="514766"/>
                    <a:pt x="1006506" y="565489"/>
                    <a:pt x="1023913" y="624223"/>
                  </a:cubicBezTo>
                  <a:cubicBezTo>
                    <a:pt x="1050829" y="714903"/>
                    <a:pt x="1084275" y="827757"/>
                    <a:pt x="1118361" y="877681"/>
                  </a:cubicBezTo>
                  <a:cubicBezTo>
                    <a:pt x="1120446" y="880736"/>
                    <a:pt x="1124612" y="881518"/>
                    <a:pt x="1127666" y="879433"/>
                  </a:cubicBezTo>
                  <a:cubicBezTo>
                    <a:pt x="1130721" y="877348"/>
                    <a:pt x="1131503" y="873182"/>
                    <a:pt x="1129418" y="870127"/>
                  </a:cubicBezTo>
                  <a:cubicBezTo>
                    <a:pt x="1096520" y="821942"/>
                    <a:pt x="1063374" y="710203"/>
                    <a:pt x="1036747" y="620416"/>
                  </a:cubicBezTo>
                  <a:cubicBezTo>
                    <a:pt x="1018282" y="558123"/>
                    <a:pt x="1003682" y="508895"/>
                    <a:pt x="993133" y="493728"/>
                  </a:cubicBezTo>
                  <a:close/>
                  <a:moveTo>
                    <a:pt x="1226203" y="530258"/>
                  </a:moveTo>
                  <a:cubicBezTo>
                    <a:pt x="1227096" y="533019"/>
                    <a:pt x="1229668" y="534890"/>
                    <a:pt x="1232569" y="534893"/>
                  </a:cubicBezTo>
                  <a:cubicBezTo>
                    <a:pt x="1233266" y="534893"/>
                    <a:pt x="1233958" y="534782"/>
                    <a:pt x="1234620" y="534564"/>
                  </a:cubicBezTo>
                  <a:cubicBezTo>
                    <a:pt x="1238136" y="533431"/>
                    <a:pt x="1240068" y="529660"/>
                    <a:pt x="1238935" y="526144"/>
                  </a:cubicBezTo>
                  <a:cubicBezTo>
                    <a:pt x="1238935" y="526143"/>
                    <a:pt x="1238935" y="526143"/>
                    <a:pt x="1238935" y="526143"/>
                  </a:cubicBezTo>
                  <a:cubicBezTo>
                    <a:pt x="1205695" y="423253"/>
                    <a:pt x="1201359" y="420407"/>
                    <a:pt x="1199030" y="418903"/>
                  </a:cubicBezTo>
                  <a:cubicBezTo>
                    <a:pt x="1195937" y="416880"/>
                    <a:pt x="1191788" y="417748"/>
                    <a:pt x="1189763" y="420843"/>
                  </a:cubicBezTo>
                  <a:cubicBezTo>
                    <a:pt x="1188045" y="423469"/>
                    <a:pt x="1188383" y="426937"/>
                    <a:pt x="1190575" y="429183"/>
                  </a:cubicBezTo>
                  <a:cubicBezTo>
                    <a:pt x="1194886" y="436177"/>
                    <a:pt x="1213890" y="492164"/>
                    <a:pt x="1226203" y="530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3952977" y="3774321"/>
              <a:ext cx="1098331" cy="2321979"/>
            </a:xfrm>
            <a:custGeom>
              <a:avLst/>
              <a:gdLst/>
              <a:ahLst/>
              <a:cxnLst/>
              <a:rect l="l" t="t" r="r" b="b"/>
              <a:pathLst>
                <a:path w="1098331" h="2321979" extrusionOk="0">
                  <a:moveTo>
                    <a:pt x="8298" y="2328608"/>
                  </a:moveTo>
                  <a:cubicBezTo>
                    <a:pt x="8298" y="2328608"/>
                    <a:pt x="443816" y="1743056"/>
                    <a:pt x="772265" y="1635850"/>
                  </a:cubicBezTo>
                  <a:cubicBezTo>
                    <a:pt x="1100714" y="1528645"/>
                    <a:pt x="1116903" y="1383162"/>
                    <a:pt x="1103521" y="1111733"/>
                  </a:cubicBezTo>
                  <a:cubicBezTo>
                    <a:pt x="1090140" y="840305"/>
                    <a:pt x="1100039" y="566737"/>
                    <a:pt x="1009829" y="534090"/>
                  </a:cubicBezTo>
                  <a:cubicBezTo>
                    <a:pt x="919620" y="501444"/>
                    <a:pt x="1117975" y="147027"/>
                    <a:pt x="1023215" y="6628"/>
                  </a:cubicBezTo>
                  <a:lnTo>
                    <a:pt x="401787" y="9828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3331575" y="3715248"/>
              <a:ext cx="1644701" cy="2547283"/>
            </a:xfrm>
            <a:custGeom>
              <a:avLst/>
              <a:gdLst/>
              <a:ahLst/>
              <a:cxnLst/>
              <a:rect l="l" t="t" r="r" b="b"/>
              <a:pathLst>
                <a:path w="1644701" h="2547283" extrusionOk="0">
                  <a:moveTo>
                    <a:pt x="524101" y="2550827"/>
                  </a:moveTo>
                  <a:lnTo>
                    <a:pt x="517542" y="2548690"/>
                  </a:lnTo>
                  <a:lnTo>
                    <a:pt x="526912" y="2553911"/>
                  </a:lnTo>
                  <a:close/>
                  <a:moveTo>
                    <a:pt x="1582777" y="754562"/>
                  </a:moveTo>
                  <a:cubicBezTo>
                    <a:pt x="1529238" y="729538"/>
                    <a:pt x="1422985" y="612159"/>
                    <a:pt x="1409719" y="597436"/>
                  </a:cubicBezTo>
                  <a:cubicBezTo>
                    <a:pt x="1476640" y="484744"/>
                    <a:pt x="1542757" y="376064"/>
                    <a:pt x="1565666" y="349968"/>
                  </a:cubicBezTo>
                  <a:cubicBezTo>
                    <a:pt x="1613176" y="296429"/>
                    <a:pt x="1671133" y="140239"/>
                    <a:pt x="1647574" y="64752"/>
                  </a:cubicBezTo>
                  <a:cubicBezTo>
                    <a:pt x="1626028" y="-4578"/>
                    <a:pt x="1555493" y="6531"/>
                    <a:pt x="1545858" y="8407"/>
                  </a:cubicBezTo>
                  <a:lnTo>
                    <a:pt x="1544786" y="8407"/>
                  </a:lnTo>
                  <a:cubicBezTo>
                    <a:pt x="1544051" y="8518"/>
                    <a:pt x="1543410" y="8962"/>
                    <a:pt x="1543047" y="9611"/>
                  </a:cubicBezTo>
                  <a:cubicBezTo>
                    <a:pt x="1541573" y="12175"/>
                    <a:pt x="1397966" y="254272"/>
                    <a:pt x="1353395" y="312225"/>
                  </a:cubicBezTo>
                  <a:cubicBezTo>
                    <a:pt x="1332113" y="339795"/>
                    <a:pt x="1283129" y="402567"/>
                    <a:pt x="1232940" y="465471"/>
                  </a:cubicBezTo>
                  <a:lnTo>
                    <a:pt x="1218084" y="463194"/>
                  </a:lnTo>
                  <a:cubicBezTo>
                    <a:pt x="1186955" y="458349"/>
                    <a:pt x="1155197" y="459254"/>
                    <a:pt x="1124393" y="465873"/>
                  </a:cubicBezTo>
                  <a:lnTo>
                    <a:pt x="1121316" y="466941"/>
                  </a:lnTo>
                  <a:cubicBezTo>
                    <a:pt x="1105384" y="473811"/>
                    <a:pt x="1090033" y="481959"/>
                    <a:pt x="1075408" y="491294"/>
                  </a:cubicBezTo>
                  <a:lnTo>
                    <a:pt x="1064834" y="486876"/>
                  </a:lnTo>
                  <a:cubicBezTo>
                    <a:pt x="1043689" y="478041"/>
                    <a:pt x="999921" y="461045"/>
                    <a:pt x="979179" y="460109"/>
                  </a:cubicBezTo>
                  <a:cubicBezTo>
                    <a:pt x="953881" y="458767"/>
                    <a:pt x="864744" y="500270"/>
                    <a:pt x="811478" y="533720"/>
                  </a:cubicBezTo>
                  <a:cubicBezTo>
                    <a:pt x="774756" y="522569"/>
                    <a:pt x="736483" y="517378"/>
                    <a:pt x="698116" y="518339"/>
                  </a:cubicBezTo>
                  <a:cubicBezTo>
                    <a:pt x="657292" y="520082"/>
                    <a:pt x="574046" y="553942"/>
                    <a:pt x="507134" y="581111"/>
                  </a:cubicBezTo>
                  <a:cubicBezTo>
                    <a:pt x="477419" y="593155"/>
                    <a:pt x="451724" y="603597"/>
                    <a:pt x="436732" y="607878"/>
                  </a:cubicBezTo>
                  <a:lnTo>
                    <a:pt x="423351" y="611894"/>
                  </a:lnTo>
                  <a:cubicBezTo>
                    <a:pt x="383189" y="623806"/>
                    <a:pt x="361515" y="630497"/>
                    <a:pt x="333675" y="686176"/>
                  </a:cubicBezTo>
                  <a:cubicBezTo>
                    <a:pt x="304767" y="743996"/>
                    <a:pt x="273582" y="959616"/>
                    <a:pt x="258594" y="1063203"/>
                  </a:cubicBezTo>
                  <a:lnTo>
                    <a:pt x="256586" y="1077256"/>
                  </a:lnTo>
                  <a:cubicBezTo>
                    <a:pt x="250831" y="1117417"/>
                    <a:pt x="251767" y="1187807"/>
                    <a:pt x="252702" y="1262892"/>
                  </a:cubicBezTo>
                  <a:cubicBezTo>
                    <a:pt x="254176" y="1367286"/>
                    <a:pt x="255650" y="1475163"/>
                    <a:pt x="240124" y="1517187"/>
                  </a:cubicBezTo>
                  <a:cubicBezTo>
                    <a:pt x="219146" y="1570132"/>
                    <a:pt x="191430" y="1620155"/>
                    <a:pt x="157665" y="1666016"/>
                  </a:cubicBezTo>
                  <a:cubicBezTo>
                    <a:pt x="153247" y="1672309"/>
                    <a:pt x="149231" y="1678197"/>
                    <a:pt x="145484" y="1683819"/>
                  </a:cubicBezTo>
                  <a:cubicBezTo>
                    <a:pt x="124591" y="1716427"/>
                    <a:pt x="107907" y="1751551"/>
                    <a:pt x="95829" y="1788346"/>
                  </a:cubicBezTo>
                  <a:cubicBezTo>
                    <a:pt x="84588" y="1818057"/>
                    <a:pt x="70535" y="1850725"/>
                    <a:pt x="56885" y="1880564"/>
                  </a:cubicBezTo>
                  <a:cubicBezTo>
                    <a:pt x="31720" y="1935837"/>
                    <a:pt x="8298" y="1981476"/>
                    <a:pt x="8298" y="1981476"/>
                  </a:cubicBezTo>
                  <a:cubicBezTo>
                    <a:pt x="8298" y="1981476"/>
                    <a:pt x="482760" y="2504927"/>
                    <a:pt x="524118" y="2550831"/>
                  </a:cubicBezTo>
                  <a:cubicBezTo>
                    <a:pt x="526348" y="2551685"/>
                    <a:pt x="528634" y="2552399"/>
                    <a:pt x="530954" y="2552967"/>
                  </a:cubicBezTo>
                  <a:cubicBezTo>
                    <a:pt x="532560" y="2550288"/>
                    <a:pt x="620091" y="2400656"/>
                    <a:pt x="712843" y="2253037"/>
                  </a:cubicBezTo>
                  <a:cubicBezTo>
                    <a:pt x="793166" y="2125622"/>
                    <a:pt x="876527" y="1999677"/>
                    <a:pt x="912262" y="1970769"/>
                  </a:cubicBezTo>
                  <a:cubicBezTo>
                    <a:pt x="961272" y="1928732"/>
                    <a:pt x="996914" y="1873275"/>
                    <a:pt x="1014803" y="1811234"/>
                  </a:cubicBezTo>
                  <a:cubicBezTo>
                    <a:pt x="1034076" y="1749283"/>
                    <a:pt x="1157077" y="1672843"/>
                    <a:pt x="1276058" y="1598963"/>
                  </a:cubicBezTo>
                  <a:cubicBezTo>
                    <a:pt x="1407622" y="1517320"/>
                    <a:pt x="1543735" y="1432869"/>
                    <a:pt x="1548285" y="1363005"/>
                  </a:cubicBezTo>
                  <a:cubicBezTo>
                    <a:pt x="1550849" y="1326868"/>
                    <a:pt x="1559129" y="1267040"/>
                    <a:pt x="1568763" y="1197578"/>
                  </a:cubicBezTo>
                  <a:cubicBezTo>
                    <a:pt x="1594864" y="1009400"/>
                    <a:pt x="1627254" y="775027"/>
                    <a:pt x="1582820" y="754566"/>
                  </a:cubicBezTo>
                  <a:close/>
                  <a:moveTo>
                    <a:pt x="1357390" y="1055436"/>
                  </a:moveTo>
                  <a:lnTo>
                    <a:pt x="1298899" y="1112337"/>
                  </a:lnTo>
                  <a:cubicBezTo>
                    <a:pt x="1290602" y="1065493"/>
                    <a:pt x="1233722" y="1003260"/>
                    <a:pt x="1224754" y="993758"/>
                  </a:cubicBezTo>
                  <a:cubicBezTo>
                    <a:pt x="1229248" y="971229"/>
                    <a:pt x="1232154" y="948414"/>
                    <a:pt x="1233448" y="925479"/>
                  </a:cubicBezTo>
                  <a:cubicBezTo>
                    <a:pt x="1235585" y="899378"/>
                    <a:pt x="1237866" y="871940"/>
                    <a:pt x="1244288" y="867522"/>
                  </a:cubicBezTo>
                  <a:cubicBezTo>
                    <a:pt x="1250709" y="863105"/>
                    <a:pt x="1280292" y="813988"/>
                    <a:pt x="1328456" y="733686"/>
                  </a:cubicBezTo>
                  <a:cubicBezTo>
                    <a:pt x="1332472" y="790301"/>
                    <a:pt x="1381995" y="852667"/>
                    <a:pt x="1388699" y="861635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3381346" y="4169641"/>
              <a:ext cx="1007282" cy="1420204"/>
            </a:xfrm>
            <a:custGeom>
              <a:avLst/>
              <a:gdLst/>
              <a:ahLst/>
              <a:cxnLst/>
              <a:rect l="l" t="t" r="r" b="b"/>
              <a:pathLst>
                <a:path w="1007282" h="1420204" extrusionOk="0">
                  <a:moveTo>
                    <a:pt x="613123" y="427185"/>
                  </a:moveTo>
                  <a:cubicBezTo>
                    <a:pt x="595857" y="581367"/>
                    <a:pt x="444751" y="963881"/>
                    <a:pt x="444751" y="963881"/>
                  </a:cubicBezTo>
                  <a:lnTo>
                    <a:pt x="417984" y="578556"/>
                  </a:lnTo>
                  <a:cubicBezTo>
                    <a:pt x="417984" y="578556"/>
                    <a:pt x="300341" y="1101468"/>
                    <a:pt x="268079" y="1120340"/>
                  </a:cubicBezTo>
                  <a:cubicBezTo>
                    <a:pt x="235817" y="1139212"/>
                    <a:pt x="179211" y="1239188"/>
                    <a:pt x="147624" y="1318559"/>
                  </a:cubicBezTo>
                  <a:cubicBezTo>
                    <a:pt x="126343" y="1372093"/>
                    <a:pt x="53937" y="1408499"/>
                    <a:pt x="8298" y="1426833"/>
                  </a:cubicBezTo>
                  <a:cubicBezTo>
                    <a:pt x="21679" y="1396989"/>
                    <a:pt x="36001" y="1364330"/>
                    <a:pt x="47242" y="1334619"/>
                  </a:cubicBezTo>
                  <a:cubicBezTo>
                    <a:pt x="59320" y="1297820"/>
                    <a:pt x="76004" y="1262700"/>
                    <a:pt x="96897" y="1230088"/>
                  </a:cubicBezTo>
                  <a:cubicBezTo>
                    <a:pt x="100644" y="1224465"/>
                    <a:pt x="104660" y="1218578"/>
                    <a:pt x="109078" y="1212289"/>
                  </a:cubicBezTo>
                  <a:cubicBezTo>
                    <a:pt x="142843" y="1166428"/>
                    <a:pt x="170559" y="1116405"/>
                    <a:pt x="191537" y="1063460"/>
                  </a:cubicBezTo>
                  <a:cubicBezTo>
                    <a:pt x="207059" y="1021162"/>
                    <a:pt x="204919" y="913290"/>
                    <a:pt x="204115" y="809165"/>
                  </a:cubicBezTo>
                  <a:cubicBezTo>
                    <a:pt x="203180" y="734080"/>
                    <a:pt x="202244" y="663143"/>
                    <a:pt x="207999" y="623529"/>
                  </a:cubicBezTo>
                  <a:lnTo>
                    <a:pt x="210007" y="609472"/>
                  </a:lnTo>
                  <a:cubicBezTo>
                    <a:pt x="224995" y="505881"/>
                    <a:pt x="256180" y="290264"/>
                    <a:pt x="285088" y="232449"/>
                  </a:cubicBezTo>
                  <a:cubicBezTo>
                    <a:pt x="312928" y="176770"/>
                    <a:pt x="334880" y="170070"/>
                    <a:pt x="374764" y="158167"/>
                  </a:cubicBezTo>
                  <a:lnTo>
                    <a:pt x="388145" y="154151"/>
                  </a:lnTo>
                  <a:cubicBezTo>
                    <a:pt x="403137" y="149451"/>
                    <a:pt x="428307" y="139026"/>
                    <a:pt x="458547" y="127384"/>
                  </a:cubicBezTo>
                  <a:cubicBezTo>
                    <a:pt x="525468" y="100616"/>
                    <a:pt x="608713" y="66351"/>
                    <a:pt x="649529" y="64612"/>
                  </a:cubicBezTo>
                  <a:cubicBezTo>
                    <a:pt x="687686" y="63813"/>
                    <a:pt x="725725" y="69098"/>
                    <a:pt x="762220" y="80271"/>
                  </a:cubicBezTo>
                  <a:cubicBezTo>
                    <a:pt x="815755" y="46676"/>
                    <a:pt x="904627" y="5322"/>
                    <a:pt x="929921" y="6660"/>
                  </a:cubicBezTo>
                  <a:cubicBezTo>
                    <a:pt x="950668" y="7595"/>
                    <a:pt x="994435" y="24604"/>
                    <a:pt x="1015580" y="33427"/>
                  </a:cubicBezTo>
                  <a:cubicBezTo>
                    <a:pt x="926712" y="79202"/>
                    <a:pt x="777213" y="189485"/>
                    <a:pt x="777213" y="189485"/>
                  </a:cubicBezTo>
                  <a:cubicBezTo>
                    <a:pt x="608171" y="226155"/>
                    <a:pt x="613123" y="427185"/>
                    <a:pt x="613123" y="427185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285703" y="4169020"/>
              <a:ext cx="255517" cy="216401"/>
            </a:xfrm>
            <a:custGeom>
              <a:avLst/>
              <a:gdLst/>
              <a:ahLst/>
              <a:cxnLst/>
              <a:rect l="l" t="t" r="r" b="b"/>
              <a:pathLst>
                <a:path w="255517" h="216401" extrusionOk="0">
                  <a:moveTo>
                    <a:pt x="8298" y="223029"/>
                  </a:moveTo>
                  <a:cubicBezTo>
                    <a:pt x="52061" y="192741"/>
                    <a:pt x="97414" y="164816"/>
                    <a:pt x="144164" y="139378"/>
                  </a:cubicBezTo>
                  <a:cubicBezTo>
                    <a:pt x="187530" y="119036"/>
                    <a:pt x="201445" y="37931"/>
                    <a:pt x="170931" y="15048"/>
                  </a:cubicBezTo>
                  <a:cubicBezTo>
                    <a:pt x="169790" y="14198"/>
                    <a:pt x="168457" y="13646"/>
                    <a:pt x="167051" y="13441"/>
                  </a:cubicBezTo>
                  <a:lnTo>
                    <a:pt x="170128" y="12369"/>
                  </a:lnTo>
                  <a:cubicBezTo>
                    <a:pt x="200928" y="5755"/>
                    <a:pt x="232686" y="4845"/>
                    <a:pt x="263815" y="9694"/>
                  </a:cubicBezTo>
                  <a:cubicBezTo>
                    <a:pt x="207738" y="93863"/>
                    <a:pt x="163838" y="158378"/>
                    <a:pt x="152196" y="172310"/>
                  </a:cubicBezTo>
                  <a:cubicBezTo>
                    <a:pt x="113632" y="219150"/>
                    <a:pt x="8298" y="223029"/>
                    <a:pt x="8298" y="223029"/>
                  </a:cubicBezTo>
                  <a:close/>
                </a:path>
              </a:pathLst>
            </a:custGeom>
            <a:solidFill>
              <a:srgbClr val="A6655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506942" y="4913670"/>
              <a:ext cx="20478" cy="28833"/>
            </a:xfrm>
            <a:custGeom>
              <a:avLst/>
              <a:gdLst/>
              <a:ahLst/>
              <a:cxnLst/>
              <a:rect l="l" t="t" r="r" b="b"/>
              <a:pathLst>
                <a:path w="20478" h="28833" extrusionOk="0">
                  <a:moveTo>
                    <a:pt x="8298" y="6628"/>
                  </a:moveTo>
                  <a:lnTo>
                    <a:pt x="28776" y="15463"/>
                  </a:lnTo>
                  <a:cubicBezTo>
                    <a:pt x="16326" y="65136"/>
                    <a:pt x="8298" y="6628"/>
                    <a:pt x="8298" y="6628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036095" y="3715248"/>
              <a:ext cx="940181" cy="2246515"/>
            </a:xfrm>
            <a:custGeom>
              <a:avLst/>
              <a:gdLst/>
              <a:ahLst/>
              <a:cxnLst/>
              <a:rect l="l" t="t" r="r" b="b"/>
              <a:pathLst>
                <a:path w="940181" h="2246515" extrusionOk="0">
                  <a:moveTo>
                    <a:pt x="878258" y="754562"/>
                  </a:moveTo>
                  <a:cubicBezTo>
                    <a:pt x="824719" y="729533"/>
                    <a:pt x="718466" y="612159"/>
                    <a:pt x="705200" y="597436"/>
                  </a:cubicBezTo>
                  <a:cubicBezTo>
                    <a:pt x="772120" y="484740"/>
                    <a:pt x="838237" y="376064"/>
                    <a:pt x="861146" y="349964"/>
                  </a:cubicBezTo>
                  <a:cubicBezTo>
                    <a:pt x="908656" y="296429"/>
                    <a:pt x="966613" y="140239"/>
                    <a:pt x="943054" y="64752"/>
                  </a:cubicBezTo>
                  <a:cubicBezTo>
                    <a:pt x="921508" y="-4578"/>
                    <a:pt x="850973" y="6531"/>
                    <a:pt x="841339" y="8407"/>
                  </a:cubicBezTo>
                  <a:lnTo>
                    <a:pt x="841339" y="11350"/>
                  </a:lnTo>
                  <a:cubicBezTo>
                    <a:pt x="841339" y="11350"/>
                    <a:pt x="917624" y="20852"/>
                    <a:pt x="917492" y="131139"/>
                  </a:cubicBezTo>
                  <a:cubicBezTo>
                    <a:pt x="917360" y="241425"/>
                    <a:pt x="719273" y="459981"/>
                    <a:pt x="719273" y="459981"/>
                  </a:cubicBezTo>
                  <a:cubicBezTo>
                    <a:pt x="719273" y="459981"/>
                    <a:pt x="515569" y="842097"/>
                    <a:pt x="502187" y="836342"/>
                  </a:cubicBezTo>
                  <a:cubicBezTo>
                    <a:pt x="488805" y="830587"/>
                    <a:pt x="458958" y="1091705"/>
                    <a:pt x="458958" y="1091705"/>
                  </a:cubicBezTo>
                  <a:cubicBezTo>
                    <a:pt x="458958" y="1091705"/>
                    <a:pt x="515684" y="1140023"/>
                    <a:pt x="502166" y="1205051"/>
                  </a:cubicBezTo>
                  <a:cubicBezTo>
                    <a:pt x="501452" y="1208264"/>
                    <a:pt x="500781" y="1211207"/>
                    <a:pt x="500158" y="1213886"/>
                  </a:cubicBezTo>
                  <a:lnTo>
                    <a:pt x="587419" y="1251484"/>
                  </a:lnTo>
                  <a:cubicBezTo>
                    <a:pt x="587419" y="1251484"/>
                    <a:pt x="674954" y="1190054"/>
                    <a:pt x="719389" y="1280396"/>
                  </a:cubicBezTo>
                  <a:cubicBezTo>
                    <a:pt x="763823" y="1370738"/>
                    <a:pt x="292172" y="1693548"/>
                    <a:pt x="255095" y="1741340"/>
                  </a:cubicBezTo>
                  <a:cubicBezTo>
                    <a:pt x="255095" y="1741340"/>
                    <a:pt x="249878" y="1921354"/>
                    <a:pt x="181082" y="1947856"/>
                  </a:cubicBezTo>
                  <a:cubicBezTo>
                    <a:pt x="136516" y="1964985"/>
                    <a:pt x="57949" y="2135231"/>
                    <a:pt x="8298" y="2253144"/>
                  </a:cubicBezTo>
                  <a:cubicBezTo>
                    <a:pt x="88621" y="2125729"/>
                    <a:pt x="171982" y="1999784"/>
                    <a:pt x="207717" y="1970876"/>
                  </a:cubicBezTo>
                  <a:cubicBezTo>
                    <a:pt x="256727" y="1928835"/>
                    <a:pt x="292368" y="1873378"/>
                    <a:pt x="310257" y="1811337"/>
                  </a:cubicBezTo>
                  <a:cubicBezTo>
                    <a:pt x="329531" y="1749385"/>
                    <a:pt x="452532" y="1672946"/>
                    <a:pt x="571513" y="1599066"/>
                  </a:cubicBezTo>
                  <a:cubicBezTo>
                    <a:pt x="703076" y="1517426"/>
                    <a:pt x="839190" y="1432972"/>
                    <a:pt x="843740" y="1363108"/>
                  </a:cubicBezTo>
                  <a:cubicBezTo>
                    <a:pt x="846304" y="1326971"/>
                    <a:pt x="854584" y="1267143"/>
                    <a:pt x="864218" y="1197681"/>
                  </a:cubicBezTo>
                  <a:cubicBezTo>
                    <a:pt x="890302" y="1009395"/>
                    <a:pt x="922692" y="775040"/>
                    <a:pt x="878258" y="754562"/>
                  </a:cubicBezTo>
                  <a:close/>
                  <a:moveTo>
                    <a:pt x="652870" y="1055436"/>
                  </a:moveTo>
                  <a:lnTo>
                    <a:pt x="594379" y="1112337"/>
                  </a:lnTo>
                  <a:cubicBezTo>
                    <a:pt x="586082" y="1065493"/>
                    <a:pt x="529202" y="1003260"/>
                    <a:pt x="520234" y="993758"/>
                  </a:cubicBezTo>
                  <a:cubicBezTo>
                    <a:pt x="524729" y="971229"/>
                    <a:pt x="527634" y="948414"/>
                    <a:pt x="528929" y="925479"/>
                  </a:cubicBezTo>
                  <a:cubicBezTo>
                    <a:pt x="531065" y="899378"/>
                    <a:pt x="533346" y="871940"/>
                    <a:pt x="539768" y="867522"/>
                  </a:cubicBezTo>
                  <a:cubicBezTo>
                    <a:pt x="546190" y="863105"/>
                    <a:pt x="575773" y="813988"/>
                    <a:pt x="623937" y="733686"/>
                  </a:cubicBezTo>
                  <a:cubicBezTo>
                    <a:pt x="627953" y="790301"/>
                    <a:pt x="677475" y="852667"/>
                    <a:pt x="684179" y="861635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3326333" y="3711415"/>
              <a:ext cx="1653972" cy="2555529"/>
            </a:xfrm>
            <a:custGeom>
              <a:avLst/>
              <a:gdLst/>
              <a:ahLst/>
              <a:cxnLst/>
              <a:rect l="l" t="t" r="r" b="b"/>
              <a:pathLst>
                <a:path w="1653972" h="2555529" extrusionOk="0">
                  <a:moveTo>
                    <a:pt x="1589626" y="754998"/>
                  </a:moveTo>
                  <a:cubicBezTo>
                    <a:pt x="1537847" y="731072"/>
                    <a:pt x="1437879" y="621098"/>
                    <a:pt x="1419657" y="600760"/>
                  </a:cubicBezTo>
                  <a:cubicBezTo>
                    <a:pt x="1484441" y="492158"/>
                    <a:pt x="1551370" y="381756"/>
                    <a:pt x="1573771" y="356339"/>
                  </a:cubicBezTo>
                  <a:cubicBezTo>
                    <a:pt x="1623032" y="300450"/>
                    <a:pt x="1680895" y="145589"/>
                    <a:pt x="1656508" y="67517"/>
                  </a:cubicBezTo>
                  <a:cubicBezTo>
                    <a:pt x="1632338" y="-9905"/>
                    <a:pt x="1549968" y="8480"/>
                    <a:pt x="1549148" y="8655"/>
                  </a:cubicBezTo>
                  <a:cubicBezTo>
                    <a:pt x="1547375" y="9074"/>
                    <a:pt x="1545845" y="10193"/>
                    <a:pt x="1544910" y="11761"/>
                  </a:cubicBezTo>
                  <a:cubicBezTo>
                    <a:pt x="1543474" y="14196"/>
                    <a:pt x="1400072" y="256208"/>
                    <a:pt x="1355591" y="313973"/>
                  </a:cubicBezTo>
                  <a:cubicBezTo>
                    <a:pt x="1334326" y="341590"/>
                    <a:pt x="1286047" y="403366"/>
                    <a:pt x="1236990" y="465352"/>
                  </a:cubicBezTo>
                  <a:cubicBezTo>
                    <a:pt x="1221250" y="462788"/>
                    <a:pt x="1164785" y="454850"/>
                    <a:pt x="1128284" y="466253"/>
                  </a:cubicBezTo>
                  <a:cubicBezTo>
                    <a:pt x="1118364" y="469355"/>
                    <a:pt x="1101167" y="478571"/>
                    <a:pt x="1080202" y="491089"/>
                  </a:cubicBezTo>
                  <a:cubicBezTo>
                    <a:pt x="1066145" y="485108"/>
                    <a:pt x="1009410" y="461571"/>
                    <a:pt x="984745" y="460327"/>
                  </a:cubicBezTo>
                  <a:cubicBezTo>
                    <a:pt x="958004" y="459101"/>
                    <a:pt x="870669" y="499468"/>
                    <a:pt x="816276" y="533558"/>
                  </a:cubicBezTo>
                  <a:cubicBezTo>
                    <a:pt x="779827" y="522415"/>
                    <a:pt x="741827" y="517169"/>
                    <a:pt x="703721" y="518019"/>
                  </a:cubicBezTo>
                  <a:cubicBezTo>
                    <a:pt x="662145" y="519818"/>
                    <a:pt x="578387" y="553878"/>
                    <a:pt x="511078" y="581252"/>
                  </a:cubicBezTo>
                  <a:cubicBezTo>
                    <a:pt x="481598" y="593245"/>
                    <a:pt x="456129" y="603602"/>
                    <a:pt x="441282" y="608263"/>
                  </a:cubicBezTo>
                  <a:cubicBezTo>
                    <a:pt x="436642" y="609720"/>
                    <a:pt x="432237" y="611044"/>
                    <a:pt x="428037" y="612313"/>
                  </a:cubicBezTo>
                  <a:cubicBezTo>
                    <a:pt x="388645" y="624199"/>
                    <a:pt x="364855" y="631377"/>
                    <a:pt x="336375" y="688488"/>
                  </a:cubicBezTo>
                  <a:cubicBezTo>
                    <a:pt x="307006" y="747350"/>
                    <a:pt x="275705" y="964282"/>
                    <a:pt x="260670" y="1068536"/>
                  </a:cubicBezTo>
                  <a:lnTo>
                    <a:pt x="258919" y="1080653"/>
                  </a:lnTo>
                  <a:cubicBezTo>
                    <a:pt x="253168" y="1120426"/>
                    <a:pt x="254125" y="1191443"/>
                    <a:pt x="255142" y="1266631"/>
                  </a:cubicBezTo>
                  <a:cubicBezTo>
                    <a:pt x="256475" y="1365873"/>
                    <a:pt x="257991" y="1478363"/>
                    <a:pt x="242662" y="1520046"/>
                  </a:cubicBezTo>
                  <a:cubicBezTo>
                    <a:pt x="220077" y="1581463"/>
                    <a:pt x="186615" y="1630704"/>
                    <a:pt x="162189" y="1666653"/>
                  </a:cubicBezTo>
                  <a:cubicBezTo>
                    <a:pt x="157455" y="1673613"/>
                    <a:pt x="153025" y="1680137"/>
                    <a:pt x="149038" y="1686183"/>
                  </a:cubicBezTo>
                  <a:cubicBezTo>
                    <a:pt x="125198" y="1721610"/>
                    <a:pt x="113576" y="1752500"/>
                    <a:pt x="98862" y="1791607"/>
                  </a:cubicBezTo>
                  <a:cubicBezTo>
                    <a:pt x="81609" y="1837485"/>
                    <a:pt x="60123" y="1894574"/>
                    <a:pt x="9199" y="1982618"/>
                  </a:cubicBezTo>
                  <a:cubicBezTo>
                    <a:pt x="7349" y="1985809"/>
                    <a:pt x="8439" y="1989898"/>
                    <a:pt x="11630" y="1991748"/>
                  </a:cubicBezTo>
                  <a:cubicBezTo>
                    <a:pt x="11634" y="1991752"/>
                    <a:pt x="11639" y="1991752"/>
                    <a:pt x="11643" y="1991757"/>
                  </a:cubicBezTo>
                  <a:cubicBezTo>
                    <a:pt x="12656" y="1992350"/>
                    <a:pt x="13813" y="1992662"/>
                    <a:pt x="14988" y="1992662"/>
                  </a:cubicBezTo>
                  <a:cubicBezTo>
                    <a:pt x="17377" y="1992662"/>
                    <a:pt x="19585" y="1991389"/>
                    <a:pt x="20777" y="1989321"/>
                  </a:cubicBezTo>
                  <a:cubicBezTo>
                    <a:pt x="72261" y="1900320"/>
                    <a:pt x="93961" y="1842659"/>
                    <a:pt x="111385" y="1796324"/>
                  </a:cubicBezTo>
                  <a:cubicBezTo>
                    <a:pt x="125787" y="1758029"/>
                    <a:pt x="137169" y="1727784"/>
                    <a:pt x="160185" y="1693600"/>
                  </a:cubicBezTo>
                  <a:cubicBezTo>
                    <a:pt x="164159" y="1687545"/>
                    <a:pt x="168564" y="1681077"/>
                    <a:pt x="173259" y="1674177"/>
                  </a:cubicBezTo>
                  <a:cubicBezTo>
                    <a:pt x="198078" y="1637651"/>
                    <a:pt x="232075" y="1587624"/>
                    <a:pt x="255236" y="1524660"/>
                  </a:cubicBezTo>
                  <a:cubicBezTo>
                    <a:pt x="271416" y="1480653"/>
                    <a:pt x="269937" y="1371764"/>
                    <a:pt x="268528" y="1266447"/>
                  </a:cubicBezTo>
                  <a:cubicBezTo>
                    <a:pt x="267506" y="1191802"/>
                    <a:pt x="266567" y="1121301"/>
                    <a:pt x="272172" y="1082575"/>
                  </a:cubicBezTo>
                  <a:lnTo>
                    <a:pt x="273924" y="1070446"/>
                  </a:lnTo>
                  <a:cubicBezTo>
                    <a:pt x="287690" y="974972"/>
                    <a:pt x="319947" y="751392"/>
                    <a:pt x="348346" y="694465"/>
                  </a:cubicBezTo>
                  <a:cubicBezTo>
                    <a:pt x="374251" y="642528"/>
                    <a:pt x="393533" y="636714"/>
                    <a:pt x="431904" y="625127"/>
                  </a:cubicBezTo>
                  <a:cubicBezTo>
                    <a:pt x="436142" y="623845"/>
                    <a:pt x="440598" y="622503"/>
                    <a:pt x="445277" y="621034"/>
                  </a:cubicBezTo>
                  <a:cubicBezTo>
                    <a:pt x="460658" y="616206"/>
                    <a:pt x="486357" y="605755"/>
                    <a:pt x="516119" y="593651"/>
                  </a:cubicBezTo>
                  <a:cubicBezTo>
                    <a:pt x="578960" y="568093"/>
                    <a:pt x="665042" y="533092"/>
                    <a:pt x="704148" y="531405"/>
                  </a:cubicBezTo>
                  <a:cubicBezTo>
                    <a:pt x="736948" y="530623"/>
                    <a:pt x="769629" y="534874"/>
                    <a:pt x="801356" y="543406"/>
                  </a:cubicBezTo>
                  <a:cubicBezTo>
                    <a:pt x="799271" y="544842"/>
                    <a:pt x="797118" y="546299"/>
                    <a:pt x="795208" y="547679"/>
                  </a:cubicBezTo>
                  <a:cubicBezTo>
                    <a:pt x="757683" y="575224"/>
                    <a:pt x="715522" y="595813"/>
                    <a:pt x="670724" y="608468"/>
                  </a:cubicBezTo>
                  <a:cubicBezTo>
                    <a:pt x="667170" y="609464"/>
                    <a:pt x="665098" y="613155"/>
                    <a:pt x="666097" y="616705"/>
                  </a:cubicBezTo>
                  <a:cubicBezTo>
                    <a:pt x="666097" y="616714"/>
                    <a:pt x="666102" y="616718"/>
                    <a:pt x="666102" y="616727"/>
                  </a:cubicBezTo>
                  <a:cubicBezTo>
                    <a:pt x="666918" y="619611"/>
                    <a:pt x="669549" y="621597"/>
                    <a:pt x="672545" y="621597"/>
                  </a:cubicBezTo>
                  <a:cubicBezTo>
                    <a:pt x="673160" y="621602"/>
                    <a:pt x="673771" y="621512"/>
                    <a:pt x="674360" y="621341"/>
                  </a:cubicBezTo>
                  <a:cubicBezTo>
                    <a:pt x="720691" y="608259"/>
                    <a:pt x="764297" y="586973"/>
                    <a:pt x="803104" y="558488"/>
                  </a:cubicBezTo>
                  <a:cubicBezTo>
                    <a:pt x="851020" y="523616"/>
                    <a:pt x="957294" y="473675"/>
                    <a:pt x="983173" y="473675"/>
                  </a:cubicBezTo>
                  <a:cubicBezTo>
                    <a:pt x="983485" y="473675"/>
                    <a:pt x="983788" y="473675"/>
                    <a:pt x="984062" y="473700"/>
                  </a:cubicBezTo>
                  <a:cubicBezTo>
                    <a:pt x="1002822" y="474636"/>
                    <a:pt x="1045193" y="491136"/>
                    <a:pt x="1066030" y="499686"/>
                  </a:cubicBezTo>
                  <a:cubicBezTo>
                    <a:pt x="1031888" y="520728"/>
                    <a:pt x="990688" y="548089"/>
                    <a:pt x="954389" y="572203"/>
                  </a:cubicBezTo>
                  <a:cubicBezTo>
                    <a:pt x="918812" y="595843"/>
                    <a:pt x="888084" y="616252"/>
                    <a:pt x="874066" y="624050"/>
                  </a:cubicBezTo>
                  <a:cubicBezTo>
                    <a:pt x="858997" y="632433"/>
                    <a:pt x="840933" y="638269"/>
                    <a:pt x="823471" y="643900"/>
                  </a:cubicBezTo>
                  <a:cubicBezTo>
                    <a:pt x="794871" y="653137"/>
                    <a:pt x="767856" y="661844"/>
                    <a:pt x="758354" y="681139"/>
                  </a:cubicBezTo>
                  <a:cubicBezTo>
                    <a:pt x="756717" y="684459"/>
                    <a:pt x="758080" y="688475"/>
                    <a:pt x="761400" y="690111"/>
                  </a:cubicBezTo>
                  <a:cubicBezTo>
                    <a:pt x="761400" y="690111"/>
                    <a:pt x="761400" y="690111"/>
                    <a:pt x="761400" y="690111"/>
                  </a:cubicBezTo>
                  <a:cubicBezTo>
                    <a:pt x="762318" y="690560"/>
                    <a:pt x="763331" y="690795"/>
                    <a:pt x="764352" y="690795"/>
                  </a:cubicBezTo>
                  <a:cubicBezTo>
                    <a:pt x="766894" y="690791"/>
                    <a:pt x="769214" y="689347"/>
                    <a:pt x="770334" y="687065"/>
                  </a:cubicBezTo>
                  <a:cubicBezTo>
                    <a:pt x="777341" y="672850"/>
                    <a:pt x="801732" y="664980"/>
                    <a:pt x="827556" y="656645"/>
                  </a:cubicBezTo>
                  <a:cubicBezTo>
                    <a:pt x="845645" y="650809"/>
                    <a:pt x="864350" y="644776"/>
                    <a:pt x="880556" y="635748"/>
                  </a:cubicBezTo>
                  <a:cubicBezTo>
                    <a:pt x="895027" y="627690"/>
                    <a:pt x="925951" y="607122"/>
                    <a:pt x="961776" y="583358"/>
                  </a:cubicBezTo>
                  <a:cubicBezTo>
                    <a:pt x="1023023" y="542671"/>
                    <a:pt x="1106909" y="486949"/>
                    <a:pt x="1132249" y="479024"/>
                  </a:cubicBezTo>
                  <a:cubicBezTo>
                    <a:pt x="1161303" y="469953"/>
                    <a:pt x="1206480" y="474572"/>
                    <a:pt x="1227360" y="477469"/>
                  </a:cubicBezTo>
                  <a:cubicBezTo>
                    <a:pt x="1176675" y="541407"/>
                    <a:pt x="1126986" y="603204"/>
                    <a:pt x="1107259" y="625366"/>
                  </a:cubicBezTo>
                  <a:cubicBezTo>
                    <a:pt x="1082962" y="651830"/>
                    <a:pt x="1051033" y="670073"/>
                    <a:pt x="1015896" y="677563"/>
                  </a:cubicBezTo>
                  <a:cubicBezTo>
                    <a:pt x="1012282" y="678336"/>
                    <a:pt x="1009975" y="681891"/>
                    <a:pt x="1010748" y="685510"/>
                  </a:cubicBezTo>
                  <a:cubicBezTo>
                    <a:pt x="1010748" y="685510"/>
                    <a:pt x="1010748" y="685510"/>
                    <a:pt x="1010748" y="685510"/>
                  </a:cubicBezTo>
                  <a:cubicBezTo>
                    <a:pt x="1011512" y="689112"/>
                    <a:pt x="1015050" y="691410"/>
                    <a:pt x="1018652" y="690645"/>
                  </a:cubicBezTo>
                  <a:cubicBezTo>
                    <a:pt x="1018665" y="690641"/>
                    <a:pt x="1018682" y="690641"/>
                    <a:pt x="1018695" y="690637"/>
                  </a:cubicBezTo>
                  <a:cubicBezTo>
                    <a:pt x="1056575" y="682566"/>
                    <a:pt x="1090998" y="662887"/>
                    <a:pt x="1117176" y="634342"/>
                  </a:cubicBezTo>
                  <a:cubicBezTo>
                    <a:pt x="1137979" y="610980"/>
                    <a:pt x="1191637" y="544141"/>
                    <a:pt x="1244864" y="476913"/>
                  </a:cubicBezTo>
                  <a:cubicBezTo>
                    <a:pt x="1245129" y="476640"/>
                    <a:pt x="1245364" y="476341"/>
                    <a:pt x="1245573" y="476020"/>
                  </a:cubicBezTo>
                  <a:cubicBezTo>
                    <a:pt x="1295344" y="413155"/>
                    <a:pt x="1344614" y="350118"/>
                    <a:pt x="1366169" y="322133"/>
                  </a:cubicBezTo>
                  <a:cubicBezTo>
                    <a:pt x="1409168" y="266279"/>
                    <a:pt x="1538475" y="48799"/>
                    <a:pt x="1554877" y="21143"/>
                  </a:cubicBezTo>
                  <a:cubicBezTo>
                    <a:pt x="1568233" y="18845"/>
                    <a:pt x="1625301" y="12598"/>
                    <a:pt x="1643690" y="71495"/>
                  </a:cubicBezTo>
                  <a:cubicBezTo>
                    <a:pt x="1664890" y="139342"/>
                    <a:pt x="1615026" y="289260"/>
                    <a:pt x="1563700" y="347499"/>
                  </a:cubicBezTo>
                  <a:cubicBezTo>
                    <a:pt x="1535557" y="379410"/>
                    <a:pt x="1445689" y="530636"/>
                    <a:pt x="1366379" y="664058"/>
                  </a:cubicBezTo>
                  <a:cubicBezTo>
                    <a:pt x="1310041" y="758882"/>
                    <a:pt x="1251773" y="856927"/>
                    <a:pt x="1243561" y="864092"/>
                  </a:cubicBezTo>
                  <a:cubicBezTo>
                    <a:pt x="1233918" y="871202"/>
                    <a:pt x="1231773" y="892526"/>
                    <a:pt x="1228808" y="929603"/>
                  </a:cubicBezTo>
                  <a:cubicBezTo>
                    <a:pt x="1225668" y="968764"/>
                    <a:pt x="1221763" y="1017505"/>
                    <a:pt x="1203344" y="1031438"/>
                  </a:cubicBezTo>
                  <a:cubicBezTo>
                    <a:pt x="1200400" y="1033672"/>
                    <a:pt x="1199828" y="1037872"/>
                    <a:pt x="1202062" y="1040816"/>
                  </a:cubicBezTo>
                  <a:cubicBezTo>
                    <a:pt x="1203323" y="1042491"/>
                    <a:pt x="1205296" y="1043478"/>
                    <a:pt x="1207394" y="1043469"/>
                  </a:cubicBezTo>
                  <a:cubicBezTo>
                    <a:pt x="1208851" y="1043469"/>
                    <a:pt x="1210270" y="1042991"/>
                    <a:pt x="1211432" y="1042115"/>
                  </a:cubicBezTo>
                  <a:cubicBezTo>
                    <a:pt x="1219814" y="1035770"/>
                    <a:pt x="1225629" y="1025119"/>
                    <a:pt x="1229880" y="1012135"/>
                  </a:cubicBezTo>
                  <a:cubicBezTo>
                    <a:pt x="1248064" y="1032711"/>
                    <a:pt x="1291712" y="1085583"/>
                    <a:pt x="1295404" y="1122763"/>
                  </a:cubicBezTo>
                  <a:cubicBezTo>
                    <a:pt x="1293050" y="1162711"/>
                    <a:pt x="1252602" y="1201155"/>
                    <a:pt x="1243347" y="1202082"/>
                  </a:cubicBezTo>
                  <a:cubicBezTo>
                    <a:pt x="1240515" y="1200394"/>
                    <a:pt x="1236870" y="1201018"/>
                    <a:pt x="1234764" y="1203556"/>
                  </a:cubicBezTo>
                  <a:cubicBezTo>
                    <a:pt x="1232406" y="1206401"/>
                    <a:pt x="1232799" y="1210618"/>
                    <a:pt x="1235640" y="1212977"/>
                  </a:cubicBezTo>
                  <a:cubicBezTo>
                    <a:pt x="1237686" y="1214651"/>
                    <a:pt x="1240263" y="1215540"/>
                    <a:pt x="1242903" y="1215480"/>
                  </a:cubicBezTo>
                  <a:cubicBezTo>
                    <a:pt x="1245125" y="1215480"/>
                    <a:pt x="1247765" y="1214950"/>
                    <a:pt x="1250905" y="1213570"/>
                  </a:cubicBezTo>
                  <a:cubicBezTo>
                    <a:pt x="1269222" y="1205525"/>
                    <a:pt x="1305025" y="1165492"/>
                    <a:pt x="1308546" y="1125676"/>
                  </a:cubicBezTo>
                  <a:lnTo>
                    <a:pt x="1350263" y="1084848"/>
                  </a:lnTo>
                  <a:cubicBezTo>
                    <a:pt x="1344316" y="1102032"/>
                    <a:pt x="1337873" y="1119028"/>
                    <a:pt x="1330438" y="1135375"/>
                  </a:cubicBezTo>
                  <a:cubicBezTo>
                    <a:pt x="1316006" y="1164227"/>
                    <a:pt x="1329456" y="1207978"/>
                    <a:pt x="1330032" y="1209828"/>
                  </a:cubicBezTo>
                  <a:cubicBezTo>
                    <a:pt x="1330908" y="1212626"/>
                    <a:pt x="1333506" y="1214532"/>
                    <a:pt x="1336441" y="1214528"/>
                  </a:cubicBezTo>
                  <a:cubicBezTo>
                    <a:pt x="1337120" y="1214528"/>
                    <a:pt x="1337796" y="1214425"/>
                    <a:pt x="1338441" y="1214220"/>
                  </a:cubicBezTo>
                  <a:cubicBezTo>
                    <a:pt x="1341966" y="1213118"/>
                    <a:pt x="1343931" y="1209366"/>
                    <a:pt x="1342833" y="1205837"/>
                  </a:cubicBezTo>
                  <a:cubicBezTo>
                    <a:pt x="1342700" y="1205410"/>
                    <a:pt x="1330387" y="1165445"/>
                    <a:pt x="1342530" y="1141147"/>
                  </a:cubicBezTo>
                  <a:cubicBezTo>
                    <a:pt x="1354104" y="1115692"/>
                    <a:pt x="1363875" y="1089454"/>
                    <a:pt x="1371771" y="1062631"/>
                  </a:cubicBezTo>
                  <a:cubicBezTo>
                    <a:pt x="1371822" y="1062443"/>
                    <a:pt x="1371771" y="1062260"/>
                    <a:pt x="1371813" y="1062076"/>
                  </a:cubicBezTo>
                  <a:cubicBezTo>
                    <a:pt x="1371835" y="1061978"/>
                    <a:pt x="1371937" y="1061914"/>
                    <a:pt x="1371950" y="1061815"/>
                  </a:cubicBezTo>
                  <a:lnTo>
                    <a:pt x="1403567" y="866677"/>
                  </a:lnTo>
                  <a:cubicBezTo>
                    <a:pt x="1410655" y="846660"/>
                    <a:pt x="1422883" y="823913"/>
                    <a:pt x="1430509" y="821713"/>
                  </a:cubicBezTo>
                  <a:cubicBezTo>
                    <a:pt x="1434055" y="820688"/>
                    <a:pt x="1436102" y="816983"/>
                    <a:pt x="1435085" y="813433"/>
                  </a:cubicBezTo>
                  <a:cubicBezTo>
                    <a:pt x="1434059" y="809883"/>
                    <a:pt x="1430351" y="807832"/>
                    <a:pt x="1426800" y="808853"/>
                  </a:cubicBezTo>
                  <a:cubicBezTo>
                    <a:pt x="1413218" y="812767"/>
                    <a:pt x="1401405" y="836372"/>
                    <a:pt x="1395111" y="851441"/>
                  </a:cubicBezTo>
                  <a:cubicBezTo>
                    <a:pt x="1379303" y="830156"/>
                    <a:pt x="1342461" y="775523"/>
                    <a:pt x="1343175" y="729346"/>
                  </a:cubicBezTo>
                  <a:cubicBezTo>
                    <a:pt x="1353728" y="711645"/>
                    <a:pt x="1365217" y="692350"/>
                    <a:pt x="1377970" y="670894"/>
                  </a:cubicBezTo>
                  <a:cubicBezTo>
                    <a:pt x="1389164" y="652056"/>
                    <a:pt x="1400781" y="632514"/>
                    <a:pt x="1412518" y="612822"/>
                  </a:cubicBezTo>
                  <a:cubicBezTo>
                    <a:pt x="1437221" y="640285"/>
                    <a:pt x="1531639" y="742915"/>
                    <a:pt x="1584046" y="767145"/>
                  </a:cubicBezTo>
                  <a:cubicBezTo>
                    <a:pt x="1622264" y="784824"/>
                    <a:pt x="1585968" y="1046490"/>
                    <a:pt x="1564285" y="1202838"/>
                  </a:cubicBezTo>
                  <a:cubicBezTo>
                    <a:pt x="1554809" y="1271198"/>
                    <a:pt x="1546614" y="1330253"/>
                    <a:pt x="1544038" y="1366223"/>
                  </a:cubicBezTo>
                  <a:cubicBezTo>
                    <a:pt x="1539411" y="1431058"/>
                    <a:pt x="1405703" y="1514137"/>
                    <a:pt x="1276400" y="1594490"/>
                  </a:cubicBezTo>
                  <a:cubicBezTo>
                    <a:pt x="1150309" y="1672840"/>
                    <a:pt x="1031213" y="1746844"/>
                    <a:pt x="1010940" y="1812286"/>
                  </a:cubicBezTo>
                  <a:cubicBezTo>
                    <a:pt x="993743" y="1872575"/>
                    <a:pt x="959119" y="1926443"/>
                    <a:pt x="911416" y="1967126"/>
                  </a:cubicBezTo>
                  <a:cubicBezTo>
                    <a:pt x="832943" y="2030730"/>
                    <a:pt x="540285" y="2530836"/>
                    <a:pt x="527869" y="2552087"/>
                  </a:cubicBezTo>
                  <a:cubicBezTo>
                    <a:pt x="526002" y="2555275"/>
                    <a:pt x="527074" y="2559372"/>
                    <a:pt x="530261" y="2561235"/>
                  </a:cubicBezTo>
                  <a:cubicBezTo>
                    <a:pt x="530266" y="2561239"/>
                    <a:pt x="530270" y="2561239"/>
                    <a:pt x="530274" y="2561243"/>
                  </a:cubicBezTo>
                  <a:cubicBezTo>
                    <a:pt x="531295" y="2561842"/>
                    <a:pt x="532462" y="2562158"/>
                    <a:pt x="533645" y="2562158"/>
                  </a:cubicBezTo>
                  <a:cubicBezTo>
                    <a:pt x="536025" y="2562158"/>
                    <a:pt x="538225" y="2560897"/>
                    <a:pt x="539422" y="2558842"/>
                  </a:cubicBezTo>
                  <a:cubicBezTo>
                    <a:pt x="542455" y="2553655"/>
                    <a:pt x="843253" y="2039609"/>
                    <a:pt x="919965" y="1977414"/>
                  </a:cubicBezTo>
                  <a:cubicBezTo>
                    <a:pt x="969698" y="1935048"/>
                    <a:pt x="1005800" y="1878928"/>
                    <a:pt x="1023740" y="1816105"/>
                  </a:cubicBezTo>
                  <a:cubicBezTo>
                    <a:pt x="1042497" y="1755568"/>
                    <a:pt x="1164994" y="1679462"/>
                    <a:pt x="1283436" y="1605855"/>
                  </a:cubicBezTo>
                  <a:cubicBezTo>
                    <a:pt x="1421682" y="1519952"/>
                    <a:pt x="1552254" y="1438800"/>
                    <a:pt x="1557377" y="1367171"/>
                  </a:cubicBezTo>
                  <a:cubicBezTo>
                    <a:pt x="1559911" y="1331646"/>
                    <a:pt x="1568058" y="1272804"/>
                    <a:pt x="1577530" y="1204671"/>
                  </a:cubicBezTo>
                  <a:cubicBezTo>
                    <a:pt x="1611125" y="962262"/>
                    <a:pt x="1633372" y="775224"/>
                    <a:pt x="1589626" y="754998"/>
                  </a:cubicBezTo>
                  <a:close/>
                  <a:moveTo>
                    <a:pt x="1389937" y="866814"/>
                  </a:moveTo>
                  <a:lnTo>
                    <a:pt x="1359051" y="1057496"/>
                  </a:lnTo>
                  <a:lnTo>
                    <a:pt x="1306406" y="1109009"/>
                  </a:lnTo>
                  <a:cubicBezTo>
                    <a:pt x="1294443" y="1063956"/>
                    <a:pt x="1245488" y="1009127"/>
                    <a:pt x="1234033" y="996754"/>
                  </a:cubicBezTo>
                  <a:cubicBezTo>
                    <a:pt x="1238447" y="976489"/>
                    <a:pt x="1240361" y="952849"/>
                    <a:pt x="1242151" y="930675"/>
                  </a:cubicBezTo>
                  <a:cubicBezTo>
                    <a:pt x="1243903" y="908744"/>
                    <a:pt x="1246308" y="878704"/>
                    <a:pt x="1251508" y="874867"/>
                  </a:cubicBezTo>
                  <a:cubicBezTo>
                    <a:pt x="1258105" y="870001"/>
                    <a:pt x="1281172" y="832997"/>
                    <a:pt x="1331276" y="749200"/>
                  </a:cubicBezTo>
                  <a:cubicBezTo>
                    <a:pt x="1339825" y="801389"/>
                    <a:pt x="1380375" y="854808"/>
                    <a:pt x="1389937" y="866814"/>
                  </a:cubicBezTo>
                  <a:close/>
                  <a:moveTo>
                    <a:pt x="637873" y="1020098"/>
                  </a:moveTo>
                  <a:cubicBezTo>
                    <a:pt x="651020" y="966308"/>
                    <a:pt x="665935" y="905339"/>
                    <a:pt x="661124" y="887112"/>
                  </a:cubicBezTo>
                  <a:cubicBezTo>
                    <a:pt x="652784" y="855496"/>
                    <a:pt x="642641" y="753195"/>
                    <a:pt x="703302" y="699451"/>
                  </a:cubicBezTo>
                  <a:cubicBezTo>
                    <a:pt x="706058" y="696999"/>
                    <a:pt x="710284" y="697242"/>
                    <a:pt x="712736" y="700002"/>
                  </a:cubicBezTo>
                  <a:cubicBezTo>
                    <a:pt x="712740" y="700006"/>
                    <a:pt x="712749" y="700015"/>
                    <a:pt x="712753" y="700019"/>
                  </a:cubicBezTo>
                  <a:cubicBezTo>
                    <a:pt x="715205" y="702779"/>
                    <a:pt x="714953" y="707005"/>
                    <a:pt x="712193" y="709457"/>
                  </a:cubicBezTo>
                  <a:cubicBezTo>
                    <a:pt x="712193" y="709462"/>
                    <a:pt x="712189" y="709462"/>
                    <a:pt x="712189" y="709462"/>
                  </a:cubicBezTo>
                  <a:cubicBezTo>
                    <a:pt x="656561" y="758749"/>
                    <a:pt x="666272" y="854163"/>
                    <a:pt x="674066" y="883703"/>
                  </a:cubicBezTo>
                  <a:cubicBezTo>
                    <a:pt x="679735" y="905215"/>
                    <a:pt x="665713" y="962561"/>
                    <a:pt x="650866" y="1023282"/>
                  </a:cubicBezTo>
                  <a:cubicBezTo>
                    <a:pt x="644171" y="1050626"/>
                    <a:pt x="637860" y="1076504"/>
                    <a:pt x="634015" y="1096769"/>
                  </a:cubicBezTo>
                  <a:cubicBezTo>
                    <a:pt x="633421" y="1099926"/>
                    <a:pt x="630670" y="1102212"/>
                    <a:pt x="627457" y="1102216"/>
                  </a:cubicBezTo>
                  <a:cubicBezTo>
                    <a:pt x="627034" y="1102216"/>
                    <a:pt x="626615" y="1102178"/>
                    <a:pt x="626201" y="1102101"/>
                  </a:cubicBezTo>
                  <a:cubicBezTo>
                    <a:pt x="622573" y="1101417"/>
                    <a:pt x="620185" y="1097922"/>
                    <a:pt x="620869" y="1094291"/>
                  </a:cubicBezTo>
                  <a:cubicBezTo>
                    <a:pt x="620869" y="1094291"/>
                    <a:pt x="620869" y="1094286"/>
                    <a:pt x="620869" y="1094286"/>
                  </a:cubicBezTo>
                  <a:cubicBezTo>
                    <a:pt x="624791" y="1073667"/>
                    <a:pt x="631140" y="1047643"/>
                    <a:pt x="637886" y="1020098"/>
                  </a:cubicBezTo>
                  <a:close/>
                  <a:moveTo>
                    <a:pt x="932557" y="883468"/>
                  </a:moveTo>
                  <a:cubicBezTo>
                    <a:pt x="928895" y="882934"/>
                    <a:pt x="926361" y="879533"/>
                    <a:pt x="926896" y="875871"/>
                  </a:cubicBezTo>
                  <a:cubicBezTo>
                    <a:pt x="931198" y="846575"/>
                    <a:pt x="954970" y="750764"/>
                    <a:pt x="1080603" y="748089"/>
                  </a:cubicBezTo>
                  <a:lnTo>
                    <a:pt x="1080744" y="748089"/>
                  </a:lnTo>
                  <a:cubicBezTo>
                    <a:pt x="1084384" y="748089"/>
                    <a:pt x="1087358" y="750999"/>
                    <a:pt x="1087439" y="754639"/>
                  </a:cubicBezTo>
                  <a:cubicBezTo>
                    <a:pt x="1087521" y="758335"/>
                    <a:pt x="1084590" y="761394"/>
                    <a:pt x="1080898" y="761475"/>
                  </a:cubicBezTo>
                  <a:cubicBezTo>
                    <a:pt x="1080894" y="761475"/>
                    <a:pt x="1080894" y="761475"/>
                    <a:pt x="1080890" y="761475"/>
                  </a:cubicBezTo>
                  <a:cubicBezTo>
                    <a:pt x="968903" y="763855"/>
                    <a:pt x="945156" y="843627"/>
                    <a:pt x="940149" y="877820"/>
                  </a:cubicBezTo>
                  <a:cubicBezTo>
                    <a:pt x="939666" y="881101"/>
                    <a:pt x="936850" y="883536"/>
                    <a:pt x="933535" y="883541"/>
                  </a:cubicBezTo>
                  <a:cubicBezTo>
                    <a:pt x="933210" y="883541"/>
                    <a:pt x="932890" y="883515"/>
                    <a:pt x="932569" y="883468"/>
                  </a:cubicBezTo>
                  <a:close/>
                  <a:moveTo>
                    <a:pt x="506331" y="777873"/>
                  </a:moveTo>
                  <a:cubicBezTo>
                    <a:pt x="505720" y="781013"/>
                    <a:pt x="502973" y="783282"/>
                    <a:pt x="499773" y="783290"/>
                  </a:cubicBezTo>
                  <a:cubicBezTo>
                    <a:pt x="499341" y="783290"/>
                    <a:pt x="498914" y="783248"/>
                    <a:pt x="498491" y="783167"/>
                  </a:cubicBezTo>
                  <a:cubicBezTo>
                    <a:pt x="494868" y="782457"/>
                    <a:pt x="492501" y="778950"/>
                    <a:pt x="493197" y="775322"/>
                  </a:cubicBezTo>
                  <a:cubicBezTo>
                    <a:pt x="509117" y="693256"/>
                    <a:pt x="591747" y="638119"/>
                    <a:pt x="629140" y="641037"/>
                  </a:cubicBezTo>
                  <a:cubicBezTo>
                    <a:pt x="632827" y="641302"/>
                    <a:pt x="635600" y="644502"/>
                    <a:pt x="635335" y="648189"/>
                  </a:cubicBezTo>
                  <a:cubicBezTo>
                    <a:pt x="635335" y="648189"/>
                    <a:pt x="635335" y="648189"/>
                    <a:pt x="635335" y="648189"/>
                  </a:cubicBezTo>
                  <a:cubicBezTo>
                    <a:pt x="635062" y="651885"/>
                    <a:pt x="631691" y="654722"/>
                    <a:pt x="628175" y="654385"/>
                  </a:cubicBezTo>
                  <a:cubicBezTo>
                    <a:pt x="600963" y="652462"/>
                    <a:pt x="521558" y="699417"/>
                    <a:pt x="506344" y="777873"/>
                  </a:cubicBezTo>
                  <a:close/>
                  <a:moveTo>
                    <a:pt x="782955" y="1465815"/>
                  </a:moveTo>
                  <a:cubicBezTo>
                    <a:pt x="779366" y="1464931"/>
                    <a:pt x="777174" y="1461299"/>
                    <a:pt x="778058" y="1457710"/>
                  </a:cubicBezTo>
                  <a:cubicBezTo>
                    <a:pt x="778063" y="1457706"/>
                    <a:pt x="778063" y="1457702"/>
                    <a:pt x="778063" y="1457697"/>
                  </a:cubicBezTo>
                  <a:cubicBezTo>
                    <a:pt x="778964" y="1454070"/>
                    <a:pt x="868251" y="1094039"/>
                    <a:pt x="869819" y="1045524"/>
                  </a:cubicBezTo>
                  <a:cubicBezTo>
                    <a:pt x="869947" y="1041837"/>
                    <a:pt x="872383" y="1038833"/>
                    <a:pt x="876732" y="1039056"/>
                  </a:cubicBezTo>
                  <a:cubicBezTo>
                    <a:pt x="880423" y="1039175"/>
                    <a:pt x="883320" y="1042260"/>
                    <a:pt x="883201" y="1045951"/>
                  </a:cubicBezTo>
                  <a:cubicBezTo>
                    <a:pt x="883201" y="1045956"/>
                    <a:pt x="883201" y="1045956"/>
                    <a:pt x="883201" y="1045956"/>
                  </a:cubicBezTo>
                  <a:cubicBezTo>
                    <a:pt x="881581" y="1095884"/>
                    <a:pt x="794760" y="1446042"/>
                    <a:pt x="791055" y="1460923"/>
                  </a:cubicBezTo>
                  <a:cubicBezTo>
                    <a:pt x="790312" y="1463905"/>
                    <a:pt x="787633" y="1465999"/>
                    <a:pt x="784561" y="1466003"/>
                  </a:cubicBezTo>
                  <a:cubicBezTo>
                    <a:pt x="784023" y="1466003"/>
                    <a:pt x="783489" y="1465939"/>
                    <a:pt x="782967" y="14658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>
          <a:extLst>
            <a:ext uri="{FF2B5EF4-FFF2-40B4-BE49-F238E27FC236}">
              <a16:creationId xmlns:a16="http://schemas.microsoft.com/office/drawing/2014/main" id="{62EBCBCE-C2CF-72B2-C883-515D90C0F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21">
            <a:extLst>
              <a:ext uri="{FF2B5EF4-FFF2-40B4-BE49-F238E27FC236}">
                <a16:creationId xmlns:a16="http://schemas.microsoft.com/office/drawing/2014/main" id="{71466DB5-4D08-4742-E26A-EA4066F404CA}"/>
              </a:ext>
            </a:extLst>
          </p:cNvPr>
          <p:cNvGrpSpPr/>
          <p:nvPr/>
        </p:nvGrpSpPr>
        <p:grpSpPr>
          <a:xfrm>
            <a:off x="134836" y="898951"/>
            <a:ext cx="3286438" cy="1346120"/>
            <a:chOff x="457200" y="1036100"/>
            <a:chExt cx="2964255" cy="1211700"/>
          </a:xfrm>
        </p:grpSpPr>
        <p:sp>
          <p:nvSpPr>
            <p:cNvPr id="591" name="Google Shape;591;p21">
              <a:extLst>
                <a:ext uri="{FF2B5EF4-FFF2-40B4-BE49-F238E27FC236}">
                  <a16:creationId xmlns:a16="http://schemas.microsoft.com/office/drawing/2014/main" id="{ADED3E4E-E9B2-56D5-EE16-DF70CD872BEA}"/>
                </a:ext>
              </a:extLst>
            </p:cNvPr>
            <p:cNvSpPr/>
            <p:nvPr/>
          </p:nvSpPr>
          <p:spPr>
            <a:xfrm>
              <a:off x="457200" y="1036100"/>
              <a:ext cx="2628900" cy="12117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>
              <a:extLst>
                <a:ext uri="{FF2B5EF4-FFF2-40B4-BE49-F238E27FC236}">
                  <a16:creationId xmlns:a16="http://schemas.microsoft.com/office/drawing/2014/main" id="{C5590301-D8E4-1383-8E94-4627070B536D}"/>
                </a:ext>
              </a:extLst>
            </p:cNvPr>
            <p:cNvSpPr/>
            <p:nvPr/>
          </p:nvSpPr>
          <p:spPr>
            <a:xfrm>
              <a:off x="2816955" y="1323325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94" name="Google Shape;594;p21">
            <a:extLst>
              <a:ext uri="{FF2B5EF4-FFF2-40B4-BE49-F238E27FC236}">
                <a16:creationId xmlns:a16="http://schemas.microsoft.com/office/drawing/2014/main" id="{DCE4D423-369C-0E88-59F8-D56EE160AD18}"/>
              </a:ext>
            </a:extLst>
          </p:cNvPr>
          <p:cNvGrpSpPr/>
          <p:nvPr/>
        </p:nvGrpSpPr>
        <p:grpSpPr>
          <a:xfrm>
            <a:off x="6705604" y="1036100"/>
            <a:ext cx="1981191" cy="3701042"/>
            <a:chOff x="4572000" y="1208850"/>
            <a:chExt cx="1885951" cy="3523124"/>
          </a:xfrm>
        </p:grpSpPr>
        <p:sp>
          <p:nvSpPr>
            <p:cNvPr id="595" name="Google Shape;595;p21">
              <a:extLst>
                <a:ext uri="{FF2B5EF4-FFF2-40B4-BE49-F238E27FC236}">
                  <a16:creationId xmlns:a16="http://schemas.microsoft.com/office/drawing/2014/main" id="{7D73E246-4595-3F6D-09D8-5D81AC13EAA9}"/>
                </a:ext>
              </a:extLst>
            </p:cNvPr>
            <p:cNvSpPr/>
            <p:nvPr/>
          </p:nvSpPr>
          <p:spPr>
            <a:xfrm>
              <a:off x="5987719" y="3093832"/>
              <a:ext cx="119074" cy="819540"/>
            </a:xfrm>
            <a:custGeom>
              <a:avLst/>
              <a:gdLst/>
              <a:ahLst/>
              <a:cxnLst/>
              <a:rect l="l" t="t" r="r" b="b"/>
              <a:pathLst>
                <a:path w="3672" h="25273" extrusionOk="0">
                  <a:moveTo>
                    <a:pt x="313" y="0"/>
                  </a:moveTo>
                  <a:lnTo>
                    <a:pt x="0" y="25230"/>
                  </a:lnTo>
                  <a:lnTo>
                    <a:pt x="3344" y="25273"/>
                  </a:lnTo>
                  <a:lnTo>
                    <a:pt x="3672" y="43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>
              <a:extLst>
                <a:ext uri="{FF2B5EF4-FFF2-40B4-BE49-F238E27FC236}">
                  <a16:creationId xmlns:a16="http://schemas.microsoft.com/office/drawing/2014/main" id="{22038E7F-0942-DBC3-D9B3-FFD474593C28}"/>
                </a:ext>
              </a:extLst>
            </p:cNvPr>
            <p:cNvSpPr/>
            <p:nvPr/>
          </p:nvSpPr>
          <p:spPr>
            <a:xfrm>
              <a:off x="5803596" y="3038900"/>
              <a:ext cx="120014" cy="872170"/>
            </a:xfrm>
            <a:custGeom>
              <a:avLst/>
              <a:gdLst/>
              <a:ahLst/>
              <a:cxnLst/>
              <a:rect l="l" t="t" r="r" b="b"/>
              <a:pathLst>
                <a:path w="3701" h="26896" extrusionOk="0">
                  <a:moveTo>
                    <a:pt x="342" y="1"/>
                  </a:moveTo>
                  <a:lnTo>
                    <a:pt x="1" y="26853"/>
                  </a:lnTo>
                  <a:lnTo>
                    <a:pt x="3359" y="26895"/>
                  </a:lnTo>
                  <a:lnTo>
                    <a:pt x="3700" y="44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>
              <a:extLst>
                <a:ext uri="{FF2B5EF4-FFF2-40B4-BE49-F238E27FC236}">
                  <a16:creationId xmlns:a16="http://schemas.microsoft.com/office/drawing/2014/main" id="{1C3FB65B-791A-E176-2AFC-8B8746F96CE7}"/>
                </a:ext>
              </a:extLst>
            </p:cNvPr>
            <p:cNvSpPr/>
            <p:nvPr/>
          </p:nvSpPr>
          <p:spPr>
            <a:xfrm>
              <a:off x="5669768" y="2404422"/>
              <a:ext cx="257053" cy="311045"/>
            </a:xfrm>
            <a:custGeom>
              <a:avLst/>
              <a:gdLst/>
              <a:ahLst/>
              <a:cxnLst/>
              <a:rect l="l" t="t" r="r" b="b"/>
              <a:pathLst>
                <a:path w="7927" h="9592" extrusionOk="0">
                  <a:moveTo>
                    <a:pt x="2804" y="1"/>
                  </a:moveTo>
                  <a:lnTo>
                    <a:pt x="1" y="1851"/>
                  </a:lnTo>
                  <a:lnTo>
                    <a:pt x="5124" y="9592"/>
                  </a:lnTo>
                  <a:lnTo>
                    <a:pt x="7927" y="7742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>
              <a:extLst>
                <a:ext uri="{FF2B5EF4-FFF2-40B4-BE49-F238E27FC236}">
                  <a16:creationId xmlns:a16="http://schemas.microsoft.com/office/drawing/2014/main" id="{B9A24BEA-6139-BEDA-E268-22F086CB2740}"/>
                </a:ext>
              </a:extLst>
            </p:cNvPr>
            <p:cNvSpPr/>
            <p:nvPr/>
          </p:nvSpPr>
          <p:spPr>
            <a:xfrm>
              <a:off x="5505976" y="2490258"/>
              <a:ext cx="267203" cy="326739"/>
            </a:xfrm>
            <a:custGeom>
              <a:avLst/>
              <a:gdLst/>
              <a:ahLst/>
              <a:cxnLst/>
              <a:rect l="l" t="t" r="r" b="b"/>
              <a:pathLst>
                <a:path w="8240" h="10076" extrusionOk="0">
                  <a:moveTo>
                    <a:pt x="2789" y="1"/>
                  </a:moveTo>
                  <a:lnTo>
                    <a:pt x="0" y="1850"/>
                  </a:lnTo>
                  <a:lnTo>
                    <a:pt x="5436" y="10075"/>
                  </a:lnTo>
                  <a:lnTo>
                    <a:pt x="8239" y="8225"/>
                  </a:lnTo>
                  <a:lnTo>
                    <a:pt x="2789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>
              <a:extLst>
                <a:ext uri="{FF2B5EF4-FFF2-40B4-BE49-F238E27FC236}">
                  <a16:creationId xmlns:a16="http://schemas.microsoft.com/office/drawing/2014/main" id="{14192D48-2542-2E5F-EDC2-7E8871324410}"/>
                </a:ext>
              </a:extLst>
            </p:cNvPr>
            <p:cNvSpPr/>
            <p:nvPr/>
          </p:nvSpPr>
          <p:spPr>
            <a:xfrm>
              <a:off x="5247562" y="2038055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510" y="0"/>
                  </a:moveTo>
                  <a:lnTo>
                    <a:pt x="8097" y="14"/>
                  </a:lnTo>
                  <a:lnTo>
                    <a:pt x="7699" y="29"/>
                  </a:lnTo>
                  <a:lnTo>
                    <a:pt x="7286" y="86"/>
                  </a:lnTo>
                  <a:lnTo>
                    <a:pt x="6888" y="142"/>
                  </a:lnTo>
                  <a:lnTo>
                    <a:pt x="6489" y="228"/>
                  </a:lnTo>
                  <a:lnTo>
                    <a:pt x="6091" y="327"/>
                  </a:lnTo>
                  <a:lnTo>
                    <a:pt x="5692" y="456"/>
                  </a:lnTo>
                  <a:lnTo>
                    <a:pt x="5294" y="612"/>
                  </a:lnTo>
                  <a:lnTo>
                    <a:pt x="4910" y="769"/>
                  </a:lnTo>
                  <a:lnTo>
                    <a:pt x="4526" y="968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89"/>
                  </a:lnTo>
                  <a:lnTo>
                    <a:pt x="1907" y="3102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8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8"/>
                  </a:lnTo>
                  <a:lnTo>
                    <a:pt x="370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0" y="8353"/>
                  </a:lnTo>
                  <a:lnTo>
                    <a:pt x="15" y="8766"/>
                  </a:lnTo>
                  <a:lnTo>
                    <a:pt x="43" y="9164"/>
                  </a:lnTo>
                  <a:lnTo>
                    <a:pt x="86" y="9577"/>
                  </a:lnTo>
                  <a:lnTo>
                    <a:pt x="143" y="9975"/>
                  </a:lnTo>
                  <a:lnTo>
                    <a:pt x="228" y="10374"/>
                  </a:lnTo>
                  <a:lnTo>
                    <a:pt x="342" y="10786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3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102"/>
                  </a:lnTo>
                  <a:lnTo>
                    <a:pt x="2491" y="14401"/>
                  </a:lnTo>
                  <a:lnTo>
                    <a:pt x="2790" y="14685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7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22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2"/>
                  </a:lnTo>
                  <a:lnTo>
                    <a:pt x="6745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8"/>
                  </a:lnTo>
                  <a:lnTo>
                    <a:pt x="8353" y="16863"/>
                  </a:lnTo>
                  <a:lnTo>
                    <a:pt x="8766" y="16848"/>
                  </a:lnTo>
                  <a:lnTo>
                    <a:pt x="9179" y="16834"/>
                  </a:lnTo>
                  <a:lnTo>
                    <a:pt x="9577" y="16777"/>
                  </a:lnTo>
                  <a:lnTo>
                    <a:pt x="9976" y="16720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407"/>
                  </a:lnTo>
                  <a:lnTo>
                    <a:pt x="11569" y="16251"/>
                  </a:lnTo>
                  <a:lnTo>
                    <a:pt x="11954" y="16094"/>
                  </a:lnTo>
                  <a:lnTo>
                    <a:pt x="12338" y="15895"/>
                  </a:lnTo>
                  <a:lnTo>
                    <a:pt x="12722" y="15696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56"/>
                  </a:lnTo>
                  <a:lnTo>
                    <a:pt x="14102" y="14671"/>
                  </a:lnTo>
                  <a:lnTo>
                    <a:pt x="14401" y="14387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4"/>
                  </a:lnTo>
                  <a:lnTo>
                    <a:pt x="16052" y="12039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0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21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4" y="7699"/>
                  </a:lnTo>
                  <a:lnTo>
                    <a:pt x="16792" y="7286"/>
                  </a:lnTo>
                  <a:lnTo>
                    <a:pt x="16721" y="6887"/>
                  </a:lnTo>
                  <a:lnTo>
                    <a:pt x="16635" y="6475"/>
                  </a:lnTo>
                  <a:lnTo>
                    <a:pt x="16536" y="6076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4" y="4910"/>
                  </a:lnTo>
                  <a:lnTo>
                    <a:pt x="15910" y="4525"/>
                  </a:lnTo>
                  <a:lnTo>
                    <a:pt x="15696" y="4155"/>
                  </a:lnTo>
                  <a:lnTo>
                    <a:pt x="15468" y="3785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77"/>
                  </a:lnTo>
                  <a:lnTo>
                    <a:pt x="13761" y="1907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0" y="1196"/>
                  </a:lnTo>
                  <a:lnTo>
                    <a:pt x="12395" y="996"/>
                  </a:lnTo>
                  <a:lnTo>
                    <a:pt x="12039" y="811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6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4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>
              <a:extLst>
                <a:ext uri="{FF2B5EF4-FFF2-40B4-BE49-F238E27FC236}">
                  <a16:creationId xmlns:a16="http://schemas.microsoft.com/office/drawing/2014/main" id="{F0455A9F-B39F-67D6-56CF-81F2ED546F96}"/>
                </a:ext>
              </a:extLst>
            </p:cNvPr>
            <p:cNvSpPr/>
            <p:nvPr/>
          </p:nvSpPr>
          <p:spPr>
            <a:xfrm>
              <a:off x="5653165" y="2630539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097" y="0"/>
                  </a:moveTo>
                  <a:lnTo>
                    <a:pt x="7699" y="29"/>
                  </a:lnTo>
                  <a:lnTo>
                    <a:pt x="7286" y="72"/>
                  </a:lnTo>
                  <a:lnTo>
                    <a:pt x="6888" y="143"/>
                  </a:lnTo>
                  <a:lnTo>
                    <a:pt x="6489" y="228"/>
                  </a:lnTo>
                  <a:lnTo>
                    <a:pt x="6091" y="328"/>
                  </a:lnTo>
                  <a:lnTo>
                    <a:pt x="5693" y="456"/>
                  </a:lnTo>
                  <a:lnTo>
                    <a:pt x="5294" y="598"/>
                  </a:lnTo>
                  <a:lnTo>
                    <a:pt x="4910" y="769"/>
                  </a:lnTo>
                  <a:lnTo>
                    <a:pt x="4526" y="954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75"/>
                  </a:lnTo>
                  <a:lnTo>
                    <a:pt x="1907" y="3103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9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9"/>
                  </a:lnTo>
                  <a:lnTo>
                    <a:pt x="371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1" y="8353"/>
                  </a:lnTo>
                  <a:lnTo>
                    <a:pt x="15" y="8766"/>
                  </a:lnTo>
                  <a:lnTo>
                    <a:pt x="43" y="9165"/>
                  </a:lnTo>
                  <a:lnTo>
                    <a:pt x="86" y="9577"/>
                  </a:lnTo>
                  <a:lnTo>
                    <a:pt x="143" y="9976"/>
                  </a:lnTo>
                  <a:lnTo>
                    <a:pt x="228" y="10374"/>
                  </a:lnTo>
                  <a:lnTo>
                    <a:pt x="342" y="10772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4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088"/>
                  </a:lnTo>
                  <a:lnTo>
                    <a:pt x="2491" y="14401"/>
                  </a:lnTo>
                  <a:lnTo>
                    <a:pt x="2790" y="14686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8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08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3"/>
                  </a:lnTo>
                  <a:lnTo>
                    <a:pt x="6746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9"/>
                  </a:lnTo>
                  <a:lnTo>
                    <a:pt x="8354" y="16863"/>
                  </a:lnTo>
                  <a:lnTo>
                    <a:pt x="8766" y="16849"/>
                  </a:lnTo>
                  <a:lnTo>
                    <a:pt x="9179" y="16820"/>
                  </a:lnTo>
                  <a:lnTo>
                    <a:pt x="9577" y="16778"/>
                  </a:lnTo>
                  <a:lnTo>
                    <a:pt x="9976" y="16721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393"/>
                  </a:lnTo>
                  <a:lnTo>
                    <a:pt x="11569" y="16251"/>
                  </a:lnTo>
                  <a:lnTo>
                    <a:pt x="11954" y="16080"/>
                  </a:lnTo>
                  <a:lnTo>
                    <a:pt x="12338" y="15895"/>
                  </a:lnTo>
                  <a:lnTo>
                    <a:pt x="12722" y="15682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42"/>
                  </a:lnTo>
                  <a:lnTo>
                    <a:pt x="14102" y="14671"/>
                  </a:lnTo>
                  <a:lnTo>
                    <a:pt x="14401" y="14373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5"/>
                  </a:lnTo>
                  <a:lnTo>
                    <a:pt x="16052" y="12025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1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07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5" y="7685"/>
                  </a:lnTo>
                  <a:lnTo>
                    <a:pt x="16792" y="7286"/>
                  </a:lnTo>
                  <a:lnTo>
                    <a:pt x="16721" y="6888"/>
                  </a:lnTo>
                  <a:lnTo>
                    <a:pt x="16635" y="6475"/>
                  </a:lnTo>
                  <a:lnTo>
                    <a:pt x="16536" y="6077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5" y="4910"/>
                  </a:lnTo>
                  <a:lnTo>
                    <a:pt x="15910" y="4526"/>
                  </a:lnTo>
                  <a:lnTo>
                    <a:pt x="15696" y="4141"/>
                  </a:lnTo>
                  <a:lnTo>
                    <a:pt x="15468" y="3786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63"/>
                  </a:lnTo>
                  <a:lnTo>
                    <a:pt x="13761" y="1893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1" y="1196"/>
                  </a:lnTo>
                  <a:lnTo>
                    <a:pt x="12395" y="997"/>
                  </a:lnTo>
                  <a:lnTo>
                    <a:pt x="12039" y="812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7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5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>
              <a:extLst>
                <a:ext uri="{FF2B5EF4-FFF2-40B4-BE49-F238E27FC236}">
                  <a16:creationId xmlns:a16="http://schemas.microsoft.com/office/drawing/2014/main" id="{27BDB7D9-A569-95B1-EC76-CC317E2BE404}"/>
                </a:ext>
              </a:extLst>
            </p:cNvPr>
            <p:cNvSpPr/>
            <p:nvPr/>
          </p:nvSpPr>
          <p:spPr>
            <a:xfrm>
              <a:off x="4572000" y="1208850"/>
              <a:ext cx="1126888" cy="1125461"/>
            </a:xfrm>
            <a:custGeom>
              <a:avLst/>
              <a:gdLst/>
              <a:ahLst/>
              <a:cxnLst/>
              <a:rect l="l" t="t" r="r" b="b"/>
              <a:pathLst>
                <a:path w="34751" h="34707" extrusionOk="0">
                  <a:moveTo>
                    <a:pt x="18201" y="0"/>
                  </a:moveTo>
                  <a:lnTo>
                    <a:pt x="17931" y="28"/>
                  </a:lnTo>
                  <a:lnTo>
                    <a:pt x="17660" y="71"/>
                  </a:lnTo>
                  <a:lnTo>
                    <a:pt x="17404" y="157"/>
                  </a:lnTo>
                  <a:lnTo>
                    <a:pt x="17148" y="256"/>
                  </a:lnTo>
                  <a:lnTo>
                    <a:pt x="16920" y="370"/>
                  </a:lnTo>
                  <a:lnTo>
                    <a:pt x="16693" y="527"/>
                  </a:lnTo>
                  <a:lnTo>
                    <a:pt x="16493" y="683"/>
                  </a:lnTo>
                  <a:lnTo>
                    <a:pt x="16294" y="868"/>
                  </a:lnTo>
                  <a:lnTo>
                    <a:pt x="16123" y="1067"/>
                  </a:lnTo>
                  <a:lnTo>
                    <a:pt x="15967" y="1295"/>
                  </a:lnTo>
                  <a:lnTo>
                    <a:pt x="15839" y="1523"/>
                  </a:lnTo>
                  <a:lnTo>
                    <a:pt x="15725" y="1765"/>
                  </a:lnTo>
                  <a:lnTo>
                    <a:pt x="15640" y="2035"/>
                  </a:lnTo>
                  <a:lnTo>
                    <a:pt x="15583" y="2305"/>
                  </a:lnTo>
                  <a:lnTo>
                    <a:pt x="15554" y="2590"/>
                  </a:lnTo>
                  <a:lnTo>
                    <a:pt x="15554" y="2860"/>
                  </a:lnTo>
                  <a:lnTo>
                    <a:pt x="15568" y="3145"/>
                  </a:lnTo>
                  <a:lnTo>
                    <a:pt x="15625" y="3415"/>
                  </a:lnTo>
                  <a:lnTo>
                    <a:pt x="15696" y="3671"/>
                  </a:lnTo>
                  <a:lnTo>
                    <a:pt x="15796" y="3913"/>
                  </a:lnTo>
                  <a:lnTo>
                    <a:pt x="15924" y="4155"/>
                  </a:lnTo>
                  <a:lnTo>
                    <a:pt x="16066" y="4383"/>
                  </a:lnTo>
                  <a:lnTo>
                    <a:pt x="16237" y="4582"/>
                  </a:lnTo>
                  <a:lnTo>
                    <a:pt x="16422" y="4781"/>
                  </a:lnTo>
                  <a:lnTo>
                    <a:pt x="16621" y="4952"/>
                  </a:lnTo>
                  <a:lnTo>
                    <a:pt x="16835" y="5094"/>
                  </a:lnTo>
                  <a:lnTo>
                    <a:pt x="17077" y="5237"/>
                  </a:lnTo>
                  <a:lnTo>
                    <a:pt x="17319" y="5336"/>
                  </a:lnTo>
                  <a:lnTo>
                    <a:pt x="17575" y="5422"/>
                  </a:lnTo>
                  <a:lnTo>
                    <a:pt x="17845" y="5493"/>
                  </a:lnTo>
                  <a:lnTo>
                    <a:pt x="18130" y="5521"/>
                  </a:lnTo>
                  <a:lnTo>
                    <a:pt x="18486" y="5550"/>
                  </a:lnTo>
                  <a:lnTo>
                    <a:pt x="18827" y="5578"/>
                  </a:lnTo>
                  <a:lnTo>
                    <a:pt x="19169" y="5635"/>
                  </a:lnTo>
                  <a:lnTo>
                    <a:pt x="19510" y="5692"/>
                  </a:lnTo>
                  <a:lnTo>
                    <a:pt x="19852" y="5749"/>
                  </a:lnTo>
                  <a:lnTo>
                    <a:pt x="20193" y="5834"/>
                  </a:lnTo>
                  <a:lnTo>
                    <a:pt x="20520" y="5920"/>
                  </a:lnTo>
                  <a:lnTo>
                    <a:pt x="20848" y="6005"/>
                  </a:lnTo>
                  <a:lnTo>
                    <a:pt x="21175" y="6105"/>
                  </a:lnTo>
                  <a:lnTo>
                    <a:pt x="21488" y="6218"/>
                  </a:lnTo>
                  <a:lnTo>
                    <a:pt x="21801" y="6347"/>
                  </a:lnTo>
                  <a:lnTo>
                    <a:pt x="22114" y="6475"/>
                  </a:lnTo>
                  <a:lnTo>
                    <a:pt x="22427" y="6617"/>
                  </a:lnTo>
                  <a:lnTo>
                    <a:pt x="22726" y="6759"/>
                  </a:lnTo>
                  <a:lnTo>
                    <a:pt x="23025" y="6916"/>
                  </a:lnTo>
                  <a:lnTo>
                    <a:pt x="23324" y="7087"/>
                  </a:lnTo>
                  <a:lnTo>
                    <a:pt x="23608" y="7257"/>
                  </a:lnTo>
                  <a:lnTo>
                    <a:pt x="23893" y="7442"/>
                  </a:lnTo>
                  <a:lnTo>
                    <a:pt x="24178" y="7627"/>
                  </a:lnTo>
                  <a:lnTo>
                    <a:pt x="24448" y="7826"/>
                  </a:lnTo>
                  <a:lnTo>
                    <a:pt x="24718" y="8026"/>
                  </a:lnTo>
                  <a:lnTo>
                    <a:pt x="24989" y="8253"/>
                  </a:lnTo>
                  <a:lnTo>
                    <a:pt x="25245" y="8467"/>
                  </a:lnTo>
                  <a:lnTo>
                    <a:pt x="25487" y="8694"/>
                  </a:lnTo>
                  <a:lnTo>
                    <a:pt x="25729" y="8936"/>
                  </a:lnTo>
                  <a:lnTo>
                    <a:pt x="25970" y="9178"/>
                  </a:lnTo>
                  <a:lnTo>
                    <a:pt x="26198" y="9434"/>
                  </a:lnTo>
                  <a:lnTo>
                    <a:pt x="26426" y="9691"/>
                  </a:lnTo>
                  <a:lnTo>
                    <a:pt x="26654" y="9961"/>
                  </a:lnTo>
                  <a:lnTo>
                    <a:pt x="26853" y="10231"/>
                  </a:lnTo>
                  <a:lnTo>
                    <a:pt x="27066" y="10516"/>
                  </a:lnTo>
                  <a:lnTo>
                    <a:pt x="27265" y="10801"/>
                  </a:lnTo>
                  <a:lnTo>
                    <a:pt x="27578" y="11327"/>
                  </a:lnTo>
                  <a:lnTo>
                    <a:pt x="27877" y="11854"/>
                  </a:lnTo>
                  <a:lnTo>
                    <a:pt x="28133" y="12380"/>
                  </a:lnTo>
                  <a:lnTo>
                    <a:pt x="28375" y="12935"/>
                  </a:lnTo>
                  <a:lnTo>
                    <a:pt x="28575" y="13476"/>
                  </a:lnTo>
                  <a:lnTo>
                    <a:pt x="28760" y="14031"/>
                  </a:lnTo>
                  <a:lnTo>
                    <a:pt x="28902" y="14600"/>
                  </a:lnTo>
                  <a:lnTo>
                    <a:pt x="29030" y="15169"/>
                  </a:lnTo>
                  <a:lnTo>
                    <a:pt x="29115" y="15738"/>
                  </a:lnTo>
                  <a:lnTo>
                    <a:pt x="29172" y="16308"/>
                  </a:lnTo>
                  <a:lnTo>
                    <a:pt x="29215" y="16877"/>
                  </a:lnTo>
                  <a:lnTo>
                    <a:pt x="29215" y="17446"/>
                  </a:lnTo>
                  <a:lnTo>
                    <a:pt x="29201" y="18015"/>
                  </a:lnTo>
                  <a:lnTo>
                    <a:pt x="29158" y="18584"/>
                  </a:lnTo>
                  <a:lnTo>
                    <a:pt x="29087" y="19139"/>
                  </a:lnTo>
                  <a:lnTo>
                    <a:pt x="28987" y="19708"/>
                  </a:lnTo>
                  <a:lnTo>
                    <a:pt x="28859" y="20263"/>
                  </a:lnTo>
                  <a:lnTo>
                    <a:pt x="28703" y="20804"/>
                  </a:lnTo>
                  <a:lnTo>
                    <a:pt x="28518" y="21345"/>
                  </a:lnTo>
                  <a:lnTo>
                    <a:pt x="28318" y="21886"/>
                  </a:lnTo>
                  <a:lnTo>
                    <a:pt x="28091" y="22398"/>
                  </a:lnTo>
                  <a:lnTo>
                    <a:pt x="27835" y="22910"/>
                  </a:lnTo>
                  <a:lnTo>
                    <a:pt x="27550" y="23408"/>
                  </a:lnTo>
                  <a:lnTo>
                    <a:pt x="27237" y="23906"/>
                  </a:lnTo>
                  <a:lnTo>
                    <a:pt x="26910" y="24376"/>
                  </a:lnTo>
                  <a:lnTo>
                    <a:pt x="26554" y="24831"/>
                  </a:lnTo>
                  <a:lnTo>
                    <a:pt x="26170" y="25272"/>
                  </a:lnTo>
                  <a:lnTo>
                    <a:pt x="25771" y="25699"/>
                  </a:lnTo>
                  <a:lnTo>
                    <a:pt x="25344" y="26112"/>
                  </a:lnTo>
                  <a:lnTo>
                    <a:pt x="24889" y="26496"/>
                  </a:lnTo>
                  <a:lnTo>
                    <a:pt x="24419" y="26866"/>
                  </a:lnTo>
                  <a:lnTo>
                    <a:pt x="23921" y="27222"/>
                  </a:lnTo>
                  <a:lnTo>
                    <a:pt x="23395" y="27549"/>
                  </a:lnTo>
                  <a:lnTo>
                    <a:pt x="22868" y="27834"/>
                  </a:lnTo>
                  <a:lnTo>
                    <a:pt x="22342" y="28104"/>
                  </a:lnTo>
                  <a:lnTo>
                    <a:pt x="21787" y="28332"/>
                  </a:lnTo>
                  <a:lnTo>
                    <a:pt x="21246" y="28545"/>
                  </a:lnTo>
                  <a:lnTo>
                    <a:pt x="20691" y="28716"/>
                  </a:lnTo>
                  <a:lnTo>
                    <a:pt x="20122" y="28858"/>
                  </a:lnTo>
                  <a:lnTo>
                    <a:pt x="19553" y="28986"/>
                  </a:lnTo>
                  <a:lnTo>
                    <a:pt x="18984" y="29072"/>
                  </a:lnTo>
                  <a:lnTo>
                    <a:pt x="18414" y="29143"/>
                  </a:lnTo>
                  <a:lnTo>
                    <a:pt x="17845" y="29171"/>
                  </a:lnTo>
                  <a:lnTo>
                    <a:pt x="17276" y="29186"/>
                  </a:lnTo>
                  <a:lnTo>
                    <a:pt x="16707" y="29157"/>
                  </a:lnTo>
                  <a:lnTo>
                    <a:pt x="16138" y="29114"/>
                  </a:lnTo>
                  <a:lnTo>
                    <a:pt x="15583" y="29043"/>
                  </a:lnTo>
                  <a:lnTo>
                    <a:pt x="15013" y="28944"/>
                  </a:lnTo>
                  <a:lnTo>
                    <a:pt x="14458" y="28816"/>
                  </a:lnTo>
                  <a:lnTo>
                    <a:pt x="13918" y="28659"/>
                  </a:lnTo>
                  <a:lnTo>
                    <a:pt x="13377" y="28488"/>
                  </a:lnTo>
                  <a:lnTo>
                    <a:pt x="12836" y="28275"/>
                  </a:lnTo>
                  <a:lnTo>
                    <a:pt x="12324" y="28047"/>
                  </a:lnTo>
                  <a:lnTo>
                    <a:pt x="11812" y="27791"/>
                  </a:lnTo>
                  <a:lnTo>
                    <a:pt x="11314" y="27506"/>
                  </a:lnTo>
                  <a:lnTo>
                    <a:pt x="10816" y="27208"/>
                  </a:lnTo>
                  <a:lnTo>
                    <a:pt x="10346" y="26866"/>
                  </a:lnTo>
                  <a:lnTo>
                    <a:pt x="9891" y="26510"/>
                  </a:lnTo>
                  <a:lnTo>
                    <a:pt x="9450" y="26140"/>
                  </a:lnTo>
                  <a:lnTo>
                    <a:pt x="9023" y="25728"/>
                  </a:lnTo>
                  <a:lnTo>
                    <a:pt x="8610" y="25301"/>
                  </a:lnTo>
                  <a:lnTo>
                    <a:pt x="8226" y="24845"/>
                  </a:lnTo>
                  <a:lnTo>
                    <a:pt x="7856" y="24376"/>
                  </a:lnTo>
                  <a:lnTo>
                    <a:pt x="7500" y="23878"/>
                  </a:lnTo>
                  <a:lnTo>
                    <a:pt x="7301" y="23565"/>
                  </a:lnTo>
                  <a:lnTo>
                    <a:pt x="7116" y="23252"/>
                  </a:lnTo>
                  <a:lnTo>
                    <a:pt x="6931" y="22924"/>
                  </a:lnTo>
                  <a:lnTo>
                    <a:pt x="6774" y="22597"/>
                  </a:lnTo>
                  <a:lnTo>
                    <a:pt x="6618" y="22270"/>
                  </a:lnTo>
                  <a:lnTo>
                    <a:pt x="6461" y="21943"/>
                  </a:lnTo>
                  <a:lnTo>
                    <a:pt x="6333" y="21615"/>
                  </a:lnTo>
                  <a:lnTo>
                    <a:pt x="6205" y="21274"/>
                  </a:lnTo>
                  <a:lnTo>
                    <a:pt x="6091" y="20932"/>
                  </a:lnTo>
                  <a:lnTo>
                    <a:pt x="5992" y="20576"/>
                  </a:lnTo>
                  <a:lnTo>
                    <a:pt x="5892" y="20235"/>
                  </a:lnTo>
                  <a:lnTo>
                    <a:pt x="5807" y="19893"/>
                  </a:lnTo>
                  <a:lnTo>
                    <a:pt x="5736" y="19538"/>
                  </a:lnTo>
                  <a:lnTo>
                    <a:pt x="5679" y="19182"/>
                  </a:lnTo>
                  <a:lnTo>
                    <a:pt x="5636" y="18826"/>
                  </a:lnTo>
                  <a:lnTo>
                    <a:pt x="5593" y="18470"/>
                  </a:lnTo>
                  <a:lnTo>
                    <a:pt x="5565" y="18115"/>
                  </a:lnTo>
                  <a:lnTo>
                    <a:pt x="5536" y="17759"/>
                  </a:lnTo>
                  <a:lnTo>
                    <a:pt x="5536" y="17403"/>
                  </a:lnTo>
                  <a:lnTo>
                    <a:pt x="5536" y="17033"/>
                  </a:lnTo>
                  <a:lnTo>
                    <a:pt x="5551" y="16677"/>
                  </a:lnTo>
                  <a:lnTo>
                    <a:pt x="5579" y="16322"/>
                  </a:lnTo>
                  <a:lnTo>
                    <a:pt x="5622" y="15966"/>
                  </a:lnTo>
                  <a:lnTo>
                    <a:pt x="5664" y="15610"/>
                  </a:lnTo>
                  <a:lnTo>
                    <a:pt x="5721" y="15254"/>
                  </a:lnTo>
                  <a:lnTo>
                    <a:pt x="5792" y="14899"/>
                  </a:lnTo>
                  <a:lnTo>
                    <a:pt x="5878" y="14543"/>
                  </a:lnTo>
                  <a:lnTo>
                    <a:pt x="5963" y="14187"/>
                  </a:lnTo>
                  <a:lnTo>
                    <a:pt x="6063" y="13831"/>
                  </a:lnTo>
                  <a:lnTo>
                    <a:pt x="6177" y="13490"/>
                  </a:lnTo>
                  <a:lnTo>
                    <a:pt x="6305" y="13148"/>
                  </a:lnTo>
                  <a:lnTo>
                    <a:pt x="6447" y="12793"/>
                  </a:lnTo>
                  <a:lnTo>
                    <a:pt x="6532" y="12537"/>
                  </a:lnTo>
                  <a:lnTo>
                    <a:pt x="6604" y="12266"/>
                  </a:lnTo>
                  <a:lnTo>
                    <a:pt x="6646" y="11996"/>
                  </a:lnTo>
                  <a:lnTo>
                    <a:pt x="6646" y="11725"/>
                  </a:lnTo>
                  <a:lnTo>
                    <a:pt x="6632" y="11455"/>
                  </a:lnTo>
                  <a:lnTo>
                    <a:pt x="6589" y="11185"/>
                  </a:lnTo>
                  <a:lnTo>
                    <a:pt x="6532" y="10929"/>
                  </a:lnTo>
                  <a:lnTo>
                    <a:pt x="6433" y="10687"/>
                  </a:lnTo>
                  <a:lnTo>
                    <a:pt x="6333" y="10445"/>
                  </a:lnTo>
                  <a:lnTo>
                    <a:pt x="6191" y="10217"/>
                  </a:lnTo>
                  <a:lnTo>
                    <a:pt x="6034" y="10004"/>
                  </a:lnTo>
                  <a:lnTo>
                    <a:pt x="5849" y="9804"/>
                  </a:lnTo>
                  <a:lnTo>
                    <a:pt x="5650" y="9619"/>
                  </a:lnTo>
                  <a:lnTo>
                    <a:pt x="5437" y="9449"/>
                  </a:lnTo>
                  <a:lnTo>
                    <a:pt x="5195" y="9306"/>
                  </a:lnTo>
                  <a:lnTo>
                    <a:pt x="4939" y="9193"/>
                  </a:lnTo>
                  <a:lnTo>
                    <a:pt x="4683" y="9093"/>
                  </a:lnTo>
                  <a:lnTo>
                    <a:pt x="4412" y="9022"/>
                  </a:lnTo>
                  <a:lnTo>
                    <a:pt x="4142" y="8993"/>
                  </a:lnTo>
                  <a:lnTo>
                    <a:pt x="3871" y="8979"/>
                  </a:lnTo>
                  <a:lnTo>
                    <a:pt x="3601" y="8993"/>
                  </a:lnTo>
                  <a:lnTo>
                    <a:pt x="3331" y="9036"/>
                  </a:lnTo>
                  <a:lnTo>
                    <a:pt x="3075" y="9093"/>
                  </a:lnTo>
                  <a:lnTo>
                    <a:pt x="2833" y="9193"/>
                  </a:lnTo>
                  <a:lnTo>
                    <a:pt x="2591" y="9306"/>
                  </a:lnTo>
                  <a:lnTo>
                    <a:pt x="2363" y="9434"/>
                  </a:lnTo>
                  <a:lnTo>
                    <a:pt x="2150" y="9591"/>
                  </a:lnTo>
                  <a:lnTo>
                    <a:pt x="1950" y="9776"/>
                  </a:lnTo>
                  <a:lnTo>
                    <a:pt x="1765" y="9975"/>
                  </a:lnTo>
                  <a:lnTo>
                    <a:pt x="1595" y="10189"/>
                  </a:lnTo>
                  <a:lnTo>
                    <a:pt x="1452" y="10431"/>
                  </a:lnTo>
                  <a:lnTo>
                    <a:pt x="1339" y="10687"/>
                  </a:lnTo>
                  <a:lnTo>
                    <a:pt x="1139" y="11185"/>
                  </a:lnTo>
                  <a:lnTo>
                    <a:pt x="954" y="11697"/>
                  </a:lnTo>
                  <a:lnTo>
                    <a:pt x="784" y="12209"/>
                  </a:lnTo>
                  <a:lnTo>
                    <a:pt x="627" y="12722"/>
                  </a:lnTo>
                  <a:lnTo>
                    <a:pt x="499" y="13234"/>
                  </a:lnTo>
                  <a:lnTo>
                    <a:pt x="385" y="13760"/>
                  </a:lnTo>
                  <a:lnTo>
                    <a:pt x="286" y="14273"/>
                  </a:lnTo>
                  <a:lnTo>
                    <a:pt x="200" y="14799"/>
                  </a:lnTo>
                  <a:lnTo>
                    <a:pt x="129" y="15326"/>
                  </a:lnTo>
                  <a:lnTo>
                    <a:pt x="72" y="15852"/>
                  </a:lnTo>
                  <a:lnTo>
                    <a:pt x="29" y="16379"/>
                  </a:lnTo>
                  <a:lnTo>
                    <a:pt x="15" y="16905"/>
                  </a:lnTo>
                  <a:lnTo>
                    <a:pt x="1" y="17432"/>
                  </a:lnTo>
                  <a:lnTo>
                    <a:pt x="15" y="17958"/>
                  </a:lnTo>
                  <a:lnTo>
                    <a:pt x="44" y="18485"/>
                  </a:lnTo>
                  <a:lnTo>
                    <a:pt x="86" y="18997"/>
                  </a:lnTo>
                  <a:lnTo>
                    <a:pt x="143" y="19523"/>
                  </a:lnTo>
                  <a:lnTo>
                    <a:pt x="214" y="20050"/>
                  </a:lnTo>
                  <a:lnTo>
                    <a:pt x="314" y="20562"/>
                  </a:lnTo>
                  <a:lnTo>
                    <a:pt x="414" y="21075"/>
                  </a:lnTo>
                  <a:lnTo>
                    <a:pt x="542" y="21587"/>
                  </a:lnTo>
                  <a:lnTo>
                    <a:pt x="670" y="22099"/>
                  </a:lnTo>
                  <a:lnTo>
                    <a:pt x="826" y="22597"/>
                  </a:lnTo>
                  <a:lnTo>
                    <a:pt x="997" y="23109"/>
                  </a:lnTo>
                  <a:lnTo>
                    <a:pt x="1182" y="23607"/>
                  </a:lnTo>
                  <a:lnTo>
                    <a:pt x="1381" y="24091"/>
                  </a:lnTo>
                  <a:lnTo>
                    <a:pt x="1595" y="24575"/>
                  </a:lnTo>
                  <a:lnTo>
                    <a:pt x="1822" y="25059"/>
                  </a:lnTo>
                  <a:lnTo>
                    <a:pt x="2064" y="25543"/>
                  </a:lnTo>
                  <a:lnTo>
                    <a:pt x="2320" y="25998"/>
                  </a:lnTo>
                  <a:lnTo>
                    <a:pt x="2605" y="26468"/>
                  </a:lnTo>
                  <a:lnTo>
                    <a:pt x="2890" y="26923"/>
                  </a:lnTo>
                  <a:lnTo>
                    <a:pt x="3146" y="27293"/>
                  </a:lnTo>
                  <a:lnTo>
                    <a:pt x="3402" y="27649"/>
                  </a:lnTo>
                  <a:lnTo>
                    <a:pt x="3672" y="28005"/>
                  </a:lnTo>
                  <a:lnTo>
                    <a:pt x="3943" y="28346"/>
                  </a:lnTo>
                  <a:lnTo>
                    <a:pt x="4227" y="28688"/>
                  </a:lnTo>
                  <a:lnTo>
                    <a:pt x="4512" y="29015"/>
                  </a:lnTo>
                  <a:lnTo>
                    <a:pt x="4811" y="29328"/>
                  </a:lnTo>
                  <a:lnTo>
                    <a:pt x="5109" y="29641"/>
                  </a:lnTo>
                  <a:lnTo>
                    <a:pt x="5423" y="29940"/>
                  </a:lnTo>
                  <a:lnTo>
                    <a:pt x="5736" y="30239"/>
                  </a:lnTo>
                  <a:lnTo>
                    <a:pt x="6063" y="30523"/>
                  </a:lnTo>
                  <a:lnTo>
                    <a:pt x="6390" y="30794"/>
                  </a:lnTo>
                  <a:lnTo>
                    <a:pt x="6717" y="31064"/>
                  </a:lnTo>
                  <a:lnTo>
                    <a:pt x="7059" y="31320"/>
                  </a:lnTo>
                  <a:lnTo>
                    <a:pt x="7415" y="31562"/>
                  </a:lnTo>
                  <a:lnTo>
                    <a:pt x="7756" y="31804"/>
                  </a:lnTo>
                  <a:lnTo>
                    <a:pt x="8112" y="32032"/>
                  </a:lnTo>
                  <a:lnTo>
                    <a:pt x="8468" y="32259"/>
                  </a:lnTo>
                  <a:lnTo>
                    <a:pt x="8838" y="32458"/>
                  </a:lnTo>
                  <a:lnTo>
                    <a:pt x="9208" y="32672"/>
                  </a:lnTo>
                  <a:lnTo>
                    <a:pt x="9578" y="32857"/>
                  </a:lnTo>
                  <a:lnTo>
                    <a:pt x="9962" y="33042"/>
                  </a:lnTo>
                  <a:lnTo>
                    <a:pt x="10332" y="33213"/>
                  </a:lnTo>
                  <a:lnTo>
                    <a:pt x="10730" y="33383"/>
                  </a:lnTo>
                  <a:lnTo>
                    <a:pt x="11114" y="33540"/>
                  </a:lnTo>
                  <a:lnTo>
                    <a:pt x="11499" y="33682"/>
                  </a:lnTo>
                  <a:lnTo>
                    <a:pt x="11897" y="33810"/>
                  </a:lnTo>
                  <a:lnTo>
                    <a:pt x="12296" y="33938"/>
                  </a:lnTo>
                  <a:lnTo>
                    <a:pt x="12694" y="34066"/>
                  </a:lnTo>
                  <a:lnTo>
                    <a:pt x="13107" y="34166"/>
                  </a:lnTo>
                  <a:lnTo>
                    <a:pt x="13505" y="34266"/>
                  </a:lnTo>
                  <a:lnTo>
                    <a:pt x="13918" y="34351"/>
                  </a:lnTo>
                  <a:lnTo>
                    <a:pt x="14316" y="34436"/>
                  </a:lnTo>
                  <a:lnTo>
                    <a:pt x="14729" y="34508"/>
                  </a:lnTo>
                  <a:lnTo>
                    <a:pt x="15142" y="34565"/>
                  </a:lnTo>
                  <a:lnTo>
                    <a:pt x="15568" y="34607"/>
                  </a:lnTo>
                  <a:lnTo>
                    <a:pt x="15981" y="34650"/>
                  </a:lnTo>
                  <a:lnTo>
                    <a:pt x="16394" y="34678"/>
                  </a:lnTo>
                  <a:lnTo>
                    <a:pt x="16806" y="34693"/>
                  </a:lnTo>
                  <a:lnTo>
                    <a:pt x="17233" y="34707"/>
                  </a:lnTo>
                  <a:lnTo>
                    <a:pt x="17646" y="34707"/>
                  </a:lnTo>
                  <a:lnTo>
                    <a:pt x="18073" y="34693"/>
                  </a:lnTo>
                  <a:lnTo>
                    <a:pt x="18486" y="34678"/>
                  </a:lnTo>
                  <a:lnTo>
                    <a:pt x="18898" y="34636"/>
                  </a:lnTo>
                  <a:lnTo>
                    <a:pt x="19325" y="34607"/>
                  </a:lnTo>
                  <a:lnTo>
                    <a:pt x="19738" y="34550"/>
                  </a:lnTo>
                  <a:lnTo>
                    <a:pt x="20165" y="34493"/>
                  </a:lnTo>
                  <a:lnTo>
                    <a:pt x="20577" y="34422"/>
                  </a:lnTo>
                  <a:lnTo>
                    <a:pt x="20990" y="34337"/>
                  </a:lnTo>
                  <a:lnTo>
                    <a:pt x="21403" y="34237"/>
                  </a:lnTo>
                  <a:lnTo>
                    <a:pt x="21815" y="34138"/>
                  </a:lnTo>
                  <a:lnTo>
                    <a:pt x="22228" y="34024"/>
                  </a:lnTo>
                  <a:lnTo>
                    <a:pt x="22641" y="33896"/>
                  </a:lnTo>
                  <a:lnTo>
                    <a:pt x="23039" y="33768"/>
                  </a:lnTo>
                  <a:lnTo>
                    <a:pt x="23452" y="33625"/>
                  </a:lnTo>
                  <a:lnTo>
                    <a:pt x="23850" y="33469"/>
                  </a:lnTo>
                  <a:lnTo>
                    <a:pt x="24249" y="33298"/>
                  </a:lnTo>
                  <a:lnTo>
                    <a:pt x="24647" y="33127"/>
                  </a:lnTo>
                  <a:lnTo>
                    <a:pt x="25046" y="32928"/>
                  </a:lnTo>
                  <a:lnTo>
                    <a:pt x="25430" y="32729"/>
                  </a:lnTo>
                  <a:lnTo>
                    <a:pt x="25828" y="32530"/>
                  </a:lnTo>
                  <a:lnTo>
                    <a:pt x="26212" y="32302"/>
                  </a:lnTo>
                  <a:lnTo>
                    <a:pt x="26582" y="32074"/>
                  </a:lnTo>
                  <a:lnTo>
                    <a:pt x="26967" y="31832"/>
                  </a:lnTo>
                  <a:lnTo>
                    <a:pt x="27337" y="31576"/>
                  </a:lnTo>
                  <a:lnTo>
                    <a:pt x="27692" y="31320"/>
                  </a:lnTo>
                  <a:lnTo>
                    <a:pt x="28048" y="31050"/>
                  </a:lnTo>
                  <a:lnTo>
                    <a:pt x="28390" y="30779"/>
                  </a:lnTo>
                  <a:lnTo>
                    <a:pt x="28731" y="30495"/>
                  </a:lnTo>
                  <a:lnTo>
                    <a:pt x="29058" y="30210"/>
                  </a:lnTo>
                  <a:lnTo>
                    <a:pt x="29371" y="29911"/>
                  </a:lnTo>
                  <a:lnTo>
                    <a:pt x="29684" y="29612"/>
                  </a:lnTo>
                  <a:lnTo>
                    <a:pt x="29983" y="29299"/>
                  </a:lnTo>
                  <a:lnTo>
                    <a:pt x="30282" y="28986"/>
                  </a:lnTo>
                  <a:lnTo>
                    <a:pt x="30567" y="28659"/>
                  </a:lnTo>
                  <a:lnTo>
                    <a:pt x="30837" y="28332"/>
                  </a:lnTo>
                  <a:lnTo>
                    <a:pt x="31107" y="27990"/>
                  </a:lnTo>
                  <a:lnTo>
                    <a:pt x="31364" y="27663"/>
                  </a:lnTo>
                  <a:lnTo>
                    <a:pt x="31606" y="27307"/>
                  </a:lnTo>
                  <a:lnTo>
                    <a:pt x="31847" y="26966"/>
                  </a:lnTo>
                  <a:lnTo>
                    <a:pt x="32075" y="26610"/>
                  </a:lnTo>
                  <a:lnTo>
                    <a:pt x="32289" y="26254"/>
                  </a:lnTo>
                  <a:lnTo>
                    <a:pt x="32502" y="25884"/>
                  </a:lnTo>
                  <a:lnTo>
                    <a:pt x="32701" y="25514"/>
                  </a:lnTo>
                  <a:lnTo>
                    <a:pt x="32900" y="25144"/>
                  </a:lnTo>
                  <a:lnTo>
                    <a:pt x="33085" y="24760"/>
                  </a:lnTo>
                  <a:lnTo>
                    <a:pt x="33256" y="24376"/>
                  </a:lnTo>
                  <a:lnTo>
                    <a:pt x="33427" y="23992"/>
                  </a:lnTo>
                  <a:lnTo>
                    <a:pt x="33569" y="23607"/>
                  </a:lnTo>
                  <a:lnTo>
                    <a:pt x="33726" y="23223"/>
                  </a:lnTo>
                  <a:lnTo>
                    <a:pt x="33854" y="22825"/>
                  </a:lnTo>
                  <a:lnTo>
                    <a:pt x="33982" y="22426"/>
                  </a:lnTo>
                  <a:lnTo>
                    <a:pt x="34096" y="22028"/>
                  </a:lnTo>
                  <a:lnTo>
                    <a:pt x="34210" y="21615"/>
                  </a:lnTo>
                  <a:lnTo>
                    <a:pt x="34309" y="21217"/>
                  </a:lnTo>
                  <a:lnTo>
                    <a:pt x="34395" y="20804"/>
                  </a:lnTo>
                  <a:lnTo>
                    <a:pt x="34480" y="20406"/>
                  </a:lnTo>
                  <a:lnTo>
                    <a:pt x="34537" y="19993"/>
                  </a:lnTo>
                  <a:lnTo>
                    <a:pt x="34608" y="19580"/>
                  </a:lnTo>
                  <a:lnTo>
                    <a:pt x="34651" y="19153"/>
                  </a:lnTo>
                  <a:lnTo>
                    <a:pt x="34693" y="18741"/>
                  </a:lnTo>
                  <a:lnTo>
                    <a:pt x="34722" y="18328"/>
                  </a:lnTo>
                  <a:lnTo>
                    <a:pt x="34736" y="17915"/>
                  </a:lnTo>
                  <a:lnTo>
                    <a:pt x="34750" y="17489"/>
                  </a:lnTo>
                  <a:lnTo>
                    <a:pt x="34750" y="17076"/>
                  </a:lnTo>
                  <a:lnTo>
                    <a:pt x="34736" y="16649"/>
                  </a:lnTo>
                  <a:lnTo>
                    <a:pt x="34708" y="16236"/>
                  </a:lnTo>
                  <a:lnTo>
                    <a:pt x="34679" y="15824"/>
                  </a:lnTo>
                  <a:lnTo>
                    <a:pt x="34636" y="15397"/>
                  </a:lnTo>
                  <a:lnTo>
                    <a:pt x="34594" y="14984"/>
                  </a:lnTo>
                  <a:lnTo>
                    <a:pt x="34523" y="14557"/>
                  </a:lnTo>
                  <a:lnTo>
                    <a:pt x="34451" y="14145"/>
                  </a:lnTo>
                  <a:lnTo>
                    <a:pt x="34380" y="13732"/>
                  </a:lnTo>
                  <a:lnTo>
                    <a:pt x="34281" y="13319"/>
                  </a:lnTo>
                  <a:lnTo>
                    <a:pt x="34181" y="12907"/>
                  </a:lnTo>
                  <a:lnTo>
                    <a:pt x="34067" y="12494"/>
                  </a:lnTo>
                  <a:lnTo>
                    <a:pt x="33939" y="12081"/>
                  </a:lnTo>
                  <a:lnTo>
                    <a:pt x="33811" y="11683"/>
                  </a:lnTo>
                  <a:lnTo>
                    <a:pt x="33655" y="11270"/>
                  </a:lnTo>
                  <a:lnTo>
                    <a:pt x="33498" y="10872"/>
                  </a:lnTo>
                  <a:lnTo>
                    <a:pt x="33342" y="10473"/>
                  </a:lnTo>
                  <a:lnTo>
                    <a:pt x="33157" y="10075"/>
                  </a:lnTo>
                  <a:lnTo>
                    <a:pt x="32972" y="9676"/>
                  </a:lnTo>
                  <a:lnTo>
                    <a:pt x="32772" y="9292"/>
                  </a:lnTo>
                  <a:lnTo>
                    <a:pt x="32559" y="8894"/>
                  </a:lnTo>
                  <a:lnTo>
                    <a:pt x="32345" y="8510"/>
                  </a:lnTo>
                  <a:lnTo>
                    <a:pt x="32118" y="8140"/>
                  </a:lnTo>
                  <a:lnTo>
                    <a:pt x="31876" y="7755"/>
                  </a:lnTo>
                  <a:lnTo>
                    <a:pt x="31577" y="7328"/>
                  </a:lnTo>
                  <a:lnTo>
                    <a:pt x="31278" y="6916"/>
                  </a:lnTo>
                  <a:lnTo>
                    <a:pt x="30965" y="6517"/>
                  </a:lnTo>
                  <a:lnTo>
                    <a:pt x="30652" y="6119"/>
                  </a:lnTo>
                  <a:lnTo>
                    <a:pt x="30325" y="5749"/>
                  </a:lnTo>
                  <a:lnTo>
                    <a:pt x="29983" y="5379"/>
                  </a:lnTo>
                  <a:lnTo>
                    <a:pt x="29628" y="5009"/>
                  </a:lnTo>
                  <a:lnTo>
                    <a:pt x="29272" y="4667"/>
                  </a:lnTo>
                  <a:lnTo>
                    <a:pt x="28902" y="4326"/>
                  </a:lnTo>
                  <a:lnTo>
                    <a:pt x="28532" y="3999"/>
                  </a:lnTo>
                  <a:lnTo>
                    <a:pt x="28148" y="3686"/>
                  </a:lnTo>
                  <a:lnTo>
                    <a:pt x="27749" y="3387"/>
                  </a:lnTo>
                  <a:lnTo>
                    <a:pt x="27351" y="3102"/>
                  </a:lnTo>
                  <a:lnTo>
                    <a:pt x="26938" y="2818"/>
                  </a:lnTo>
                  <a:lnTo>
                    <a:pt x="26525" y="2547"/>
                  </a:lnTo>
                  <a:lnTo>
                    <a:pt x="26099" y="2291"/>
                  </a:lnTo>
                  <a:lnTo>
                    <a:pt x="25672" y="2049"/>
                  </a:lnTo>
                  <a:lnTo>
                    <a:pt x="25231" y="1821"/>
                  </a:lnTo>
                  <a:lnTo>
                    <a:pt x="24789" y="1608"/>
                  </a:lnTo>
                  <a:lnTo>
                    <a:pt x="24334" y="1409"/>
                  </a:lnTo>
                  <a:lnTo>
                    <a:pt x="23879" y="1210"/>
                  </a:lnTo>
                  <a:lnTo>
                    <a:pt x="23409" y="1039"/>
                  </a:lnTo>
                  <a:lnTo>
                    <a:pt x="22940" y="868"/>
                  </a:lnTo>
                  <a:lnTo>
                    <a:pt x="22470" y="726"/>
                  </a:lnTo>
                  <a:lnTo>
                    <a:pt x="21986" y="583"/>
                  </a:lnTo>
                  <a:lnTo>
                    <a:pt x="21502" y="455"/>
                  </a:lnTo>
                  <a:lnTo>
                    <a:pt x="21004" y="342"/>
                  </a:lnTo>
                  <a:lnTo>
                    <a:pt x="20506" y="256"/>
                  </a:lnTo>
                  <a:lnTo>
                    <a:pt x="20008" y="171"/>
                  </a:lnTo>
                  <a:lnTo>
                    <a:pt x="19510" y="100"/>
                  </a:lnTo>
                  <a:lnTo>
                    <a:pt x="18998" y="43"/>
                  </a:lnTo>
                  <a:lnTo>
                    <a:pt x="184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>
              <a:extLst>
                <a:ext uri="{FF2B5EF4-FFF2-40B4-BE49-F238E27FC236}">
                  <a16:creationId xmlns:a16="http://schemas.microsoft.com/office/drawing/2014/main" id="{C1A5EE85-6ADC-6F7C-A6B6-752888730F62}"/>
                </a:ext>
              </a:extLst>
            </p:cNvPr>
            <p:cNvSpPr/>
            <p:nvPr/>
          </p:nvSpPr>
          <p:spPr>
            <a:xfrm>
              <a:off x="4625084" y="1394790"/>
              <a:ext cx="1099163" cy="964913"/>
            </a:xfrm>
            <a:custGeom>
              <a:avLst/>
              <a:gdLst/>
              <a:ahLst/>
              <a:cxnLst/>
              <a:rect l="l" t="t" r="r" b="b"/>
              <a:pathLst>
                <a:path w="33896" h="29756" extrusionOk="0">
                  <a:moveTo>
                    <a:pt x="27962" y="1"/>
                  </a:moveTo>
                  <a:lnTo>
                    <a:pt x="27621" y="15"/>
                  </a:lnTo>
                  <a:lnTo>
                    <a:pt x="27279" y="58"/>
                  </a:lnTo>
                  <a:lnTo>
                    <a:pt x="27108" y="86"/>
                  </a:lnTo>
                  <a:lnTo>
                    <a:pt x="26938" y="129"/>
                  </a:lnTo>
                  <a:lnTo>
                    <a:pt x="26767" y="186"/>
                  </a:lnTo>
                  <a:lnTo>
                    <a:pt x="26610" y="243"/>
                  </a:lnTo>
                  <a:lnTo>
                    <a:pt x="26440" y="314"/>
                  </a:lnTo>
                  <a:lnTo>
                    <a:pt x="26283" y="399"/>
                  </a:lnTo>
                  <a:lnTo>
                    <a:pt x="26126" y="484"/>
                  </a:lnTo>
                  <a:lnTo>
                    <a:pt x="25970" y="584"/>
                  </a:lnTo>
                  <a:lnTo>
                    <a:pt x="25813" y="684"/>
                  </a:lnTo>
                  <a:lnTo>
                    <a:pt x="25671" y="798"/>
                  </a:lnTo>
                  <a:lnTo>
                    <a:pt x="25543" y="911"/>
                  </a:lnTo>
                  <a:lnTo>
                    <a:pt x="25415" y="1039"/>
                  </a:lnTo>
                  <a:lnTo>
                    <a:pt x="25287" y="1168"/>
                  </a:lnTo>
                  <a:lnTo>
                    <a:pt x="25173" y="1296"/>
                  </a:lnTo>
                  <a:lnTo>
                    <a:pt x="25073" y="1438"/>
                  </a:lnTo>
                  <a:lnTo>
                    <a:pt x="24974" y="1580"/>
                  </a:lnTo>
                  <a:lnTo>
                    <a:pt x="24789" y="1879"/>
                  </a:lnTo>
                  <a:lnTo>
                    <a:pt x="24647" y="2192"/>
                  </a:lnTo>
                  <a:lnTo>
                    <a:pt x="24533" y="2505"/>
                  </a:lnTo>
                  <a:lnTo>
                    <a:pt x="24447" y="2832"/>
                  </a:lnTo>
                  <a:lnTo>
                    <a:pt x="24390" y="3174"/>
                  </a:lnTo>
                  <a:lnTo>
                    <a:pt x="24376" y="3515"/>
                  </a:lnTo>
                  <a:lnTo>
                    <a:pt x="24390" y="3857"/>
                  </a:lnTo>
                  <a:lnTo>
                    <a:pt x="24433" y="4198"/>
                  </a:lnTo>
                  <a:lnTo>
                    <a:pt x="24476" y="4369"/>
                  </a:lnTo>
                  <a:lnTo>
                    <a:pt x="24518" y="4540"/>
                  </a:lnTo>
                  <a:lnTo>
                    <a:pt x="24575" y="4711"/>
                  </a:lnTo>
                  <a:lnTo>
                    <a:pt x="24632" y="4867"/>
                  </a:lnTo>
                  <a:lnTo>
                    <a:pt x="24703" y="5038"/>
                  </a:lnTo>
                  <a:lnTo>
                    <a:pt x="24775" y="5195"/>
                  </a:lnTo>
                  <a:lnTo>
                    <a:pt x="24874" y="5351"/>
                  </a:lnTo>
                  <a:lnTo>
                    <a:pt x="24960" y="5508"/>
                  </a:lnTo>
                  <a:lnTo>
                    <a:pt x="25273" y="5991"/>
                  </a:lnTo>
                  <a:lnTo>
                    <a:pt x="25543" y="6475"/>
                  </a:lnTo>
                  <a:lnTo>
                    <a:pt x="25785" y="6988"/>
                  </a:lnTo>
                  <a:lnTo>
                    <a:pt x="25998" y="7486"/>
                  </a:lnTo>
                  <a:lnTo>
                    <a:pt x="26198" y="7998"/>
                  </a:lnTo>
                  <a:lnTo>
                    <a:pt x="26354" y="8524"/>
                  </a:lnTo>
                  <a:lnTo>
                    <a:pt x="26496" y="9051"/>
                  </a:lnTo>
                  <a:lnTo>
                    <a:pt x="26610" y="9577"/>
                  </a:lnTo>
                  <a:lnTo>
                    <a:pt x="26696" y="10104"/>
                  </a:lnTo>
                  <a:lnTo>
                    <a:pt x="26753" y="10630"/>
                  </a:lnTo>
                  <a:lnTo>
                    <a:pt x="26781" y="11171"/>
                  </a:lnTo>
                  <a:lnTo>
                    <a:pt x="26795" y="11698"/>
                  </a:lnTo>
                  <a:lnTo>
                    <a:pt x="26781" y="12238"/>
                  </a:lnTo>
                  <a:lnTo>
                    <a:pt x="26738" y="12765"/>
                  </a:lnTo>
                  <a:lnTo>
                    <a:pt x="26667" y="13291"/>
                  </a:lnTo>
                  <a:lnTo>
                    <a:pt x="26568" y="13818"/>
                  </a:lnTo>
                  <a:lnTo>
                    <a:pt x="26454" y="14330"/>
                  </a:lnTo>
                  <a:lnTo>
                    <a:pt x="26311" y="14842"/>
                  </a:lnTo>
                  <a:lnTo>
                    <a:pt x="26141" y="15341"/>
                  </a:lnTo>
                  <a:lnTo>
                    <a:pt x="25956" y="15839"/>
                  </a:lnTo>
                  <a:lnTo>
                    <a:pt x="25742" y="16337"/>
                  </a:lnTo>
                  <a:lnTo>
                    <a:pt x="25500" y="16806"/>
                  </a:lnTo>
                  <a:lnTo>
                    <a:pt x="25230" y="17276"/>
                  </a:lnTo>
                  <a:lnTo>
                    <a:pt x="24945" y="17731"/>
                  </a:lnTo>
                  <a:lnTo>
                    <a:pt x="24632" y="18172"/>
                  </a:lnTo>
                  <a:lnTo>
                    <a:pt x="24305" y="18599"/>
                  </a:lnTo>
                  <a:lnTo>
                    <a:pt x="23949" y="19012"/>
                  </a:lnTo>
                  <a:lnTo>
                    <a:pt x="23579" y="19410"/>
                  </a:lnTo>
                  <a:lnTo>
                    <a:pt x="23181" y="19795"/>
                  </a:lnTo>
                  <a:lnTo>
                    <a:pt x="22754" y="20150"/>
                  </a:lnTo>
                  <a:lnTo>
                    <a:pt x="22313" y="20506"/>
                  </a:lnTo>
                  <a:lnTo>
                    <a:pt x="21843" y="20833"/>
                  </a:lnTo>
                  <a:lnTo>
                    <a:pt x="21359" y="21132"/>
                  </a:lnTo>
                  <a:lnTo>
                    <a:pt x="20876" y="21402"/>
                  </a:lnTo>
                  <a:lnTo>
                    <a:pt x="20363" y="21644"/>
                  </a:lnTo>
                  <a:lnTo>
                    <a:pt x="19865" y="21872"/>
                  </a:lnTo>
                  <a:lnTo>
                    <a:pt x="19353" y="22057"/>
                  </a:lnTo>
                  <a:lnTo>
                    <a:pt x="18827" y="22228"/>
                  </a:lnTo>
                  <a:lnTo>
                    <a:pt x="18300" y="22356"/>
                  </a:lnTo>
                  <a:lnTo>
                    <a:pt x="17773" y="22470"/>
                  </a:lnTo>
                  <a:lnTo>
                    <a:pt x="17247" y="22555"/>
                  </a:lnTo>
                  <a:lnTo>
                    <a:pt x="16720" y="22612"/>
                  </a:lnTo>
                  <a:lnTo>
                    <a:pt x="16180" y="22655"/>
                  </a:lnTo>
                  <a:lnTo>
                    <a:pt x="15653" y="22655"/>
                  </a:lnTo>
                  <a:lnTo>
                    <a:pt x="15113" y="22640"/>
                  </a:lnTo>
                  <a:lnTo>
                    <a:pt x="14586" y="22598"/>
                  </a:lnTo>
                  <a:lnTo>
                    <a:pt x="14059" y="22527"/>
                  </a:lnTo>
                  <a:lnTo>
                    <a:pt x="13533" y="22427"/>
                  </a:lnTo>
                  <a:lnTo>
                    <a:pt x="13021" y="22313"/>
                  </a:lnTo>
                  <a:lnTo>
                    <a:pt x="12508" y="22171"/>
                  </a:lnTo>
                  <a:lnTo>
                    <a:pt x="12010" y="22000"/>
                  </a:lnTo>
                  <a:lnTo>
                    <a:pt x="11512" y="21815"/>
                  </a:lnTo>
                  <a:lnTo>
                    <a:pt x="11014" y="21602"/>
                  </a:lnTo>
                  <a:lnTo>
                    <a:pt x="10545" y="21360"/>
                  </a:lnTo>
                  <a:lnTo>
                    <a:pt x="10075" y="21089"/>
                  </a:lnTo>
                  <a:lnTo>
                    <a:pt x="9620" y="20805"/>
                  </a:lnTo>
                  <a:lnTo>
                    <a:pt x="9179" y="20506"/>
                  </a:lnTo>
                  <a:lnTo>
                    <a:pt x="8752" y="20164"/>
                  </a:lnTo>
                  <a:lnTo>
                    <a:pt x="8339" y="19809"/>
                  </a:lnTo>
                  <a:lnTo>
                    <a:pt x="7941" y="19439"/>
                  </a:lnTo>
                  <a:lnTo>
                    <a:pt x="7556" y="19040"/>
                  </a:lnTo>
                  <a:lnTo>
                    <a:pt x="7201" y="18613"/>
                  </a:lnTo>
                  <a:lnTo>
                    <a:pt x="6845" y="18172"/>
                  </a:lnTo>
                  <a:lnTo>
                    <a:pt x="6518" y="17703"/>
                  </a:lnTo>
                  <a:lnTo>
                    <a:pt x="6418" y="17560"/>
                  </a:lnTo>
                  <a:lnTo>
                    <a:pt x="6304" y="17418"/>
                  </a:lnTo>
                  <a:lnTo>
                    <a:pt x="6190" y="17276"/>
                  </a:lnTo>
                  <a:lnTo>
                    <a:pt x="6062" y="17148"/>
                  </a:lnTo>
                  <a:lnTo>
                    <a:pt x="5934" y="17020"/>
                  </a:lnTo>
                  <a:lnTo>
                    <a:pt x="5806" y="16906"/>
                  </a:lnTo>
                  <a:lnTo>
                    <a:pt x="5664" y="16806"/>
                  </a:lnTo>
                  <a:lnTo>
                    <a:pt x="5522" y="16707"/>
                  </a:lnTo>
                  <a:lnTo>
                    <a:pt x="5237" y="16522"/>
                  </a:lnTo>
                  <a:lnTo>
                    <a:pt x="4924" y="16379"/>
                  </a:lnTo>
                  <a:lnTo>
                    <a:pt x="4597" y="16265"/>
                  </a:lnTo>
                  <a:lnTo>
                    <a:pt x="4269" y="16180"/>
                  </a:lnTo>
                  <a:lnTo>
                    <a:pt x="3928" y="16137"/>
                  </a:lnTo>
                  <a:lnTo>
                    <a:pt x="3586" y="16109"/>
                  </a:lnTo>
                  <a:lnTo>
                    <a:pt x="3245" y="16123"/>
                  </a:lnTo>
                  <a:lnTo>
                    <a:pt x="2903" y="16166"/>
                  </a:lnTo>
                  <a:lnTo>
                    <a:pt x="2733" y="16209"/>
                  </a:lnTo>
                  <a:lnTo>
                    <a:pt x="2576" y="16251"/>
                  </a:lnTo>
                  <a:lnTo>
                    <a:pt x="2405" y="16308"/>
                  </a:lnTo>
                  <a:lnTo>
                    <a:pt x="2234" y="16365"/>
                  </a:lnTo>
                  <a:lnTo>
                    <a:pt x="2078" y="16436"/>
                  </a:lnTo>
                  <a:lnTo>
                    <a:pt x="1907" y="16522"/>
                  </a:lnTo>
                  <a:lnTo>
                    <a:pt x="1751" y="16607"/>
                  </a:lnTo>
                  <a:lnTo>
                    <a:pt x="1594" y="16707"/>
                  </a:lnTo>
                  <a:lnTo>
                    <a:pt x="1452" y="16806"/>
                  </a:lnTo>
                  <a:lnTo>
                    <a:pt x="1310" y="16920"/>
                  </a:lnTo>
                  <a:lnTo>
                    <a:pt x="1167" y="17034"/>
                  </a:lnTo>
                  <a:lnTo>
                    <a:pt x="1039" y="17162"/>
                  </a:lnTo>
                  <a:lnTo>
                    <a:pt x="925" y="17290"/>
                  </a:lnTo>
                  <a:lnTo>
                    <a:pt x="811" y="17418"/>
                  </a:lnTo>
                  <a:lnTo>
                    <a:pt x="698" y="17560"/>
                  </a:lnTo>
                  <a:lnTo>
                    <a:pt x="598" y="17703"/>
                  </a:lnTo>
                  <a:lnTo>
                    <a:pt x="427" y="17987"/>
                  </a:lnTo>
                  <a:lnTo>
                    <a:pt x="271" y="18300"/>
                  </a:lnTo>
                  <a:lnTo>
                    <a:pt x="157" y="18628"/>
                  </a:lnTo>
                  <a:lnTo>
                    <a:pt x="72" y="18955"/>
                  </a:lnTo>
                  <a:lnTo>
                    <a:pt x="29" y="19296"/>
                  </a:lnTo>
                  <a:lnTo>
                    <a:pt x="0" y="19638"/>
                  </a:lnTo>
                  <a:lnTo>
                    <a:pt x="15" y="19979"/>
                  </a:lnTo>
                  <a:lnTo>
                    <a:pt x="72" y="20321"/>
                  </a:lnTo>
                  <a:lnTo>
                    <a:pt x="100" y="20492"/>
                  </a:lnTo>
                  <a:lnTo>
                    <a:pt x="143" y="20648"/>
                  </a:lnTo>
                  <a:lnTo>
                    <a:pt x="200" y="20819"/>
                  </a:lnTo>
                  <a:lnTo>
                    <a:pt x="256" y="20990"/>
                  </a:lnTo>
                  <a:lnTo>
                    <a:pt x="328" y="21146"/>
                  </a:lnTo>
                  <a:lnTo>
                    <a:pt x="413" y="21317"/>
                  </a:lnTo>
                  <a:lnTo>
                    <a:pt x="498" y="21474"/>
                  </a:lnTo>
                  <a:lnTo>
                    <a:pt x="598" y="21630"/>
                  </a:lnTo>
                  <a:lnTo>
                    <a:pt x="854" y="22014"/>
                  </a:lnTo>
                  <a:lnTo>
                    <a:pt x="1125" y="22384"/>
                  </a:lnTo>
                  <a:lnTo>
                    <a:pt x="1409" y="22754"/>
                  </a:lnTo>
                  <a:lnTo>
                    <a:pt x="1694" y="23124"/>
                  </a:lnTo>
                  <a:lnTo>
                    <a:pt x="1993" y="23466"/>
                  </a:lnTo>
                  <a:lnTo>
                    <a:pt x="2291" y="23807"/>
                  </a:lnTo>
                  <a:lnTo>
                    <a:pt x="2604" y="24149"/>
                  </a:lnTo>
                  <a:lnTo>
                    <a:pt x="2917" y="24476"/>
                  </a:lnTo>
                  <a:lnTo>
                    <a:pt x="3245" y="24789"/>
                  </a:lnTo>
                  <a:lnTo>
                    <a:pt x="3572" y="25088"/>
                  </a:lnTo>
                  <a:lnTo>
                    <a:pt x="3914" y="25387"/>
                  </a:lnTo>
                  <a:lnTo>
                    <a:pt x="4255" y="25671"/>
                  </a:lnTo>
                  <a:lnTo>
                    <a:pt x="4597" y="25956"/>
                  </a:lnTo>
                  <a:lnTo>
                    <a:pt x="4952" y="26212"/>
                  </a:lnTo>
                  <a:lnTo>
                    <a:pt x="5322" y="26483"/>
                  </a:lnTo>
                  <a:lnTo>
                    <a:pt x="5678" y="26724"/>
                  </a:lnTo>
                  <a:lnTo>
                    <a:pt x="6062" y="26966"/>
                  </a:lnTo>
                  <a:lnTo>
                    <a:pt x="6432" y="27194"/>
                  </a:lnTo>
                  <a:lnTo>
                    <a:pt x="6816" y="27422"/>
                  </a:lnTo>
                  <a:lnTo>
                    <a:pt x="7201" y="27635"/>
                  </a:lnTo>
                  <a:lnTo>
                    <a:pt x="7585" y="27834"/>
                  </a:lnTo>
                  <a:lnTo>
                    <a:pt x="7983" y="28019"/>
                  </a:lnTo>
                  <a:lnTo>
                    <a:pt x="8382" y="28204"/>
                  </a:lnTo>
                  <a:lnTo>
                    <a:pt x="8780" y="28375"/>
                  </a:lnTo>
                  <a:lnTo>
                    <a:pt x="9193" y="28532"/>
                  </a:lnTo>
                  <a:lnTo>
                    <a:pt x="9606" y="28688"/>
                  </a:lnTo>
                  <a:lnTo>
                    <a:pt x="10018" y="28831"/>
                  </a:lnTo>
                  <a:lnTo>
                    <a:pt x="10431" y="28959"/>
                  </a:lnTo>
                  <a:lnTo>
                    <a:pt x="10844" y="29087"/>
                  </a:lnTo>
                  <a:lnTo>
                    <a:pt x="11270" y="29200"/>
                  </a:lnTo>
                  <a:lnTo>
                    <a:pt x="11697" y="29300"/>
                  </a:lnTo>
                  <a:lnTo>
                    <a:pt x="12124" y="29400"/>
                  </a:lnTo>
                  <a:lnTo>
                    <a:pt x="12551" y="29471"/>
                  </a:lnTo>
                  <a:lnTo>
                    <a:pt x="12978" y="29542"/>
                  </a:lnTo>
                  <a:lnTo>
                    <a:pt x="13405" y="29613"/>
                  </a:lnTo>
                  <a:lnTo>
                    <a:pt x="13846" y="29656"/>
                  </a:lnTo>
                  <a:lnTo>
                    <a:pt x="14273" y="29699"/>
                  </a:lnTo>
                  <a:lnTo>
                    <a:pt x="14714" y="29727"/>
                  </a:lnTo>
                  <a:lnTo>
                    <a:pt x="15155" y="29755"/>
                  </a:lnTo>
                  <a:lnTo>
                    <a:pt x="16464" y="29755"/>
                  </a:lnTo>
                  <a:lnTo>
                    <a:pt x="16905" y="29727"/>
                  </a:lnTo>
                  <a:lnTo>
                    <a:pt x="17332" y="29699"/>
                  </a:lnTo>
                  <a:lnTo>
                    <a:pt x="17773" y="29656"/>
                  </a:lnTo>
                  <a:lnTo>
                    <a:pt x="18215" y="29599"/>
                  </a:lnTo>
                  <a:lnTo>
                    <a:pt x="18642" y="29528"/>
                  </a:lnTo>
                  <a:lnTo>
                    <a:pt x="19083" y="29457"/>
                  </a:lnTo>
                  <a:lnTo>
                    <a:pt x="19524" y="29371"/>
                  </a:lnTo>
                  <a:lnTo>
                    <a:pt x="19951" y="29272"/>
                  </a:lnTo>
                  <a:lnTo>
                    <a:pt x="20378" y="29172"/>
                  </a:lnTo>
                  <a:lnTo>
                    <a:pt x="20819" y="29044"/>
                  </a:lnTo>
                  <a:lnTo>
                    <a:pt x="21246" y="28916"/>
                  </a:lnTo>
                  <a:lnTo>
                    <a:pt x="21658" y="28774"/>
                  </a:lnTo>
                  <a:lnTo>
                    <a:pt x="22085" y="28631"/>
                  </a:lnTo>
                  <a:lnTo>
                    <a:pt x="22512" y="28461"/>
                  </a:lnTo>
                  <a:lnTo>
                    <a:pt x="22925" y="28290"/>
                  </a:lnTo>
                  <a:lnTo>
                    <a:pt x="23337" y="28105"/>
                  </a:lnTo>
                  <a:lnTo>
                    <a:pt x="23750" y="27906"/>
                  </a:lnTo>
                  <a:lnTo>
                    <a:pt x="24163" y="27692"/>
                  </a:lnTo>
                  <a:lnTo>
                    <a:pt x="24575" y="27479"/>
                  </a:lnTo>
                  <a:lnTo>
                    <a:pt x="24974" y="27251"/>
                  </a:lnTo>
                  <a:lnTo>
                    <a:pt x="25372" y="27009"/>
                  </a:lnTo>
                  <a:lnTo>
                    <a:pt x="25756" y="26753"/>
                  </a:lnTo>
                  <a:lnTo>
                    <a:pt x="26155" y="26497"/>
                  </a:lnTo>
                  <a:lnTo>
                    <a:pt x="26525" y="26226"/>
                  </a:lnTo>
                  <a:lnTo>
                    <a:pt x="26895" y="25942"/>
                  </a:lnTo>
                  <a:lnTo>
                    <a:pt x="27251" y="25657"/>
                  </a:lnTo>
                  <a:lnTo>
                    <a:pt x="27606" y="25358"/>
                  </a:lnTo>
                  <a:lnTo>
                    <a:pt x="27948" y="25060"/>
                  </a:lnTo>
                  <a:lnTo>
                    <a:pt x="28289" y="24747"/>
                  </a:lnTo>
                  <a:lnTo>
                    <a:pt x="28602" y="24433"/>
                  </a:lnTo>
                  <a:lnTo>
                    <a:pt x="28916" y="24106"/>
                  </a:lnTo>
                  <a:lnTo>
                    <a:pt x="29229" y="23779"/>
                  </a:lnTo>
                  <a:lnTo>
                    <a:pt x="29527" y="23437"/>
                  </a:lnTo>
                  <a:lnTo>
                    <a:pt x="29812" y="23096"/>
                  </a:lnTo>
                  <a:lnTo>
                    <a:pt x="30082" y="22754"/>
                  </a:lnTo>
                  <a:lnTo>
                    <a:pt x="30353" y="22399"/>
                  </a:lnTo>
                  <a:lnTo>
                    <a:pt x="30609" y="22029"/>
                  </a:lnTo>
                  <a:lnTo>
                    <a:pt x="30865" y="21673"/>
                  </a:lnTo>
                  <a:lnTo>
                    <a:pt x="31107" y="21289"/>
                  </a:lnTo>
                  <a:lnTo>
                    <a:pt x="31335" y="20919"/>
                  </a:lnTo>
                  <a:lnTo>
                    <a:pt x="31562" y="20534"/>
                  </a:lnTo>
                  <a:lnTo>
                    <a:pt x="31761" y="20150"/>
                  </a:lnTo>
                  <a:lnTo>
                    <a:pt x="31961" y="19766"/>
                  </a:lnTo>
                  <a:lnTo>
                    <a:pt x="32160" y="19368"/>
                  </a:lnTo>
                  <a:lnTo>
                    <a:pt x="32345" y="18969"/>
                  </a:lnTo>
                  <a:lnTo>
                    <a:pt x="32516" y="18571"/>
                  </a:lnTo>
                  <a:lnTo>
                    <a:pt x="32672" y="18158"/>
                  </a:lnTo>
                  <a:lnTo>
                    <a:pt x="32829" y="17745"/>
                  </a:lnTo>
                  <a:lnTo>
                    <a:pt x="32971" y="17333"/>
                  </a:lnTo>
                  <a:lnTo>
                    <a:pt x="33099" y="16920"/>
                  </a:lnTo>
                  <a:lnTo>
                    <a:pt x="33227" y="16507"/>
                  </a:lnTo>
                  <a:lnTo>
                    <a:pt x="33341" y="16080"/>
                  </a:lnTo>
                  <a:lnTo>
                    <a:pt x="33441" y="15654"/>
                  </a:lnTo>
                  <a:lnTo>
                    <a:pt x="33526" y="15227"/>
                  </a:lnTo>
                  <a:lnTo>
                    <a:pt x="33611" y="14800"/>
                  </a:lnTo>
                  <a:lnTo>
                    <a:pt x="33683" y="14373"/>
                  </a:lnTo>
                  <a:lnTo>
                    <a:pt x="33754" y="13946"/>
                  </a:lnTo>
                  <a:lnTo>
                    <a:pt x="33796" y="13505"/>
                  </a:lnTo>
                  <a:lnTo>
                    <a:pt x="33839" y="13078"/>
                  </a:lnTo>
                  <a:lnTo>
                    <a:pt x="33868" y="12637"/>
                  </a:lnTo>
                  <a:lnTo>
                    <a:pt x="33896" y="12196"/>
                  </a:lnTo>
                  <a:lnTo>
                    <a:pt x="33896" y="11769"/>
                  </a:lnTo>
                  <a:lnTo>
                    <a:pt x="33896" y="11328"/>
                  </a:lnTo>
                  <a:lnTo>
                    <a:pt x="33882" y="10887"/>
                  </a:lnTo>
                  <a:lnTo>
                    <a:pt x="33868" y="10445"/>
                  </a:lnTo>
                  <a:lnTo>
                    <a:pt x="33839" y="10019"/>
                  </a:lnTo>
                  <a:lnTo>
                    <a:pt x="33796" y="9577"/>
                  </a:lnTo>
                  <a:lnTo>
                    <a:pt x="33739" y="9136"/>
                  </a:lnTo>
                  <a:lnTo>
                    <a:pt x="33668" y="8709"/>
                  </a:lnTo>
                  <a:lnTo>
                    <a:pt x="33597" y="8268"/>
                  </a:lnTo>
                  <a:lnTo>
                    <a:pt x="33512" y="7827"/>
                  </a:lnTo>
                  <a:lnTo>
                    <a:pt x="33412" y="7400"/>
                  </a:lnTo>
                  <a:lnTo>
                    <a:pt x="33298" y="6973"/>
                  </a:lnTo>
                  <a:lnTo>
                    <a:pt x="33184" y="6532"/>
                  </a:lnTo>
                  <a:lnTo>
                    <a:pt x="33056" y="6105"/>
                  </a:lnTo>
                  <a:lnTo>
                    <a:pt x="32914" y="5678"/>
                  </a:lnTo>
                  <a:lnTo>
                    <a:pt x="32758" y="5266"/>
                  </a:lnTo>
                  <a:lnTo>
                    <a:pt x="32601" y="4839"/>
                  </a:lnTo>
                  <a:lnTo>
                    <a:pt x="32430" y="4426"/>
                  </a:lnTo>
                  <a:lnTo>
                    <a:pt x="32245" y="4014"/>
                  </a:lnTo>
                  <a:lnTo>
                    <a:pt x="32046" y="3601"/>
                  </a:lnTo>
                  <a:lnTo>
                    <a:pt x="31833" y="3188"/>
                  </a:lnTo>
                  <a:lnTo>
                    <a:pt x="31619" y="2776"/>
                  </a:lnTo>
                  <a:lnTo>
                    <a:pt x="31392" y="2377"/>
                  </a:lnTo>
                  <a:lnTo>
                    <a:pt x="31150" y="1979"/>
                  </a:lnTo>
                  <a:lnTo>
                    <a:pt x="30893" y="1594"/>
                  </a:lnTo>
                  <a:lnTo>
                    <a:pt x="30794" y="1438"/>
                  </a:lnTo>
                  <a:lnTo>
                    <a:pt x="30680" y="1296"/>
                  </a:lnTo>
                  <a:lnTo>
                    <a:pt x="30566" y="1153"/>
                  </a:lnTo>
                  <a:lnTo>
                    <a:pt x="30438" y="1025"/>
                  </a:lnTo>
                  <a:lnTo>
                    <a:pt x="30310" y="911"/>
                  </a:lnTo>
                  <a:lnTo>
                    <a:pt x="30182" y="798"/>
                  </a:lnTo>
                  <a:lnTo>
                    <a:pt x="30040" y="684"/>
                  </a:lnTo>
                  <a:lnTo>
                    <a:pt x="29897" y="584"/>
                  </a:lnTo>
                  <a:lnTo>
                    <a:pt x="29599" y="413"/>
                  </a:lnTo>
                  <a:lnTo>
                    <a:pt x="29285" y="271"/>
                  </a:lnTo>
                  <a:lnTo>
                    <a:pt x="28972" y="157"/>
                  </a:lnTo>
                  <a:lnTo>
                    <a:pt x="28645" y="72"/>
                  </a:lnTo>
                  <a:lnTo>
                    <a:pt x="28304" y="15"/>
                  </a:lnTo>
                  <a:lnTo>
                    <a:pt x="279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>
              <a:extLst>
                <a:ext uri="{FF2B5EF4-FFF2-40B4-BE49-F238E27FC236}">
                  <a16:creationId xmlns:a16="http://schemas.microsoft.com/office/drawing/2014/main" id="{38578175-F578-09AD-ABCF-4A11F2F614CD}"/>
                </a:ext>
              </a:extLst>
            </p:cNvPr>
            <p:cNvSpPr/>
            <p:nvPr/>
          </p:nvSpPr>
          <p:spPr>
            <a:xfrm>
              <a:off x="5651770" y="3750004"/>
              <a:ext cx="606362" cy="981970"/>
            </a:xfrm>
            <a:custGeom>
              <a:avLst/>
              <a:gdLst/>
              <a:ahLst/>
              <a:cxnLst/>
              <a:rect l="l" t="t" r="r" b="b"/>
              <a:pathLst>
                <a:path w="18699" h="30282" extrusionOk="0">
                  <a:moveTo>
                    <a:pt x="8880" y="0"/>
                  </a:moveTo>
                  <a:lnTo>
                    <a:pt x="8397" y="43"/>
                  </a:lnTo>
                  <a:lnTo>
                    <a:pt x="7927" y="100"/>
                  </a:lnTo>
                  <a:lnTo>
                    <a:pt x="7472" y="185"/>
                  </a:lnTo>
                  <a:lnTo>
                    <a:pt x="7016" y="285"/>
                  </a:lnTo>
                  <a:lnTo>
                    <a:pt x="6575" y="413"/>
                  </a:lnTo>
                  <a:lnTo>
                    <a:pt x="6148" y="569"/>
                  </a:lnTo>
                  <a:lnTo>
                    <a:pt x="5721" y="726"/>
                  </a:lnTo>
                  <a:lnTo>
                    <a:pt x="5309" y="911"/>
                  </a:lnTo>
                  <a:lnTo>
                    <a:pt x="4896" y="1124"/>
                  </a:lnTo>
                  <a:lnTo>
                    <a:pt x="4512" y="1352"/>
                  </a:lnTo>
                  <a:lnTo>
                    <a:pt x="4128" y="1594"/>
                  </a:lnTo>
                  <a:lnTo>
                    <a:pt x="3758" y="1850"/>
                  </a:lnTo>
                  <a:lnTo>
                    <a:pt x="3416" y="2135"/>
                  </a:lnTo>
                  <a:lnTo>
                    <a:pt x="3075" y="2419"/>
                  </a:lnTo>
                  <a:lnTo>
                    <a:pt x="2747" y="2732"/>
                  </a:lnTo>
                  <a:lnTo>
                    <a:pt x="2434" y="3060"/>
                  </a:lnTo>
                  <a:lnTo>
                    <a:pt x="2135" y="3401"/>
                  </a:lnTo>
                  <a:lnTo>
                    <a:pt x="1865" y="3757"/>
                  </a:lnTo>
                  <a:lnTo>
                    <a:pt x="1609" y="4113"/>
                  </a:lnTo>
                  <a:lnTo>
                    <a:pt x="1367" y="4497"/>
                  </a:lnTo>
                  <a:lnTo>
                    <a:pt x="1139" y="4881"/>
                  </a:lnTo>
                  <a:lnTo>
                    <a:pt x="926" y="5294"/>
                  </a:lnTo>
                  <a:lnTo>
                    <a:pt x="741" y="5706"/>
                  </a:lnTo>
                  <a:lnTo>
                    <a:pt x="570" y="6133"/>
                  </a:lnTo>
                  <a:lnTo>
                    <a:pt x="428" y="6560"/>
                  </a:lnTo>
                  <a:lnTo>
                    <a:pt x="300" y="7001"/>
                  </a:lnTo>
                  <a:lnTo>
                    <a:pt x="200" y="7457"/>
                  </a:lnTo>
                  <a:lnTo>
                    <a:pt x="115" y="7926"/>
                  </a:lnTo>
                  <a:lnTo>
                    <a:pt x="58" y="8382"/>
                  </a:lnTo>
                  <a:lnTo>
                    <a:pt x="15" y="8865"/>
                  </a:lnTo>
                  <a:lnTo>
                    <a:pt x="1" y="9349"/>
                  </a:lnTo>
                  <a:lnTo>
                    <a:pt x="1" y="20932"/>
                  </a:lnTo>
                  <a:lnTo>
                    <a:pt x="15" y="21416"/>
                  </a:lnTo>
                  <a:lnTo>
                    <a:pt x="58" y="21900"/>
                  </a:lnTo>
                  <a:lnTo>
                    <a:pt x="115" y="22355"/>
                  </a:lnTo>
                  <a:lnTo>
                    <a:pt x="200" y="22825"/>
                  </a:lnTo>
                  <a:lnTo>
                    <a:pt x="300" y="23280"/>
                  </a:lnTo>
                  <a:lnTo>
                    <a:pt x="428" y="23722"/>
                  </a:lnTo>
                  <a:lnTo>
                    <a:pt x="570" y="24148"/>
                  </a:lnTo>
                  <a:lnTo>
                    <a:pt x="741" y="24575"/>
                  </a:lnTo>
                  <a:lnTo>
                    <a:pt x="926" y="24988"/>
                  </a:lnTo>
                  <a:lnTo>
                    <a:pt x="1139" y="25386"/>
                  </a:lnTo>
                  <a:lnTo>
                    <a:pt x="1367" y="25785"/>
                  </a:lnTo>
                  <a:lnTo>
                    <a:pt x="1609" y="26169"/>
                  </a:lnTo>
                  <a:lnTo>
                    <a:pt x="1865" y="26525"/>
                  </a:lnTo>
                  <a:lnTo>
                    <a:pt x="2135" y="26881"/>
                  </a:lnTo>
                  <a:lnTo>
                    <a:pt x="2434" y="27222"/>
                  </a:lnTo>
                  <a:lnTo>
                    <a:pt x="2747" y="27549"/>
                  </a:lnTo>
                  <a:lnTo>
                    <a:pt x="3075" y="27862"/>
                  </a:lnTo>
                  <a:lnTo>
                    <a:pt x="3416" y="28147"/>
                  </a:lnTo>
                  <a:lnTo>
                    <a:pt x="3758" y="28432"/>
                  </a:lnTo>
                  <a:lnTo>
                    <a:pt x="4128" y="28688"/>
                  </a:lnTo>
                  <a:lnTo>
                    <a:pt x="4512" y="28930"/>
                  </a:lnTo>
                  <a:lnTo>
                    <a:pt x="4896" y="29157"/>
                  </a:lnTo>
                  <a:lnTo>
                    <a:pt x="5309" y="29371"/>
                  </a:lnTo>
                  <a:lnTo>
                    <a:pt x="5721" y="29556"/>
                  </a:lnTo>
                  <a:lnTo>
                    <a:pt x="6148" y="29712"/>
                  </a:lnTo>
                  <a:lnTo>
                    <a:pt x="6575" y="29869"/>
                  </a:lnTo>
                  <a:lnTo>
                    <a:pt x="7016" y="29997"/>
                  </a:lnTo>
                  <a:lnTo>
                    <a:pt x="7472" y="30097"/>
                  </a:lnTo>
                  <a:lnTo>
                    <a:pt x="7927" y="30182"/>
                  </a:lnTo>
                  <a:lnTo>
                    <a:pt x="8397" y="30239"/>
                  </a:lnTo>
                  <a:lnTo>
                    <a:pt x="8880" y="30267"/>
                  </a:lnTo>
                  <a:lnTo>
                    <a:pt x="9350" y="30282"/>
                  </a:lnTo>
                  <a:lnTo>
                    <a:pt x="9834" y="30267"/>
                  </a:lnTo>
                  <a:lnTo>
                    <a:pt x="10318" y="30239"/>
                  </a:lnTo>
                  <a:lnTo>
                    <a:pt x="10773" y="30182"/>
                  </a:lnTo>
                  <a:lnTo>
                    <a:pt x="11242" y="30097"/>
                  </a:lnTo>
                  <a:lnTo>
                    <a:pt x="11698" y="29997"/>
                  </a:lnTo>
                  <a:lnTo>
                    <a:pt x="12139" y="29869"/>
                  </a:lnTo>
                  <a:lnTo>
                    <a:pt x="12566" y="29712"/>
                  </a:lnTo>
                  <a:lnTo>
                    <a:pt x="12993" y="29556"/>
                  </a:lnTo>
                  <a:lnTo>
                    <a:pt x="13405" y="29371"/>
                  </a:lnTo>
                  <a:lnTo>
                    <a:pt x="13818" y="29157"/>
                  </a:lnTo>
                  <a:lnTo>
                    <a:pt x="14202" y="28930"/>
                  </a:lnTo>
                  <a:lnTo>
                    <a:pt x="14587" y="28688"/>
                  </a:lnTo>
                  <a:lnTo>
                    <a:pt x="14942" y="28432"/>
                  </a:lnTo>
                  <a:lnTo>
                    <a:pt x="15298" y="28147"/>
                  </a:lnTo>
                  <a:lnTo>
                    <a:pt x="15640" y="27862"/>
                  </a:lnTo>
                  <a:lnTo>
                    <a:pt x="15967" y="27549"/>
                  </a:lnTo>
                  <a:lnTo>
                    <a:pt x="16280" y="27222"/>
                  </a:lnTo>
                  <a:lnTo>
                    <a:pt x="16564" y="26881"/>
                  </a:lnTo>
                  <a:lnTo>
                    <a:pt x="16849" y="26525"/>
                  </a:lnTo>
                  <a:lnTo>
                    <a:pt x="17105" y="26169"/>
                  </a:lnTo>
                  <a:lnTo>
                    <a:pt x="17347" y="25785"/>
                  </a:lnTo>
                  <a:lnTo>
                    <a:pt x="17575" y="25386"/>
                  </a:lnTo>
                  <a:lnTo>
                    <a:pt x="17788" y="24988"/>
                  </a:lnTo>
                  <a:lnTo>
                    <a:pt x="17973" y="24575"/>
                  </a:lnTo>
                  <a:lnTo>
                    <a:pt x="18144" y="24148"/>
                  </a:lnTo>
                  <a:lnTo>
                    <a:pt x="18286" y="23722"/>
                  </a:lnTo>
                  <a:lnTo>
                    <a:pt x="18414" y="23280"/>
                  </a:lnTo>
                  <a:lnTo>
                    <a:pt x="18514" y="22825"/>
                  </a:lnTo>
                  <a:lnTo>
                    <a:pt x="18599" y="22355"/>
                  </a:lnTo>
                  <a:lnTo>
                    <a:pt x="18656" y="21900"/>
                  </a:lnTo>
                  <a:lnTo>
                    <a:pt x="18699" y="21416"/>
                  </a:lnTo>
                  <a:lnTo>
                    <a:pt x="18699" y="20932"/>
                  </a:lnTo>
                  <a:lnTo>
                    <a:pt x="18699" y="9349"/>
                  </a:lnTo>
                  <a:lnTo>
                    <a:pt x="18699" y="8865"/>
                  </a:lnTo>
                  <a:lnTo>
                    <a:pt x="18656" y="8382"/>
                  </a:lnTo>
                  <a:lnTo>
                    <a:pt x="18599" y="7926"/>
                  </a:lnTo>
                  <a:lnTo>
                    <a:pt x="18514" y="7457"/>
                  </a:lnTo>
                  <a:lnTo>
                    <a:pt x="18414" y="7001"/>
                  </a:lnTo>
                  <a:lnTo>
                    <a:pt x="18286" y="6560"/>
                  </a:lnTo>
                  <a:lnTo>
                    <a:pt x="18144" y="6133"/>
                  </a:lnTo>
                  <a:lnTo>
                    <a:pt x="17973" y="5706"/>
                  </a:lnTo>
                  <a:lnTo>
                    <a:pt x="17788" y="5294"/>
                  </a:lnTo>
                  <a:lnTo>
                    <a:pt x="17575" y="4881"/>
                  </a:lnTo>
                  <a:lnTo>
                    <a:pt x="17347" y="4497"/>
                  </a:lnTo>
                  <a:lnTo>
                    <a:pt x="17105" y="4113"/>
                  </a:lnTo>
                  <a:lnTo>
                    <a:pt x="16849" y="3757"/>
                  </a:lnTo>
                  <a:lnTo>
                    <a:pt x="16564" y="3401"/>
                  </a:lnTo>
                  <a:lnTo>
                    <a:pt x="16280" y="3060"/>
                  </a:lnTo>
                  <a:lnTo>
                    <a:pt x="15967" y="2732"/>
                  </a:lnTo>
                  <a:lnTo>
                    <a:pt x="15640" y="2419"/>
                  </a:lnTo>
                  <a:lnTo>
                    <a:pt x="15298" y="2135"/>
                  </a:lnTo>
                  <a:lnTo>
                    <a:pt x="14942" y="1850"/>
                  </a:lnTo>
                  <a:lnTo>
                    <a:pt x="14587" y="1594"/>
                  </a:lnTo>
                  <a:lnTo>
                    <a:pt x="14202" y="1352"/>
                  </a:lnTo>
                  <a:lnTo>
                    <a:pt x="13818" y="1124"/>
                  </a:lnTo>
                  <a:lnTo>
                    <a:pt x="13405" y="911"/>
                  </a:lnTo>
                  <a:lnTo>
                    <a:pt x="12993" y="726"/>
                  </a:lnTo>
                  <a:lnTo>
                    <a:pt x="12566" y="569"/>
                  </a:lnTo>
                  <a:lnTo>
                    <a:pt x="12139" y="413"/>
                  </a:lnTo>
                  <a:lnTo>
                    <a:pt x="11698" y="285"/>
                  </a:lnTo>
                  <a:lnTo>
                    <a:pt x="11242" y="185"/>
                  </a:lnTo>
                  <a:lnTo>
                    <a:pt x="10773" y="100"/>
                  </a:lnTo>
                  <a:lnTo>
                    <a:pt x="10318" y="43"/>
                  </a:lnTo>
                  <a:lnTo>
                    <a:pt x="9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>
              <a:extLst>
                <a:ext uri="{FF2B5EF4-FFF2-40B4-BE49-F238E27FC236}">
                  <a16:creationId xmlns:a16="http://schemas.microsoft.com/office/drawing/2014/main" id="{3A467C50-B5C0-44D9-0EDA-7AE3EE1C6538}"/>
                </a:ext>
              </a:extLst>
            </p:cNvPr>
            <p:cNvSpPr/>
            <p:nvPr/>
          </p:nvSpPr>
          <p:spPr>
            <a:xfrm>
              <a:off x="5388751" y="4322642"/>
              <a:ext cx="1069200" cy="409332"/>
            </a:xfrm>
            <a:custGeom>
              <a:avLst/>
              <a:gdLst/>
              <a:ahLst/>
              <a:cxnLst/>
              <a:rect l="l" t="t" r="r" b="b"/>
              <a:pathLst>
                <a:path w="32972" h="12623" extrusionOk="0">
                  <a:moveTo>
                    <a:pt x="12637" y="1"/>
                  </a:moveTo>
                  <a:lnTo>
                    <a:pt x="11982" y="15"/>
                  </a:lnTo>
                  <a:lnTo>
                    <a:pt x="11342" y="58"/>
                  </a:lnTo>
                  <a:lnTo>
                    <a:pt x="10702" y="143"/>
                  </a:lnTo>
                  <a:lnTo>
                    <a:pt x="10090" y="257"/>
                  </a:lnTo>
                  <a:lnTo>
                    <a:pt x="9478" y="385"/>
                  </a:lnTo>
                  <a:lnTo>
                    <a:pt x="8880" y="556"/>
                  </a:lnTo>
                  <a:lnTo>
                    <a:pt x="8283" y="755"/>
                  </a:lnTo>
                  <a:lnTo>
                    <a:pt x="7713" y="982"/>
                  </a:lnTo>
                  <a:lnTo>
                    <a:pt x="7158" y="1239"/>
                  </a:lnTo>
                  <a:lnTo>
                    <a:pt x="6604" y="1523"/>
                  </a:lnTo>
                  <a:lnTo>
                    <a:pt x="6077" y="1822"/>
                  </a:lnTo>
                  <a:lnTo>
                    <a:pt x="5565" y="2149"/>
                  </a:lnTo>
                  <a:lnTo>
                    <a:pt x="5067" y="2505"/>
                  </a:lnTo>
                  <a:lnTo>
                    <a:pt x="4597" y="2875"/>
                  </a:lnTo>
                  <a:lnTo>
                    <a:pt x="4142" y="3273"/>
                  </a:lnTo>
                  <a:lnTo>
                    <a:pt x="3701" y="3700"/>
                  </a:lnTo>
                  <a:lnTo>
                    <a:pt x="3274" y="4127"/>
                  </a:lnTo>
                  <a:lnTo>
                    <a:pt x="2890" y="4597"/>
                  </a:lnTo>
                  <a:lnTo>
                    <a:pt x="2505" y="5066"/>
                  </a:lnTo>
                  <a:lnTo>
                    <a:pt x="2150" y="5564"/>
                  </a:lnTo>
                  <a:lnTo>
                    <a:pt x="1822" y="6077"/>
                  </a:lnTo>
                  <a:lnTo>
                    <a:pt x="1523" y="6603"/>
                  </a:lnTo>
                  <a:lnTo>
                    <a:pt x="1239" y="7144"/>
                  </a:lnTo>
                  <a:lnTo>
                    <a:pt x="997" y="7713"/>
                  </a:lnTo>
                  <a:lnTo>
                    <a:pt x="769" y="8282"/>
                  </a:lnTo>
                  <a:lnTo>
                    <a:pt x="570" y="8866"/>
                  </a:lnTo>
                  <a:lnTo>
                    <a:pt x="399" y="9464"/>
                  </a:lnTo>
                  <a:lnTo>
                    <a:pt x="257" y="10075"/>
                  </a:lnTo>
                  <a:lnTo>
                    <a:pt x="143" y="10702"/>
                  </a:lnTo>
                  <a:lnTo>
                    <a:pt x="58" y="11342"/>
                  </a:lnTo>
                  <a:lnTo>
                    <a:pt x="15" y="11982"/>
                  </a:lnTo>
                  <a:lnTo>
                    <a:pt x="1" y="12623"/>
                  </a:lnTo>
                  <a:lnTo>
                    <a:pt x="32972" y="12623"/>
                  </a:lnTo>
                  <a:lnTo>
                    <a:pt x="32957" y="11982"/>
                  </a:lnTo>
                  <a:lnTo>
                    <a:pt x="32915" y="11342"/>
                  </a:lnTo>
                  <a:lnTo>
                    <a:pt x="32829" y="10702"/>
                  </a:lnTo>
                  <a:lnTo>
                    <a:pt x="32715" y="10075"/>
                  </a:lnTo>
                  <a:lnTo>
                    <a:pt x="32573" y="9464"/>
                  </a:lnTo>
                  <a:lnTo>
                    <a:pt x="32402" y="8866"/>
                  </a:lnTo>
                  <a:lnTo>
                    <a:pt x="32203" y="8282"/>
                  </a:lnTo>
                  <a:lnTo>
                    <a:pt x="31990" y="7713"/>
                  </a:lnTo>
                  <a:lnTo>
                    <a:pt x="31734" y="7144"/>
                  </a:lnTo>
                  <a:lnTo>
                    <a:pt x="31449" y="6603"/>
                  </a:lnTo>
                  <a:lnTo>
                    <a:pt x="31150" y="6077"/>
                  </a:lnTo>
                  <a:lnTo>
                    <a:pt x="30823" y="5564"/>
                  </a:lnTo>
                  <a:lnTo>
                    <a:pt x="30467" y="5066"/>
                  </a:lnTo>
                  <a:lnTo>
                    <a:pt x="30097" y="4597"/>
                  </a:lnTo>
                  <a:lnTo>
                    <a:pt x="29699" y="4127"/>
                  </a:lnTo>
                  <a:lnTo>
                    <a:pt x="29272" y="3700"/>
                  </a:lnTo>
                  <a:lnTo>
                    <a:pt x="28831" y="3273"/>
                  </a:lnTo>
                  <a:lnTo>
                    <a:pt x="28375" y="2875"/>
                  </a:lnTo>
                  <a:lnTo>
                    <a:pt x="27906" y="2505"/>
                  </a:lnTo>
                  <a:lnTo>
                    <a:pt x="27408" y="2149"/>
                  </a:lnTo>
                  <a:lnTo>
                    <a:pt x="26895" y="1822"/>
                  </a:lnTo>
                  <a:lnTo>
                    <a:pt x="26369" y="1523"/>
                  </a:lnTo>
                  <a:lnTo>
                    <a:pt x="25814" y="1239"/>
                  </a:lnTo>
                  <a:lnTo>
                    <a:pt x="25259" y="982"/>
                  </a:lnTo>
                  <a:lnTo>
                    <a:pt x="24690" y="755"/>
                  </a:lnTo>
                  <a:lnTo>
                    <a:pt x="24106" y="556"/>
                  </a:lnTo>
                  <a:lnTo>
                    <a:pt x="23494" y="385"/>
                  </a:lnTo>
                  <a:lnTo>
                    <a:pt x="22883" y="257"/>
                  </a:lnTo>
                  <a:lnTo>
                    <a:pt x="22271" y="143"/>
                  </a:lnTo>
                  <a:lnTo>
                    <a:pt x="21630" y="58"/>
                  </a:lnTo>
                  <a:lnTo>
                    <a:pt x="20990" y="15"/>
                  </a:lnTo>
                  <a:lnTo>
                    <a:pt x="20350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>
              <a:extLst>
                <a:ext uri="{FF2B5EF4-FFF2-40B4-BE49-F238E27FC236}">
                  <a16:creationId xmlns:a16="http://schemas.microsoft.com/office/drawing/2014/main" id="{C194AA94-2E3D-14EC-F85D-7C3F858C16C0}"/>
                </a:ext>
              </a:extLst>
            </p:cNvPr>
            <p:cNvSpPr/>
            <p:nvPr/>
          </p:nvSpPr>
          <p:spPr>
            <a:xfrm>
              <a:off x="5485190" y="2057414"/>
              <a:ext cx="650204" cy="2351999"/>
            </a:xfrm>
            <a:custGeom>
              <a:avLst/>
              <a:gdLst/>
              <a:ahLst/>
              <a:cxnLst/>
              <a:rect l="l" t="t" r="r" b="b"/>
              <a:pathLst>
                <a:path w="20051" h="72531" extrusionOk="0">
                  <a:moveTo>
                    <a:pt x="5081" y="1"/>
                  </a:moveTo>
                  <a:lnTo>
                    <a:pt x="6006" y="1111"/>
                  </a:lnTo>
                  <a:lnTo>
                    <a:pt x="6575" y="1125"/>
                  </a:lnTo>
                  <a:lnTo>
                    <a:pt x="6988" y="1139"/>
                  </a:lnTo>
                  <a:lnTo>
                    <a:pt x="7500" y="1168"/>
                  </a:lnTo>
                  <a:lnTo>
                    <a:pt x="8083" y="1225"/>
                  </a:lnTo>
                  <a:lnTo>
                    <a:pt x="8724" y="1310"/>
                  </a:lnTo>
                  <a:lnTo>
                    <a:pt x="9421" y="1438"/>
                  </a:lnTo>
                  <a:lnTo>
                    <a:pt x="9791" y="1523"/>
                  </a:lnTo>
                  <a:lnTo>
                    <a:pt x="10175" y="1623"/>
                  </a:lnTo>
                  <a:lnTo>
                    <a:pt x="10559" y="1723"/>
                  </a:lnTo>
                  <a:lnTo>
                    <a:pt x="10958" y="1837"/>
                  </a:lnTo>
                  <a:lnTo>
                    <a:pt x="11356" y="1979"/>
                  </a:lnTo>
                  <a:lnTo>
                    <a:pt x="11769" y="2121"/>
                  </a:lnTo>
                  <a:lnTo>
                    <a:pt x="12196" y="2292"/>
                  </a:lnTo>
                  <a:lnTo>
                    <a:pt x="12609" y="2477"/>
                  </a:lnTo>
                  <a:lnTo>
                    <a:pt x="13035" y="2676"/>
                  </a:lnTo>
                  <a:lnTo>
                    <a:pt x="13462" y="2890"/>
                  </a:lnTo>
                  <a:lnTo>
                    <a:pt x="13889" y="3131"/>
                  </a:lnTo>
                  <a:lnTo>
                    <a:pt x="14302" y="3402"/>
                  </a:lnTo>
                  <a:lnTo>
                    <a:pt x="14729" y="3672"/>
                  </a:lnTo>
                  <a:lnTo>
                    <a:pt x="15156" y="3985"/>
                  </a:lnTo>
                  <a:lnTo>
                    <a:pt x="15568" y="4313"/>
                  </a:lnTo>
                  <a:lnTo>
                    <a:pt x="15981" y="4654"/>
                  </a:lnTo>
                  <a:lnTo>
                    <a:pt x="16394" y="5038"/>
                  </a:lnTo>
                  <a:lnTo>
                    <a:pt x="16792" y="5437"/>
                  </a:lnTo>
                  <a:lnTo>
                    <a:pt x="16977" y="5650"/>
                  </a:lnTo>
                  <a:lnTo>
                    <a:pt x="17162" y="5864"/>
                  </a:lnTo>
                  <a:lnTo>
                    <a:pt x="17333" y="6091"/>
                  </a:lnTo>
                  <a:lnTo>
                    <a:pt x="17504" y="6319"/>
                  </a:lnTo>
                  <a:lnTo>
                    <a:pt x="17660" y="6561"/>
                  </a:lnTo>
                  <a:lnTo>
                    <a:pt x="17802" y="6803"/>
                  </a:lnTo>
                  <a:lnTo>
                    <a:pt x="17945" y="7045"/>
                  </a:lnTo>
                  <a:lnTo>
                    <a:pt x="18073" y="7301"/>
                  </a:lnTo>
                  <a:lnTo>
                    <a:pt x="18187" y="7557"/>
                  </a:lnTo>
                  <a:lnTo>
                    <a:pt x="18301" y="7827"/>
                  </a:lnTo>
                  <a:lnTo>
                    <a:pt x="18400" y="8098"/>
                  </a:lnTo>
                  <a:lnTo>
                    <a:pt x="18500" y="8382"/>
                  </a:lnTo>
                  <a:lnTo>
                    <a:pt x="18585" y="8653"/>
                  </a:lnTo>
                  <a:lnTo>
                    <a:pt x="18656" y="8951"/>
                  </a:lnTo>
                  <a:lnTo>
                    <a:pt x="18727" y="9236"/>
                  </a:lnTo>
                  <a:lnTo>
                    <a:pt x="18784" y="9535"/>
                  </a:lnTo>
                  <a:lnTo>
                    <a:pt x="18827" y="9848"/>
                  </a:lnTo>
                  <a:lnTo>
                    <a:pt x="18870" y="10147"/>
                  </a:lnTo>
                  <a:lnTo>
                    <a:pt x="18912" y="10474"/>
                  </a:lnTo>
                  <a:lnTo>
                    <a:pt x="18927" y="10787"/>
                  </a:lnTo>
                  <a:lnTo>
                    <a:pt x="18955" y="11442"/>
                  </a:lnTo>
                  <a:lnTo>
                    <a:pt x="18955" y="12111"/>
                  </a:lnTo>
                  <a:lnTo>
                    <a:pt x="18912" y="12808"/>
                  </a:lnTo>
                  <a:lnTo>
                    <a:pt x="18841" y="13505"/>
                  </a:lnTo>
                  <a:lnTo>
                    <a:pt x="18756" y="14231"/>
                  </a:lnTo>
                  <a:lnTo>
                    <a:pt x="18628" y="14971"/>
                  </a:lnTo>
                  <a:lnTo>
                    <a:pt x="18500" y="15568"/>
                  </a:lnTo>
                  <a:lnTo>
                    <a:pt x="18357" y="16166"/>
                  </a:lnTo>
                  <a:lnTo>
                    <a:pt x="18215" y="16764"/>
                  </a:lnTo>
                  <a:lnTo>
                    <a:pt x="18044" y="17347"/>
                  </a:lnTo>
                  <a:lnTo>
                    <a:pt x="17859" y="17931"/>
                  </a:lnTo>
                  <a:lnTo>
                    <a:pt x="17660" y="18514"/>
                  </a:lnTo>
                  <a:lnTo>
                    <a:pt x="17461" y="19097"/>
                  </a:lnTo>
                  <a:lnTo>
                    <a:pt x="17233" y="19681"/>
                  </a:lnTo>
                  <a:lnTo>
                    <a:pt x="17006" y="20250"/>
                  </a:lnTo>
                  <a:lnTo>
                    <a:pt x="16764" y="20819"/>
                  </a:lnTo>
                  <a:lnTo>
                    <a:pt x="16508" y="21388"/>
                  </a:lnTo>
                  <a:lnTo>
                    <a:pt x="16237" y="21958"/>
                  </a:lnTo>
                  <a:lnTo>
                    <a:pt x="15967" y="22527"/>
                  </a:lnTo>
                  <a:lnTo>
                    <a:pt x="15682" y="23082"/>
                  </a:lnTo>
                  <a:lnTo>
                    <a:pt x="15085" y="24206"/>
                  </a:lnTo>
                  <a:lnTo>
                    <a:pt x="14458" y="25316"/>
                  </a:lnTo>
                  <a:lnTo>
                    <a:pt x="13818" y="26412"/>
                  </a:lnTo>
                  <a:lnTo>
                    <a:pt x="13135" y="27507"/>
                  </a:lnTo>
                  <a:lnTo>
                    <a:pt x="12452" y="28589"/>
                  </a:lnTo>
                  <a:lnTo>
                    <a:pt x="11741" y="29670"/>
                  </a:lnTo>
                  <a:lnTo>
                    <a:pt x="11029" y="30752"/>
                  </a:lnTo>
                  <a:lnTo>
                    <a:pt x="9592" y="32872"/>
                  </a:lnTo>
                  <a:lnTo>
                    <a:pt x="8638" y="34281"/>
                  </a:lnTo>
                  <a:lnTo>
                    <a:pt x="7685" y="35690"/>
                  </a:lnTo>
                  <a:lnTo>
                    <a:pt x="6760" y="37113"/>
                  </a:lnTo>
                  <a:lnTo>
                    <a:pt x="5849" y="38550"/>
                  </a:lnTo>
                  <a:lnTo>
                    <a:pt x="5408" y="39261"/>
                  </a:lnTo>
                  <a:lnTo>
                    <a:pt x="4981" y="39987"/>
                  </a:lnTo>
                  <a:lnTo>
                    <a:pt x="4554" y="40727"/>
                  </a:lnTo>
                  <a:lnTo>
                    <a:pt x="4142" y="41453"/>
                  </a:lnTo>
                  <a:lnTo>
                    <a:pt x="3743" y="42193"/>
                  </a:lnTo>
                  <a:lnTo>
                    <a:pt x="3359" y="42933"/>
                  </a:lnTo>
                  <a:lnTo>
                    <a:pt x="2989" y="43673"/>
                  </a:lnTo>
                  <a:lnTo>
                    <a:pt x="2633" y="44427"/>
                  </a:lnTo>
                  <a:lnTo>
                    <a:pt x="2292" y="45181"/>
                  </a:lnTo>
                  <a:lnTo>
                    <a:pt x="1979" y="45949"/>
                  </a:lnTo>
                  <a:lnTo>
                    <a:pt x="1680" y="46703"/>
                  </a:lnTo>
                  <a:lnTo>
                    <a:pt x="1395" y="47486"/>
                  </a:lnTo>
                  <a:lnTo>
                    <a:pt x="1139" y="48255"/>
                  </a:lnTo>
                  <a:lnTo>
                    <a:pt x="912" y="49051"/>
                  </a:lnTo>
                  <a:lnTo>
                    <a:pt x="698" y="49834"/>
                  </a:lnTo>
                  <a:lnTo>
                    <a:pt x="513" y="50631"/>
                  </a:lnTo>
                  <a:lnTo>
                    <a:pt x="357" y="51442"/>
                  </a:lnTo>
                  <a:lnTo>
                    <a:pt x="229" y="52253"/>
                  </a:lnTo>
                  <a:lnTo>
                    <a:pt x="129" y="53079"/>
                  </a:lnTo>
                  <a:lnTo>
                    <a:pt x="58" y="53904"/>
                  </a:lnTo>
                  <a:lnTo>
                    <a:pt x="15" y="54729"/>
                  </a:lnTo>
                  <a:lnTo>
                    <a:pt x="1" y="55583"/>
                  </a:lnTo>
                  <a:lnTo>
                    <a:pt x="29" y="56423"/>
                  </a:lnTo>
                  <a:lnTo>
                    <a:pt x="58" y="56864"/>
                  </a:lnTo>
                  <a:lnTo>
                    <a:pt x="86" y="57291"/>
                  </a:lnTo>
                  <a:lnTo>
                    <a:pt x="143" y="57817"/>
                  </a:lnTo>
                  <a:lnTo>
                    <a:pt x="200" y="58329"/>
                  </a:lnTo>
                  <a:lnTo>
                    <a:pt x="271" y="58842"/>
                  </a:lnTo>
                  <a:lnTo>
                    <a:pt x="342" y="59340"/>
                  </a:lnTo>
                  <a:lnTo>
                    <a:pt x="428" y="59823"/>
                  </a:lnTo>
                  <a:lnTo>
                    <a:pt x="527" y="60293"/>
                  </a:lnTo>
                  <a:lnTo>
                    <a:pt x="627" y="60763"/>
                  </a:lnTo>
                  <a:lnTo>
                    <a:pt x="727" y="61218"/>
                  </a:lnTo>
                  <a:lnTo>
                    <a:pt x="840" y="61659"/>
                  </a:lnTo>
                  <a:lnTo>
                    <a:pt x="969" y="62086"/>
                  </a:lnTo>
                  <a:lnTo>
                    <a:pt x="1082" y="62513"/>
                  </a:lnTo>
                  <a:lnTo>
                    <a:pt x="1225" y="62911"/>
                  </a:lnTo>
                  <a:lnTo>
                    <a:pt x="1495" y="63708"/>
                  </a:lnTo>
                  <a:lnTo>
                    <a:pt x="1794" y="64462"/>
                  </a:lnTo>
                  <a:lnTo>
                    <a:pt x="2121" y="65174"/>
                  </a:lnTo>
                  <a:lnTo>
                    <a:pt x="2448" y="65843"/>
                  </a:lnTo>
                  <a:lnTo>
                    <a:pt x="2790" y="66483"/>
                  </a:lnTo>
                  <a:lnTo>
                    <a:pt x="3146" y="67081"/>
                  </a:lnTo>
                  <a:lnTo>
                    <a:pt x="3516" y="67650"/>
                  </a:lnTo>
                  <a:lnTo>
                    <a:pt x="3886" y="68176"/>
                  </a:lnTo>
                  <a:lnTo>
                    <a:pt x="4256" y="68675"/>
                  </a:lnTo>
                  <a:lnTo>
                    <a:pt x="4626" y="69130"/>
                  </a:lnTo>
                  <a:lnTo>
                    <a:pt x="4996" y="69557"/>
                  </a:lnTo>
                  <a:lnTo>
                    <a:pt x="5351" y="69955"/>
                  </a:lnTo>
                  <a:lnTo>
                    <a:pt x="5707" y="70311"/>
                  </a:lnTo>
                  <a:lnTo>
                    <a:pt x="6063" y="70652"/>
                  </a:lnTo>
                  <a:lnTo>
                    <a:pt x="6390" y="70951"/>
                  </a:lnTo>
                  <a:lnTo>
                    <a:pt x="6717" y="71222"/>
                  </a:lnTo>
                  <a:lnTo>
                    <a:pt x="7030" y="71464"/>
                  </a:lnTo>
                  <a:lnTo>
                    <a:pt x="7315" y="71691"/>
                  </a:lnTo>
                  <a:lnTo>
                    <a:pt x="7813" y="72047"/>
                  </a:lnTo>
                  <a:lnTo>
                    <a:pt x="8226" y="72303"/>
                  </a:lnTo>
                  <a:lnTo>
                    <a:pt x="8496" y="72460"/>
                  </a:lnTo>
                  <a:lnTo>
                    <a:pt x="8638" y="72531"/>
                  </a:lnTo>
                  <a:lnTo>
                    <a:pt x="9122" y="71535"/>
                  </a:lnTo>
                  <a:lnTo>
                    <a:pt x="9037" y="71478"/>
                  </a:lnTo>
                  <a:lnTo>
                    <a:pt x="8809" y="71350"/>
                  </a:lnTo>
                  <a:lnTo>
                    <a:pt x="8453" y="71122"/>
                  </a:lnTo>
                  <a:lnTo>
                    <a:pt x="7984" y="70795"/>
                  </a:lnTo>
                  <a:lnTo>
                    <a:pt x="7728" y="70581"/>
                  </a:lnTo>
                  <a:lnTo>
                    <a:pt x="7443" y="70354"/>
                  </a:lnTo>
                  <a:lnTo>
                    <a:pt x="7144" y="70098"/>
                  </a:lnTo>
                  <a:lnTo>
                    <a:pt x="6831" y="69813"/>
                  </a:lnTo>
                  <a:lnTo>
                    <a:pt x="6504" y="69500"/>
                  </a:lnTo>
                  <a:lnTo>
                    <a:pt x="6177" y="69158"/>
                  </a:lnTo>
                  <a:lnTo>
                    <a:pt x="5835" y="68788"/>
                  </a:lnTo>
                  <a:lnTo>
                    <a:pt x="5494" y="68376"/>
                  </a:lnTo>
                  <a:lnTo>
                    <a:pt x="5138" y="67949"/>
                  </a:lnTo>
                  <a:lnTo>
                    <a:pt x="4796" y="67479"/>
                  </a:lnTo>
                  <a:lnTo>
                    <a:pt x="4441" y="66981"/>
                  </a:lnTo>
                  <a:lnTo>
                    <a:pt x="4099" y="66440"/>
                  </a:lnTo>
                  <a:lnTo>
                    <a:pt x="3758" y="65871"/>
                  </a:lnTo>
                  <a:lnTo>
                    <a:pt x="3430" y="65274"/>
                  </a:lnTo>
                  <a:lnTo>
                    <a:pt x="3117" y="64633"/>
                  </a:lnTo>
                  <a:lnTo>
                    <a:pt x="2818" y="63964"/>
                  </a:lnTo>
                  <a:lnTo>
                    <a:pt x="2534" y="63253"/>
                  </a:lnTo>
                  <a:lnTo>
                    <a:pt x="2263" y="62499"/>
                  </a:lnTo>
                  <a:lnTo>
                    <a:pt x="2022" y="61716"/>
                  </a:lnTo>
                  <a:lnTo>
                    <a:pt x="1908" y="61318"/>
                  </a:lnTo>
                  <a:lnTo>
                    <a:pt x="1808" y="60891"/>
                  </a:lnTo>
                  <a:lnTo>
                    <a:pt x="1694" y="60464"/>
                  </a:lnTo>
                  <a:lnTo>
                    <a:pt x="1609" y="60023"/>
                  </a:lnTo>
                  <a:lnTo>
                    <a:pt x="1523" y="59582"/>
                  </a:lnTo>
                  <a:lnTo>
                    <a:pt x="1438" y="59126"/>
                  </a:lnTo>
                  <a:lnTo>
                    <a:pt x="1367" y="58657"/>
                  </a:lnTo>
                  <a:lnTo>
                    <a:pt x="1296" y="58173"/>
                  </a:lnTo>
                  <a:lnTo>
                    <a:pt x="1239" y="57689"/>
                  </a:lnTo>
                  <a:lnTo>
                    <a:pt x="1196" y="57191"/>
                  </a:lnTo>
                  <a:lnTo>
                    <a:pt x="1139" y="56366"/>
                  </a:lnTo>
                  <a:lnTo>
                    <a:pt x="1111" y="55555"/>
                  </a:lnTo>
                  <a:lnTo>
                    <a:pt x="1125" y="54743"/>
                  </a:lnTo>
                  <a:lnTo>
                    <a:pt x="1168" y="53932"/>
                  </a:lnTo>
                  <a:lnTo>
                    <a:pt x="1239" y="53150"/>
                  </a:lnTo>
                  <a:lnTo>
                    <a:pt x="1338" y="52353"/>
                  </a:lnTo>
                  <a:lnTo>
                    <a:pt x="1467" y="51570"/>
                  </a:lnTo>
                  <a:lnTo>
                    <a:pt x="1623" y="50787"/>
                  </a:lnTo>
                  <a:lnTo>
                    <a:pt x="1808" y="50019"/>
                  </a:lnTo>
                  <a:lnTo>
                    <a:pt x="2007" y="49265"/>
                  </a:lnTo>
                  <a:lnTo>
                    <a:pt x="2235" y="48496"/>
                  </a:lnTo>
                  <a:lnTo>
                    <a:pt x="2491" y="47742"/>
                  </a:lnTo>
                  <a:lnTo>
                    <a:pt x="2761" y="47002"/>
                  </a:lnTo>
                  <a:lnTo>
                    <a:pt x="3060" y="46248"/>
                  </a:lnTo>
                  <a:lnTo>
                    <a:pt x="3373" y="45508"/>
                  </a:lnTo>
                  <a:lnTo>
                    <a:pt x="3701" y="44782"/>
                  </a:lnTo>
                  <a:lnTo>
                    <a:pt x="4042" y="44042"/>
                  </a:lnTo>
                  <a:lnTo>
                    <a:pt x="4412" y="43317"/>
                  </a:lnTo>
                  <a:lnTo>
                    <a:pt x="4782" y="42605"/>
                  </a:lnTo>
                  <a:lnTo>
                    <a:pt x="5181" y="41880"/>
                  </a:lnTo>
                  <a:lnTo>
                    <a:pt x="5579" y="41168"/>
                  </a:lnTo>
                  <a:lnTo>
                    <a:pt x="5992" y="40457"/>
                  </a:lnTo>
                  <a:lnTo>
                    <a:pt x="6419" y="39745"/>
                  </a:lnTo>
                  <a:lnTo>
                    <a:pt x="6845" y="39048"/>
                  </a:lnTo>
                  <a:lnTo>
                    <a:pt x="7742" y="37639"/>
                  </a:lnTo>
                  <a:lnTo>
                    <a:pt x="8653" y="36259"/>
                  </a:lnTo>
                  <a:lnTo>
                    <a:pt x="9578" y="34878"/>
                  </a:lnTo>
                  <a:lnTo>
                    <a:pt x="10503" y="33498"/>
                  </a:lnTo>
                  <a:lnTo>
                    <a:pt x="11968" y="31335"/>
                  </a:lnTo>
                  <a:lnTo>
                    <a:pt x="12694" y="30239"/>
                  </a:lnTo>
                  <a:lnTo>
                    <a:pt x="13420" y="29144"/>
                  </a:lnTo>
                  <a:lnTo>
                    <a:pt x="14117" y="28034"/>
                  </a:lnTo>
                  <a:lnTo>
                    <a:pt x="14800" y="26924"/>
                  </a:lnTo>
                  <a:lnTo>
                    <a:pt x="15469" y="25800"/>
                  </a:lnTo>
                  <a:lnTo>
                    <a:pt x="16109" y="24676"/>
                  </a:lnTo>
                  <a:lnTo>
                    <a:pt x="16408" y="24106"/>
                  </a:lnTo>
                  <a:lnTo>
                    <a:pt x="16707" y="23523"/>
                  </a:lnTo>
                  <a:lnTo>
                    <a:pt x="16991" y="22954"/>
                  </a:lnTo>
                  <a:lnTo>
                    <a:pt x="17276" y="22370"/>
                  </a:lnTo>
                  <a:lnTo>
                    <a:pt x="17546" y="21787"/>
                  </a:lnTo>
                  <a:lnTo>
                    <a:pt x="17802" y="21203"/>
                  </a:lnTo>
                  <a:lnTo>
                    <a:pt x="18059" y="20620"/>
                  </a:lnTo>
                  <a:lnTo>
                    <a:pt x="18286" y="20037"/>
                  </a:lnTo>
                  <a:lnTo>
                    <a:pt x="18514" y="19439"/>
                  </a:lnTo>
                  <a:lnTo>
                    <a:pt x="18727" y="18841"/>
                  </a:lnTo>
                  <a:lnTo>
                    <a:pt x="18927" y="18244"/>
                  </a:lnTo>
                  <a:lnTo>
                    <a:pt x="19112" y="17632"/>
                  </a:lnTo>
                  <a:lnTo>
                    <a:pt x="19282" y="17034"/>
                  </a:lnTo>
                  <a:lnTo>
                    <a:pt x="19439" y="16422"/>
                  </a:lnTo>
                  <a:lnTo>
                    <a:pt x="19581" y="15810"/>
                  </a:lnTo>
                  <a:lnTo>
                    <a:pt x="19709" y="15184"/>
                  </a:lnTo>
                  <a:lnTo>
                    <a:pt x="19852" y="14387"/>
                  </a:lnTo>
                  <a:lnTo>
                    <a:pt x="19951" y="13590"/>
                  </a:lnTo>
                  <a:lnTo>
                    <a:pt x="20022" y="12822"/>
                  </a:lnTo>
                  <a:lnTo>
                    <a:pt x="20037" y="12452"/>
                  </a:lnTo>
                  <a:lnTo>
                    <a:pt x="20051" y="12082"/>
                  </a:lnTo>
                  <a:lnTo>
                    <a:pt x="20051" y="11712"/>
                  </a:lnTo>
                  <a:lnTo>
                    <a:pt x="20037" y="11356"/>
                  </a:lnTo>
                  <a:lnTo>
                    <a:pt x="20022" y="11001"/>
                  </a:lnTo>
                  <a:lnTo>
                    <a:pt x="19994" y="10645"/>
                  </a:lnTo>
                  <a:lnTo>
                    <a:pt x="19965" y="10303"/>
                  </a:lnTo>
                  <a:lnTo>
                    <a:pt x="19923" y="9962"/>
                  </a:lnTo>
                  <a:lnTo>
                    <a:pt x="19866" y="9620"/>
                  </a:lnTo>
                  <a:lnTo>
                    <a:pt x="19809" y="9293"/>
                  </a:lnTo>
                  <a:lnTo>
                    <a:pt x="19738" y="8966"/>
                  </a:lnTo>
                  <a:lnTo>
                    <a:pt x="19667" y="8653"/>
                  </a:lnTo>
                  <a:lnTo>
                    <a:pt x="19581" y="8340"/>
                  </a:lnTo>
                  <a:lnTo>
                    <a:pt x="19482" y="8027"/>
                  </a:lnTo>
                  <a:lnTo>
                    <a:pt x="19368" y="7728"/>
                  </a:lnTo>
                  <a:lnTo>
                    <a:pt x="19254" y="7415"/>
                  </a:lnTo>
                  <a:lnTo>
                    <a:pt x="19140" y="7130"/>
                  </a:lnTo>
                  <a:lnTo>
                    <a:pt x="19012" y="6831"/>
                  </a:lnTo>
                  <a:lnTo>
                    <a:pt x="18870" y="6561"/>
                  </a:lnTo>
                  <a:lnTo>
                    <a:pt x="18713" y="6276"/>
                  </a:lnTo>
                  <a:lnTo>
                    <a:pt x="18557" y="6006"/>
                  </a:lnTo>
                  <a:lnTo>
                    <a:pt x="18386" y="5736"/>
                  </a:lnTo>
                  <a:lnTo>
                    <a:pt x="18215" y="5465"/>
                  </a:lnTo>
                  <a:lnTo>
                    <a:pt x="18030" y="5209"/>
                  </a:lnTo>
                  <a:lnTo>
                    <a:pt x="17831" y="4967"/>
                  </a:lnTo>
                  <a:lnTo>
                    <a:pt x="17632" y="4711"/>
                  </a:lnTo>
                  <a:lnTo>
                    <a:pt x="17433" y="4498"/>
                  </a:lnTo>
                  <a:lnTo>
                    <a:pt x="17233" y="4270"/>
                  </a:lnTo>
                  <a:lnTo>
                    <a:pt x="17034" y="4071"/>
                  </a:lnTo>
                  <a:lnTo>
                    <a:pt x="16821" y="3857"/>
                  </a:lnTo>
                  <a:lnTo>
                    <a:pt x="16379" y="3473"/>
                  </a:lnTo>
                  <a:lnTo>
                    <a:pt x="15924" y="3117"/>
                  </a:lnTo>
                  <a:lnTo>
                    <a:pt x="15455" y="2790"/>
                  </a:lnTo>
                  <a:lnTo>
                    <a:pt x="14971" y="2477"/>
                  </a:lnTo>
                  <a:lnTo>
                    <a:pt x="14487" y="2192"/>
                  </a:lnTo>
                  <a:lnTo>
                    <a:pt x="13975" y="1922"/>
                  </a:lnTo>
                  <a:lnTo>
                    <a:pt x="13477" y="1694"/>
                  </a:lnTo>
                  <a:lnTo>
                    <a:pt x="12964" y="1467"/>
                  </a:lnTo>
                  <a:lnTo>
                    <a:pt x="12452" y="1267"/>
                  </a:lnTo>
                  <a:lnTo>
                    <a:pt x="11940" y="1082"/>
                  </a:lnTo>
                  <a:lnTo>
                    <a:pt x="11427" y="926"/>
                  </a:lnTo>
                  <a:lnTo>
                    <a:pt x="10929" y="783"/>
                  </a:lnTo>
                  <a:lnTo>
                    <a:pt x="10431" y="641"/>
                  </a:lnTo>
                  <a:lnTo>
                    <a:pt x="9933" y="527"/>
                  </a:lnTo>
                  <a:lnTo>
                    <a:pt x="9464" y="428"/>
                  </a:lnTo>
                  <a:lnTo>
                    <a:pt x="8994" y="342"/>
                  </a:lnTo>
                  <a:lnTo>
                    <a:pt x="8553" y="271"/>
                  </a:lnTo>
                  <a:lnTo>
                    <a:pt x="8112" y="214"/>
                  </a:lnTo>
                  <a:lnTo>
                    <a:pt x="7315" y="115"/>
                  </a:lnTo>
                  <a:lnTo>
                    <a:pt x="6604" y="44"/>
                  </a:lnTo>
                  <a:lnTo>
                    <a:pt x="6020" y="15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21">
            <a:extLst>
              <a:ext uri="{FF2B5EF4-FFF2-40B4-BE49-F238E27FC236}">
                <a16:creationId xmlns:a16="http://schemas.microsoft.com/office/drawing/2014/main" id="{2A773C69-8218-CE2C-FBF6-E2298C7DB721}"/>
              </a:ext>
            </a:extLst>
          </p:cNvPr>
          <p:cNvGrpSpPr/>
          <p:nvPr/>
        </p:nvGrpSpPr>
        <p:grpSpPr>
          <a:xfrm>
            <a:off x="4648177" y="1311425"/>
            <a:ext cx="2943273" cy="612035"/>
            <a:chOff x="4648177" y="1311425"/>
            <a:chExt cx="2943273" cy="612035"/>
          </a:xfrm>
        </p:grpSpPr>
        <p:sp>
          <p:nvSpPr>
            <p:cNvPr id="607" name="Google Shape;607;p21">
              <a:extLst>
                <a:ext uri="{FF2B5EF4-FFF2-40B4-BE49-F238E27FC236}">
                  <a16:creationId xmlns:a16="http://schemas.microsoft.com/office/drawing/2014/main" id="{BB9CE5CA-225F-8F49-13F7-A98363174664}"/>
                </a:ext>
              </a:extLst>
            </p:cNvPr>
            <p:cNvSpPr/>
            <p:nvPr/>
          </p:nvSpPr>
          <p:spPr>
            <a:xfrm>
              <a:off x="6986950" y="1311425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08" name="Google Shape;608;p21">
              <a:extLst>
                <a:ext uri="{FF2B5EF4-FFF2-40B4-BE49-F238E27FC236}">
                  <a16:creationId xmlns:a16="http://schemas.microsoft.com/office/drawing/2014/main" id="{EF04E8E7-49FF-AEE5-179B-3548A009771A}"/>
                </a:ext>
              </a:extLst>
            </p:cNvPr>
            <p:cNvGrpSpPr/>
            <p:nvPr/>
          </p:nvGrpSpPr>
          <p:grpSpPr>
            <a:xfrm>
              <a:off x="4648177" y="1377710"/>
              <a:ext cx="2209990" cy="545750"/>
              <a:chOff x="6053052" y="800043"/>
              <a:chExt cx="2209990" cy="545750"/>
            </a:xfrm>
          </p:grpSpPr>
          <p:sp>
            <p:nvSpPr>
              <p:cNvPr id="609" name="Google Shape;609;p21">
                <a:extLst>
                  <a:ext uri="{FF2B5EF4-FFF2-40B4-BE49-F238E27FC236}">
                    <a16:creationId xmlns:a16="http://schemas.microsoft.com/office/drawing/2014/main" id="{93CBC0A3-3E11-5864-18C2-E211F351C068}"/>
                  </a:ext>
                </a:extLst>
              </p:cNvPr>
              <p:cNvSpPr txBox="1"/>
              <p:nvPr/>
            </p:nvSpPr>
            <p:spPr>
              <a:xfrm>
                <a:off x="6053052" y="800043"/>
                <a:ext cx="220999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600" b="1" dirty="0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Rafia Noor Nithin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0" name="Google Shape;610;p21">
                <a:extLst>
                  <a:ext uri="{FF2B5EF4-FFF2-40B4-BE49-F238E27FC236}">
                    <a16:creationId xmlns:a16="http://schemas.microsoft.com/office/drawing/2014/main" id="{AD2226A3-3AAF-E5B9-E4BB-E321E9D5904A}"/>
                  </a:ext>
                </a:extLst>
              </p:cNvPr>
              <p:cNvSpPr txBox="1"/>
              <p:nvPr/>
            </p:nvSpPr>
            <p:spPr>
              <a:xfrm>
                <a:off x="6053052" y="101399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" dirty="0">
                    <a:latin typeface="Montserrat Medium" panose="00000600000000000000" pitchFamily="2" charset="0"/>
                    <a:ea typeface="Roboto"/>
                    <a:cs typeface="Roboto"/>
                    <a:sym typeface="Roboto"/>
                  </a:rPr>
                  <a:t>2022-2-60-120</a:t>
                </a:r>
              </a:p>
            </p:txBody>
          </p:sp>
        </p:grpSp>
      </p:grpSp>
      <p:grpSp>
        <p:nvGrpSpPr>
          <p:cNvPr id="611" name="Google Shape;611;p21">
            <a:extLst>
              <a:ext uri="{FF2B5EF4-FFF2-40B4-BE49-F238E27FC236}">
                <a16:creationId xmlns:a16="http://schemas.microsoft.com/office/drawing/2014/main" id="{DEB21F45-BD2C-2527-198F-4CFEDC271A38}"/>
              </a:ext>
            </a:extLst>
          </p:cNvPr>
          <p:cNvGrpSpPr/>
          <p:nvPr/>
        </p:nvGrpSpPr>
        <p:grpSpPr>
          <a:xfrm>
            <a:off x="3251181" y="2203696"/>
            <a:ext cx="2943277" cy="671250"/>
            <a:chOff x="3486123" y="2444463"/>
            <a:chExt cx="2943277" cy="671250"/>
          </a:xfrm>
        </p:grpSpPr>
        <p:sp>
          <p:nvSpPr>
            <p:cNvPr id="612" name="Google Shape;612;p21">
              <a:extLst>
                <a:ext uri="{FF2B5EF4-FFF2-40B4-BE49-F238E27FC236}">
                  <a16:creationId xmlns:a16="http://schemas.microsoft.com/office/drawing/2014/main" id="{0BA79FF9-F376-2E1C-3720-07315E8B17AC}"/>
                </a:ext>
              </a:extLst>
            </p:cNvPr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3" name="Google Shape;613;p21">
              <a:extLst>
                <a:ext uri="{FF2B5EF4-FFF2-40B4-BE49-F238E27FC236}">
                  <a16:creationId xmlns:a16="http://schemas.microsoft.com/office/drawing/2014/main" id="{3F33C160-607E-1CF7-83E4-9E172890E41D}"/>
                </a:ext>
              </a:extLst>
            </p:cNvPr>
            <p:cNvGrpSpPr/>
            <p:nvPr/>
          </p:nvGrpSpPr>
          <p:grpSpPr>
            <a:xfrm>
              <a:off x="3486123" y="2444463"/>
              <a:ext cx="2562770" cy="671250"/>
              <a:chOff x="6053048" y="700371"/>
              <a:chExt cx="2562770" cy="671250"/>
            </a:xfrm>
          </p:grpSpPr>
          <p:sp>
            <p:nvSpPr>
              <p:cNvPr id="614" name="Google Shape;614;p21">
                <a:extLst>
                  <a:ext uri="{FF2B5EF4-FFF2-40B4-BE49-F238E27FC236}">
                    <a16:creationId xmlns:a16="http://schemas.microsoft.com/office/drawing/2014/main" id="{D4BAE1C8-A75E-48CF-52FD-09D0E66DAA2A}"/>
                  </a:ext>
                </a:extLst>
              </p:cNvPr>
              <p:cNvSpPr txBox="1"/>
              <p:nvPr/>
            </p:nvSpPr>
            <p:spPr>
              <a:xfrm>
                <a:off x="6053051" y="700371"/>
                <a:ext cx="2562767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600" b="1" dirty="0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Fahimah Karim Oishi</a:t>
                </a:r>
              </a:p>
            </p:txBody>
          </p:sp>
          <p:sp>
            <p:nvSpPr>
              <p:cNvPr id="615" name="Google Shape;615;p21">
                <a:extLst>
                  <a:ext uri="{FF2B5EF4-FFF2-40B4-BE49-F238E27FC236}">
                    <a16:creationId xmlns:a16="http://schemas.microsoft.com/office/drawing/2014/main" id="{0BD32355-E47B-55F5-573F-518B7581081B}"/>
                  </a:ext>
                </a:extLst>
              </p:cNvPr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" dirty="0">
                    <a:latin typeface="Montserrat Medium" panose="00000600000000000000" pitchFamily="2" charset="0"/>
                    <a:ea typeface="Roboto"/>
                    <a:cs typeface="Roboto"/>
                    <a:sym typeface="Roboto"/>
                  </a:rPr>
                  <a:t>2022-2-60-134</a:t>
                </a:r>
              </a:p>
            </p:txBody>
          </p:sp>
        </p:grpSp>
      </p:grpSp>
      <p:grpSp>
        <p:nvGrpSpPr>
          <p:cNvPr id="616" name="Google Shape;616;p21">
            <a:extLst>
              <a:ext uri="{FF2B5EF4-FFF2-40B4-BE49-F238E27FC236}">
                <a16:creationId xmlns:a16="http://schemas.microsoft.com/office/drawing/2014/main" id="{C460686A-535D-BD01-947F-389B15A7E813}"/>
              </a:ext>
            </a:extLst>
          </p:cNvPr>
          <p:cNvGrpSpPr/>
          <p:nvPr/>
        </p:nvGrpSpPr>
        <p:grpSpPr>
          <a:xfrm>
            <a:off x="1854190" y="3035199"/>
            <a:ext cx="2943277" cy="765405"/>
            <a:chOff x="3486123" y="2350308"/>
            <a:chExt cx="2943277" cy="765405"/>
          </a:xfrm>
        </p:grpSpPr>
        <p:sp>
          <p:nvSpPr>
            <p:cNvPr id="617" name="Google Shape;617;p21">
              <a:extLst>
                <a:ext uri="{FF2B5EF4-FFF2-40B4-BE49-F238E27FC236}">
                  <a16:creationId xmlns:a16="http://schemas.microsoft.com/office/drawing/2014/main" id="{F068623D-19B1-3293-5911-CFC53801F77F}"/>
                </a:ext>
              </a:extLst>
            </p:cNvPr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8" name="Google Shape;618;p21">
              <a:extLst>
                <a:ext uri="{FF2B5EF4-FFF2-40B4-BE49-F238E27FC236}">
                  <a16:creationId xmlns:a16="http://schemas.microsoft.com/office/drawing/2014/main" id="{20AFDE9C-86D8-D65C-866B-98C873FBBBC8}"/>
                </a:ext>
              </a:extLst>
            </p:cNvPr>
            <p:cNvGrpSpPr/>
            <p:nvPr/>
          </p:nvGrpSpPr>
          <p:grpSpPr>
            <a:xfrm>
              <a:off x="3486123" y="2350308"/>
              <a:ext cx="2354389" cy="765405"/>
              <a:chOff x="6053048" y="606216"/>
              <a:chExt cx="2354389" cy="765405"/>
            </a:xfrm>
          </p:grpSpPr>
          <p:sp>
            <p:nvSpPr>
              <p:cNvPr id="619" name="Google Shape;619;p21">
                <a:extLst>
                  <a:ext uri="{FF2B5EF4-FFF2-40B4-BE49-F238E27FC236}">
                    <a16:creationId xmlns:a16="http://schemas.microsoft.com/office/drawing/2014/main" id="{AD033A53-8DE0-0E79-E6B3-F9AB802464D1}"/>
                  </a:ext>
                </a:extLst>
              </p:cNvPr>
              <p:cNvSpPr txBox="1"/>
              <p:nvPr/>
            </p:nvSpPr>
            <p:spPr>
              <a:xfrm>
                <a:off x="6089216" y="606216"/>
                <a:ext cx="2318221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600" b="1" dirty="0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  Mohammad </a:t>
                </a:r>
                <a:r>
                  <a:rPr lang="en-US" sz="1600" b="1" dirty="0" err="1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Ashiquzzaman</a:t>
                </a:r>
                <a:r>
                  <a:rPr lang="en-US" sz="1600" b="1" dirty="0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 Hadi</a:t>
                </a:r>
              </a:p>
            </p:txBody>
          </p:sp>
          <p:sp>
            <p:nvSpPr>
              <p:cNvPr id="620" name="Google Shape;620;p21">
                <a:extLst>
                  <a:ext uri="{FF2B5EF4-FFF2-40B4-BE49-F238E27FC236}">
                    <a16:creationId xmlns:a16="http://schemas.microsoft.com/office/drawing/2014/main" id="{7FC766B5-5B57-8AD7-1ACD-23BE81072D1C}"/>
                  </a:ext>
                </a:extLst>
              </p:cNvPr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" dirty="0">
                    <a:latin typeface="Montserrat Medium" panose="00000600000000000000" pitchFamily="2" charset="0"/>
                    <a:ea typeface="Roboto"/>
                    <a:cs typeface="Roboto"/>
                    <a:sym typeface="Roboto"/>
                  </a:rPr>
                  <a:t>   2021-3-60-143</a:t>
                </a:r>
              </a:p>
            </p:txBody>
          </p:sp>
        </p:grpSp>
      </p:grpSp>
      <p:grpSp>
        <p:nvGrpSpPr>
          <p:cNvPr id="621" name="Google Shape;621;p21">
            <a:extLst>
              <a:ext uri="{FF2B5EF4-FFF2-40B4-BE49-F238E27FC236}">
                <a16:creationId xmlns:a16="http://schemas.microsoft.com/office/drawing/2014/main" id="{769C2741-84F0-CE9E-E0B1-8AB5C24AEF53}"/>
              </a:ext>
            </a:extLst>
          </p:cNvPr>
          <p:cNvGrpSpPr/>
          <p:nvPr/>
        </p:nvGrpSpPr>
        <p:grpSpPr>
          <a:xfrm>
            <a:off x="457198" y="4055013"/>
            <a:ext cx="2943277" cy="671250"/>
            <a:chOff x="3486123" y="2444463"/>
            <a:chExt cx="2943277" cy="671250"/>
          </a:xfrm>
        </p:grpSpPr>
        <p:sp>
          <p:nvSpPr>
            <p:cNvPr id="622" name="Google Shape;622;p21">
              <a:extLst>
                <a:ext uri="{FF2B5EF4-FFF2-40B4-BE49-F238E27FC236}">
                  <a16:creationId xmlns:a16="http://schemas.microsoft.com/office/drawing/2014/main" id="{B0294BEE-2C64-00E1-20B4-0BCAC3265BF6}"/>
                </a:ext>
              </a:extLst>
            </p:cNvPr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23" name="Google Shape;623;p21">
              <a:extLst>
                <a:ext uri="{FF2B5EF4-FFF2-40B4-BE49-F238E27FC236}">
                  <a16:creationId xmlns:a16="http://schemas.microsoft.com/office/drawing/2014/main" id="{8357E973-E806-A6C4-CC81-F508EE139CF5}"/>
                </a:ext>
              </a:extLst>
            </p:cNvPr>
            <p:cNvGrpSpPr/>
            <p:nvPr/>
          </p:nvGrpSpPr>
          <p:grpSpPr>
            <a:xfrm>
              <a:off x="3486123" y="2444463"/>
              <a:ext cx="1981204" cy="671250"/>
              <a:chOff x="6053048" y="700371"/>
              <a:chExt cx="1981204" cy="671250"/>
            </a:xfrm>
          </p:grpSpPr>
          <p:sp>
            <p:nvSpPr>
              <p:cNvPr id="624" name="Google Shape;624;p21">
                <a:extLst>
                  <a:ext uri="{FF2B5EF4-FFF2-40B4-BE49-F238E27FC236}">
                    <a16:creationId xmlns:a16="http://schemas.microsoft.com/office/drawing/2014/main" id="{F94A47B2-F95B-B2A5-6339-693BEE905F42}"/>
                  </a:ext>
                </a:extLst>
              </p:cNvPr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600" b="1" dirty="0">
                    <a:latin typeface="Montserrat SemiBold" panose="00000700000000000000" pitchFamily="2" charset="0"/>
                    <a:ea typeface="Fira Sans Extra Condensed"/>
                    <a:cs typeface="Fira Sans Extra Condensed"/>
                    <a:sym typeface="Fira Sans Extra Condensed"/>
                  </a:rPr>
                  <a:t> Sahla Fabia Safa</a:t>
                </a:r>
              </a:p>
            </p:txBody>
          </p:sp>
          <p:sp>
            <p:nvSpPr>
              <p:cNvPr id="625" name="Google Shape;625;p21">
                <a:extLst>
                  <a:ext uri="{FF2B5EF4-FFF2-40B4-BE49-F238E27FC236}">
                    <a16:creationId xmlns:a16="http://schemas.microsoft.com/office/drawing/2014/main" id="{54ADABFA-F45B-8D41-B398-6E63323D8778}"/>
                  </a:ext>
                </a:extLst>
              </p:cNvPr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" dirty="0">
                    <a:latin typeface="Montserrat Medium" panose="00000600000000000000" pitchFamily="2" charset="0"/>
                    <a:ea typeface="Roboto"/>
                    <a:cs typeface="Roboto"/>
                    <a:sym typeface="Roboto"/>
                  </a:rPr>
                  <a:t> 2021-2-60-061</a:t>
                </a:r>
              </a:p>
            </p:txBody>
          </p:sp>
        </p:grpSp>
      </p:grpSp>
      <p:cxnSp>
        <p:nvCxnSpPr>
          <p:cNvPr id="626" name="Google Shape;626;p21">
            <a:extLst>
              <a:ext uri="{FF2B5EF4-FFF2-40B4-BE49-F238E27FC236}">
                <a16:creationId xmlns:a16="http://schemas.microsoft.com/office/drawing/2014/main" id="{AE3BD969-7723-A4DE-980C-971619C98639}"/>
              </a:ext>
            </a:extLst>
          </p:cNvPr>
          <p:cNvCxnSpPr>
            <a:cxnSpLocks/>
            <a:stCxn id="617" idx="4"/>
            <a:endCxn id="622" idx="6"/>
          </p:cNvCxnSpPr>
          <p:nvPr/>
        </p:nvCxnSpPr>
        <p:spPr>
          <a:xfrm rot="5400000">
            <a:off x="3636142" y="3531574"/>
            <a:ext cx="623409" cy="1094742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>
            <a:extLst>
              <a:ext uri="{FF2B5EF4-FFF2-40B4-BE49-F238E27FC236}">
                <a16:creationId xmlns:a16="http://schemas.microsoft.com/office/drawing/2014/main" id="{191AFC18-025C-23FB-2154-4D6D51FF7169}"/>
              </a:ext>
            </a:extLst>
          </p:cNvPr>
          <p:cNvCxnSpPr>
            <a:cxnSpLocks/>
            <a:stCxn id="612" idx="4"/>
            <a:endCxn id="617" idx="6"/>
          </p:cNvCxnSpPr>
          <p:nvPr/>
        </p:nvCxnSpPr>
        <p:spPr>
          <a:xfrm rot="5400000">
            <a:off x="5033134" y="2605917"/>
            <a:ext cx="623408" cy="1094741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21">
            <a:extLst>
              <a:ext uri="{FF2B5EF4-FFF2-40B4-BE49-F238E27FC236}">
                <a16:creationId xmlns:a16="http://schemas.microsoft.com/office/drawing/2014/main" id="{6F8310AD-EFC1-E52A-CDF5-EAE60A7C9025}"/>
              </a:ext>
            </a:extLst>
          </p:cNvPr>
          <p:cNvCxnSpPr>
            <a:cxnSpLocks/>
            <a:stCxn id="607" idx="4"/>
            <a:endCxn id="612" idx="6"/>
          </p:cNvCxnSpPr>
          <p:nvPr/>
        </p:nvCxnSpPr>
        <p:spPr>
          <a:xfrm rot="5400000">
            <a:off x="6430125" y="1680258"/>
            <a:ext cx="623408" cy="1094742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1" name="Google Shape;631;p21">
            <a:extLst>
              <a:ext uri="{FF2B5EF4-FFF2-40B4-BE49-F238E27FC236}">
                <a16:creationId xmlns:a16="http://schemas.microsoft.com/office/drawing/2014/main" id="{B6B168E8-2F37-E25D-168D-E6EC52AFD38A}"/>
              </a:ext>
            </a:extLst>
          </p:cNvPr>
          <p:cNvSpPr txBox="1"/>
          <p:nvPr/>
        </p:nvSpPr>
        <p:spPr>
          <a:xfrm>
            <a:off x="291980" y="1138183"/>
            <a:ext cx="2806589" cy="47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600" b="1" dirty="0">
                <a:solidFill>
                  <a:schemeClr val="bg2">
                    <a:lumMod val="10000"/>
                  </a:schemeClr>
                </a:solidFill>
                <a:latin typeface="Montserrat Medium" panose="00000600000000000000" pitchFamily="2" charset="0"/>
              </a:rPr>
            </a:b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Montserrat Medium" panose="00000600000000000000" pitchFamily="2" charset="0"/>
              </a:rPr>
              <a:t>Dr. Raihan Ul Islam</a:t>
            </a:r>
          </a:p>
          <a:p>
            <a:r>
              <a:rPr lang="en-US" b="1" dirty="0">
                <a:solidFill>
                  <a:schemeClr val="tx1"/>
                </a:solidFill>
                <a:latin typeface="Montserrat Medium" panose="00000600000000000000" pitchFamily="2" charset="0"/>
              </a:rPr>
              <a:t>Associate Professor</a:t>
            </a:r>
            <a:br>
              <a:rPr lang="en-US" dirty="0">
                <a:latin typeface="Montserrat Medium" panose="00000600000000000000" pitchFamily="2" charset="0"/>
              </a:rPr>
            </a:br>
            <a:r>
              <a:rPr lang="en-US" dirty="0">
                <a:latin typeface="Montserrat Medium" panose="00000600000000000000" pitchFamily="2" charset="0"/>
              </a:rPr>
              <a:t>Department of Computer Science &amp; Engineering</a:t>
            </a:r>
          </a:p>
        </p:txBody>
      </p:sp>
      <p:grpSp>
        <p:nvGrpSpPr>
          <p:cNvPr id="632" name="Google Shape;632;p21">
            <a:extLst>
              <a:ext uri="{FF2B5EF4-FFF2-40B4-BE49-F238E27FC236}">
                <a16:creationId xmlns:a16="http://schemas.microsoft.com/office/drawing/2014/main" id="{BC022F96-C799-7DFA-68C9-261B9BF5892F}"/>
              </a:ext>
            </a:extLst>
          </p:cNvPr>
          <p:cNvGrpSpPr/>
          <p:nvPr/>
        </p:nvGrpSpPr>
        <p:grpSpPr>
          <a:xfrm>
            <a:off x="2901536" y="1385995"/>
            <a:ext cx="367726" cy="307374"/>
            <a:chOff x="4794038" y="3489860"/>
            <a:chExt cx="367726" cy="307374"/>
          </a:xfrm>
        </p:grpSpPr>
        <p:sp>
          <p:nvSpPr>
            <p:cNvPr id="633" name="Google Shape;633;p21">
              <a:extLst>
                <a:ext uri="{FF2B5EF4-FFF2-40B4-BE49-F238E27FC236}">
                  <a16:creationId xmlns:a16="http://schemas.microsoft.com/office/drawing/2014/main" id="{84BE1A00-981B-00BF-43E4-ABF940232554}"/>
                </a:ext>
              </a:extLst>
            </p:cNvPr>
            <p:cNvSpPr/>
            <p:nvPr/>
          </p:nvSpPr>
          <p:spPr>
            <a:xfrm>
              <a:off x="4794038" y="3744242"/>
              <a:ext cx="367726" cy="52992"/>
            </a:xfrm>
            <a:custGeom>
              <a:avLst/>
              <a:gdLst/>
              <a:ahLst/>
              <a:cxnLst/>
              <a:rect l="l" t="t" r="r" b="b"/>
              <a:pathLst>
                <a:path w="10742" h="1548" extrusionOk="0">
                  <a:moveTo>
                    <a:pt x="191" y="0"/>
                  </a:moveTo>
                  <a:cubicBezTo>
                    <a:pt x="96" y="0"/>
                    <a:pt x="1" y="72"/>
                    <a:pt x="25" y="167"/>
                  </a:cubicBezTo>
                  <a:lnTo>
                    <a:pt x="25" y="857"/>
                  </a:lnTo>
                  <a:cubicBezTo>
                    <a:pt x="1" y="1238"/>
                    <a:pt x="311" y="1548"/>
                    <a:pt x="692" y="1548"/>
                  </a:cubicBezTo>
                  <a:lnTo>
                    <a:pt x="10051" y="1548"/>
                  </a:lnTo>
                  <a:cubicBezTo>
                    <a:pt x="10432" y="1548"/>
                    <a:pt x="10741" y="1238"/>
                    <a:pt x="10741" y="857"/>
                  </a:cubicBezTo>
                  <a:lnTo>
                    <a:pt x="10741" y="167"/>
                  </a:lnTo>
                  <a:cubicBezTo>
                    <a:pt x="10741" y="72"/>
                    <a:pt x="10646" y="0"/>
                    <a:pt x="10551" y="0"/>
                  </a:cubicBezTo>
                  <a:lnTo>
                    <a:pt x="6717" y="0"/>
                  </a:lnTo>
                  <a:lnTo>
                    <a:pt x="6574" y="357"/>
                  </a:lnTo>
                  <a:cubicBezTo>
                    <a:pt x="6526" y="429"/>
                    <a:pt x="6455" y="500"/>
                    <a:pt x="6359" y="500"/>
                  </a:cubicBezTo>
                  <a:lnTo>
                    <a:pt x="4407" y="500"/>
                  </a:lnTo>
                  <a:cubicBezTo>
                    <a:pt x="4311" y="500"/>
                    <a:pt x="4216" y="429"/>
                    <a:pt x="4192" y="357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>
              <a:extLst>
                <a:ext uri="{FF2B5EF4-FFF2-40B4-BE49-F238E27FC236}">
                  <a16:creationId xmlns:a16="http://schemas.microsoft.com/office/drawing/2014/main" id="{E90576D7-E141-449B-4EEB-772896E60B9C}"/>
                </a:ext>
              </a:extLst>
            </p:cNvPr>
            <p:cNvSpPr/>
            <p:nvPr/>
          </p:nvSpPr>
          <p:spPr>
            <a:xfrm>
              <a:off x="4929393" y="3629289"/>
              <a:ext cx="97049" cy="27728"/>
            </a:xfrm>
            <a:custGeom>
              <a:avLst/>
              <a:gdLst/>
              <a:ahLst/>
              <a:cxnLst/>
              <a:rect l="l" t="t" r="r" b="b"/>
              <a:pathLst>
                <a:path w="2835" h="810" extrusionOk="0">
                  <a:moveTo>
                    <a:pt x="0" y="0"/>
                  </a:moveTo>
                  <a:lnTo>
                    <a:pt x="0" y="453"/>
                  </a:lnTo>
                  <a:cubicBezTo>
                    <a:pt x="441" y="691"/>
                    <a:pt x="929" y="810"/>
                    <a:pt x="1417" y="810"/>
                  </a:cubicBezTo>
                  <a:cubicBezTo>
                    <a:pt x="1905" y="810"/>
                    <a:pt x="2394" y="691"/>
                    <a:pt x="2834" y="453"/>
                  </a:cubicBezTo>
                  <a:lnTo>
                    <a:pt x="2834" y="0"/>
                  </a:lnTo>
                  <a:lnTo>
                    <a:pt x="1548" y="477"/>
                  </a:lnTo>
                  <a:cubicBezTo>
                    <a:pt x="1524" y="500"/>
                    <a:pt x="1477" y="500"/>
                    <a:pt x="1429" y="500"/>
                  </a:cubicBezTo>
                  <a:cubicBezTo>
                    <a:pt x="1405" y="500"/>
                    <a:pt x="1358" y="500"/>
                    <a:pt x="1334" y="4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21">
              <a:extLst>
                <a:ext uri="{FF2B5EF4-FFF2-40B4-BE49-F238E27FC236}">
                  <a16:creationId xmlns:a16="http://schemas.microsoft.com/office/drawing/2014/main" id="{119CC69E-26F3-BE51-9D97-3D2CEF277F78}"/>
                </a:ext>
              </a:extLst>
            </p:cNvPr>
            <p:cNvSpPr/>
            <p:nvPr/>
          </p:nvSpPr>
          <p:spPr>
            <a:xfrm>
              <a:off x="4900843" y="3566507"/>
              <a:ext cx="155758" cy="57921"/>
            </a:xfrm>
            <a:custGeom>
              <a:avLst/>
              <a:gdLst/>
              <a:ahLst/>
              <a:cxnLst/>
              <a:rect l="l" t="t" r="r" b="b"/>
              <a:pathLst>
                <a:path w="4550" h="1692" extrusionOk="0">
                  <a:moveTo>
                    <a:pt x="2287" y="1"/>
                  </a:moveTo>
                  <a:lnTo>
                    <a:pt x="1" y="858"/>
                  </a:lnTo>
                  <a:lnTo>
                    <a:pt x="2287" y="1691"/>
                  </a:lnTo>
                  <a:lnTo>
                    <a:pt x="4549" y="858"/>
                  </a:lnTo>
                  <a:lnTo>
                    <a:pt x="22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1">
              <a:extLst>
                <a:ext uri="{FF2B5EF4-FFF2-40B4-BE49-F238E27FC236}">
                  <a16:creationId xmlns:a16="http://schemas.microsoft.com/office/drawing/2014/main" id="{3624D6F8-AE34-056F-BF84-1042A0128450}"/>
                </a:ext>
              </a:extLst>
            </p:cNvPr>
            <p:cNvSpPr/>
            <p:nvPr/>
          </p:nvSpPr>
          <p:spPr>
            <a:xfrm>
              <a:off x="4809545" y="3489860"/>
              <a:ext cx="337532" cy="249521"/>
            </a:xfrm>
            <a:custGeom>
              <a:avLst/>
              <a:gdLst/>
              <a:ahLst/>
              <a:cxnLst/>
              <a:rect l="l" t="t" r="r" b="b"/>
              <a:pathLst>
                <a:path w="9860" h="7289" extrusionOk="0">
                  <a:moveTo>
                    <a:pt x="4942" y="1585"/>
                  </a:moveTo>
                  <a:cubicBezTo>
                    <a:pt x="4978" y="1585"/>
                    <a:pt x="5013" y="1597"/>
                    <a:pt x="5049" y="1620"/>
                  </a:cubicBezTo>
                  <a:lnTo>
                    <a:pt x="8240" y="2787"/>
                  </a:lnTo>
                  <a:cubicBezTo>
                    <a:pt x="8359" y="2835"/>
                    <a:pt x="8455" y="2954"/>
                    <a:pt x="8455" y="3073"/>
                  </a:cubicBezTo>
                  <a:cubicBezTo>
                    <a:pt x="8455" y="3216"/>
                    <a:pt x="8359" y="3335"/>
                    <a:pt x="8240" y="3383"/>
                  </a:cubicBezTo>
                  <a:lnTo>
                    <a:pt x="6978" y="3835"/>
                  </a:lnTo>
                  <a:lnTo>
                    <a:pt x="6978" y="4692"/>
                  </a:lnTo>
                  <a:cubicBezTo>
                    <a:pt x="6954" y="4788"/>
                    <a:pt x="6907" y="4883"/>
                    <a:pt x="6835" y="4954"/>
                  </a:cubicBezTo>
                  <a:cubicBezTo>
                    <a:pt x="6252" y="5324"/>
                    <a:pt x="5591" y="5508"/>
                    <a:pt x="4930" y="5508"/>
                  </a:cubicBezTo>
                  <a:cubicBezTo>
                    <a:pt x="4269" y="5508"/>
                    <a:pt x="3608" y="5324"/>
                    <a:pt x="3025" y="4954"/>
                  </a:cubicBezTo>
                  <a:cubicBezTo>
                    <a:pt x="2930" y="4883"/>
                    <a:pt x="2882" y="4788"/>
                    <a:pt x="2882" y="4692"/>
                  </a:cubicBezTo>
                  <a:lnTo>
                    <a:pt x="2882" y="3835"/>
                  </a:lnTo>
                  <a:lnTo>
                    <a:pt x="2572" y="3716"/>
                  </a:lnTo>
                  <a:lnTo>
                    <a:pt x="2572" y="4669"/>
                  </a:lnTo>
                  <a:cubicBezTo>
                    <a:pt x="2549" y="4859"/>
                    <a:pt x="2400" y="4954"/>
                    <a:pt x="2251" y="4954"/>
                  </a:cubicBezTo>
                  <a:cubicBezTo>
                    <a:pt x="2102" y="4954"/>
                    <a:pt x="1953" y="4859"/>
                    <a:pt x="1929" y="4669"/>
                  </a:cubicBezTo>
                  <a:lnTo>
                    <a:pt x="1929" y="3478"/>
                  </a:lnTo>
                  <a:lnTo>
                    <a:pt x="1644" y="3383"/>
                  </a:lnTo>
                  <a:cubicBezTo>
                    <a:pt x="1501" y="3335"/>
                    <a:pt x="1429" y="3216"/>
                    <a:pt x="1429" y="3073"/>
                  </a:cubicBezTo>
                  <a:cubicBezTo>
                    <a:pt x="1429" y="2954"/>
                    <a:pt x="1501" y="2835"/>
                    <a:pt x="1644" y="2787"/>
                  </a:cubicBezTo>
                  <a:lnTo>
                    <a:pt x="4835" y="1620"/>
                  </a:lnTo>
                  <a:cubicBezTo>
                    <a:pt x="4870" y="1597"/>
                    <a:pt x="4906" y="1585"/>
                    <a:pt x="4942" y="1585"/>
                  </a:cubicBezTo>
                  <a:close/>
                  <a:moveTo>
                    <a:pt x="905" y="1"/>
                  </a:moveTo>
                  <a:cubicBezTo>
                    <a:pt x="405" y="1"/>
                    <a:pt x="0" y="406"/>
                    <a:pt x="0" y="930"/>
                  </a:cubicBezTo>
                  <a:lnTo>
                    <a:pt x="0" y="6788"/>
                  </a:lnTo>
                  <a:lnTo>
                    <a:pt x="3596" y="6788"/>
                  </a:lnTo>
                  <a:cubicBezTo>
                    <a:pt x="3858" y="6788"/>
                    <a:pt x="4097" y="6931"/>
                    <a:pt x="4192" y="7169"/>
                  </a:cubicBezTo>
                  <a:lnTo>
                    <a:pt x="4168" y="7169"/>
                  </a:lnTo>
                  <a:lnTo>
                    <a:pt x="4216" y="7288"/>
                  </a:lnTo>
                  <a:lnTo>
                    <a:pt x="5644" y="7288"/>
                  </a:lnTo>
                  <a:lnTo>
                    <a:pt x="5692" y="7169"/>
                  </a:lnTo>
                  <a:cubicBezTo>
                    <a:pt x="5787" y="6931"/>
                    <a:pt x="6002" y="6788"/>
                    <a:pt x="6264" y="6788"/>
                  </a:cubicBezTo>
                  <a:lnTo>
                    <a:pt x="9860" y="6788"/>
                  </a:lnTo>
                  <a:lnTo>
                    <a:pt x="9860" y="930"/>
                  </a:lnTo>
                  <a:cubicBezTo>
                    <a:pt x="9860" y="406"/>
                    <a:pt x="9455" y="1"/>
                    <a:pt x="8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935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subTitle" idx="13"/>
          </p:nvPr>
        </p:nvSpPr>
        <p:spPr>
          <a:xfrm>
            <a:off x="1532475" y="1938576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Momentum Contrast(MoCo) Architecture</a:t>
            </a:r>
            <a:endParaRPr dirty="0"/>
          </a:p>
        </p:txBody>
      </p:sp>
      <p:sp>
        <p:nvSpPr>
          <p:cNvPr id="371" name="Google Shape;371;p27"/>
          <p:cNvSpPr txBox="1">
            <a:spLocks noGrp="1"/>
          </p:cNvSpPr>
          <p:nvPr>
            <p:ph type="title" idx="5"/>
          </p:nvPr>
        </p:nvSpPr>
        <p:spPr>
          <a:xfrm>
            <a:off x="837975" y="1338325"/>
            <a:ext cx="694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2" name="Google Shape;372;p27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Model’s Used</a:t>
            </a:r>
            <a:endParaRPr dirty="0"/>
          </a:p>
        </p:txBody>
      </p:sp>
      <p:sp>
        <p:nvSpPr>
          <p:cNvPr id="373" name="Google Shape;373;p27"/>
          <p:cNvSpPr txBox="1">
            <a:spLocks noGrp="1"/>
          </p:cNvSpPr>
          <p:nvPr>
            <p:ph type="subTitle" idx="15"/>
          </p:nvPr>
        </p:nvSpPr>
        <p:spPr>
          <a:xfrm>
            <a:off x="1543425" y="3033127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Masked Autoencoders(MAE) Architecture</a:t>
            </a:r>
            <a:endParaRPr dirty="0"/>
          </a:p>
        </p:txBody>
      </p:sp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 idx="6"/>
          </p:nvPr>
        </p:nvSpPr>
        <p:spPr>
          <a:xfrm>
            <a:off x="859875" y="2495567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7"/>
          </p:nvPr>
        </p:nvSpPr>
        <p:spPr>
          <a:xfrm>
            <a:off x="848925" y="1936977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27"/>
          <p:cNvSpPr txBox="1">
            <a:spLocks noGrp="1"/>
          </p:cNvSpPr>
          <p:nvPr>
            <p:ph type="title" idx="8"/>
          </p:nvPr>
        </p:nvSpPr>
        <p:spPr>
          <a:xfrm>
            <a:off x="859875" y="3033130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ubTitle" idx="14"/>
          </p:nvPr>
        </p:nvSpPr>
        <p:spPr>
          <a:xfrm>
            <a:off x="1543425" y="2496365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>
                <a:solidFill>
                  <a:srgbClr val="4D5356"/>
                </a:solidFill>
                <a:latin typeface="Titillium Web" panose="00000500000000000000" pitchFamily="2" charset="0"/>
              </a:rPr>
              <a:t>SimClr</a:t>
            </a:r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 Framework</a:t>
            </a:r>
            <a:endParaRPr dirty="0"/>
          </a:p>
        </p:txBody>
      </p:sp>
      <p:sp>
        <p:nvSpPr>
          <p:cNvPr id="10" name="Google Shape;370;p27">
            <a:extLst>
              <a:ext uri="{FF2B5EF4-FFF2-40B4-BE49-F238E27FC236}">
                <a16:creationId xmlns:a16="http://schemas.microsoft.com/office/drawing/2014/main" id="{2D809BE4-E2B9-3988-2799-2009EDF5E06B}"/>
              </a:ext>
            </a:extLst>
          </p:cNvPr>
          <p:cNvSpPr txBox="1">
            <a:spLocks/>
          </p:cNvSpPr>
          <p:nvPr/>
        </p:nvSpPr>
        <p:spPr>
          <a:xfrm>
            <a:off x="1532475" y="3569889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dirty="0"/>
              <a:t>Byol Algorithm</a:t>
            </a:r>
            <a:endParaRPr lang="en-US" dirty="0"/>
          </a:p>
        </p:txBody>
      </p:sp>
      <p:sp>
        <p:nvSpPr>
          <p:cNvPr id="11" name="Google Shape;373;p27">
            <a:extLst>
              <a:ext uri="{FF2B5EF4-FFF2-40B4-BE49-F238E27FC236}">
                <a16:creationId xmlns:a16="http://schemas.microsoft.com/office/drawing/2014/main" id="{19445884-46B8-668C-E1C0-EF75B9F95C2B}"/>
              </a:ext>
            </a:extLst>
          </p:cNvPr>
          <p:cNvSpPr txBox="1">
            <a:spLocks/>
          </p:cNvSpPr>
          <p:nvPr/>
        </p:nvSpPr>
        <p:spPr>
          <a:xfrm>
            <a:off x="1543425" y="4664440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dirty="0"/>
              <a:t>Performance Table Self Supervise Model’s</a:t>
            </a:r>
            <a:endParaRPr lang="en-US" dirty="0"/>
          </a:p>
        </p:txBody>
      </p:sp>
      <p:sp>
        <p:nvSpPr>
          <p:cNvPr id="12" name="Google Shape;379;p27">
            <a:extLst>
              <a:ext uri="{FF2B5EF4-FFF2-40B4-BE49-F238E27FC236}">
                <a16:creationId xmlns:a16="http://schemas.microsoft.com/office/drawing/2014/main" id="{FFB2E365-CE0C-19CC-FE5E-56968E4DE9C8}"/>
              </a:ext>
            </a:extLst>
          </p:cNvPr>
          <p:cNvSpPr txBox="1">
            <a:spLocks/>
          </p:cNvSpPr>
          <p:nvPr/>
        </p:nvSpPr>
        <p:spPr>
          <a:xfrm>
            <a:off x="859875" y="4126880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tillium Web"/>
              <a:buNone/>
              <a:defRPr sz="28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3" name="Google Shape;380;p27">
            <a:extLst>
              <a:ext uri="{FF2B5EF4-FFF2-40B4-BE49-F238E27FC236}">
                <a16:creationId xmlns:a16="http://schemas.microsoft.com/office/drawing/2014/main" id="{C696816C-B6AB-B442-A37A-95630D6232CF}"/>
              </a:ext>
            </a:extLst>
          </p:cNvPr>
          <p:cNvSpPr txBox="1">
            <a:spLocks/>
          </p:cNvSpPr>
          <p:nvPr/>
        </p:nvSpPr>
        <p:spPr>
          <a:xfrm>
            <a:off x="848925" y="3568290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tillium Web"/>
              <a:buNone/>
              <a:defRPr sz="28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4" name="Google Shape;381;p27">
            <a:extLst>
              <a:ext uri="{FF2B5EF4-FFF2-40B4-BE49-F238E27FC236}">
                <a16:creationId xmlns:a16="http://schemas.microsoft.com/office/drawing/2014/main" id="{8CAF7256-A809-83CF-0FC1-EACF0261B14D}"/>
              </a:ext>
            </a:extLst>
          </p:cNvPr>
          <p:cNvSpPr txBox="1">
            <a:spLocks/>
          </p:cNvSpPr>
          <p:nvPr/>
        </p:nvSpPr>
        <p:spPr>
          <a:xfrm>
            <a:off x="859875" y="4664443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tillium Web"/>
              <a:buNone/>
              <a:defRPr sz="28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5" name="Google Shape;382;p27">
            <a:extLst>
              <a:ext uri="{FF2B5EF4-FFF2-40B4-BE49-F238E27FC236}">
                <a16:creationId xmlns:a16="http://schemas.microsoft.com/office/drawing/2014/main" id="{5474DDA5-88A3-BE44-D181-6FD84065555A}"/>
              </a:ext>
            </a:extLst>
          </p:cNvPr>
          <p:cNvSpPr txBox="1">
            <a:spLocks/>
          </p:cNvSpPr>
          <p:nvPr/>
        </p:nvSpPr>
        <p:spPr>
          <a:xfrm>
            <a:off x="1543425" y="4127678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dirty="0"/>
              <a:t>Performance Table Pre-Trained Model’s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E6CA59-2B19-AAC1-25E0-0384FA8BA1FF}"/>
              </a:ext>
            </a:extLst>
          </p:cNvPr>
          <p:cNvSpPr/>
          <p:nvPr/>
        </p:nvSpPr>
        <p:spPr>
          <a:xfrm>
            <a:off x="7918027" y="2571750"/>
            <a:ext cx="1706880" cy="201018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9F315029-B360-85F1-7A7E-515A63B3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>
            <a:extLst>
              <a:ext uri="{FF2B5EF4-FFF2-40B4-BE49-F238E27FC236}">
                <a16:creationId xmlns:a16="http://schemas.microsoft.com/office/drawing/2014/main" id="{969A6ED5-8DFC-B673-E175-1D2B44F86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7401" y="40919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Model’s Used</a:t>
            </a:r>
            <a:endParaRPr dirty="0"/>
          </a:p>
        </p:txBody>
      </p:sp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667FF8AD-5AC5-FDDA-F0C1-86190F27CDD2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946878" y="1819836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Pre-trained Models</a:t>
            </a:r>
            <a:endParaRPr dirty="0"/>
          </a:p>
        </p:txBody>
      </p:sp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A178E163-E93E-E70E-DC5C-B7AE140B369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41903" y="1819836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SimClr</a:t>
            </a:r>
            <a:endParaRPr dirty="0"/>
          </a:p>
        </p:txBody>
      </p:sp>
      <p:sp>
        <p:nvSpPr>
          <p:cNvPr id="514" name="Google Shape;514;p31">
            <a:extLst>
              <a:ext uri="{FF2B5EF4-FFF2-40B4-BE49-F238E27FC236}">
                <a16:creationId xmlns:a16="http://schemas.microsoft.com/office/drawing/2014/main" id="{A30348D8-3605-8137-9655-E33A0E36F916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37504" y="1819836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MoCo</a:t>
            </a:r>
            <a:endParaRPr dirty="0"/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05E40353-69ED-4F62-7C6E-F71D378FA792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83073" y="3310940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MAE</a:t>
            </a:r>
            <a:endParaRPr dirty="0"/>
          </a:p>
        </p:txBody>
      </p:sp>
      <p:sp>
        <p:nvSpPr>
          <p:cNvPr id="516" name="Google Shape;516;p31">
            <a:extLst>
              <a:ext uri="{FF2B5EF4-FFF2-40B4-BE49-F238E27FC236}">
                <a16:creationId xmlns:a16="http://schemas.microsoft.com/office/drawing/2014/main" id="{24EDA10A-7450-DD44-5969-DA869DA9712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678098" y="3310940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BYOL</a:t>
            </a:r>
            <a:endParaRPr dirty="0"/>
          </a:p>
        </p:txBody>
      </p:sp>
      <p:sp>
        <p:nvSpPr>
          <p:cNvPr id="517" name="Google Shape;517;p31">
            <a:extLst>
              <a:ext uri="{FF2B5EF4-FFF2-40B4-BE49-F238E27FC236}">
                <a16:creationId xmlns:a16="http://schemas.microsoft.com/office/drawing/2014/main" id="{C0CC3347-B9EB-FC43-4312-26D3118AC065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273699" y="3310940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DINOv2</a:t>
            </a:r>
            <a:endParaRPr dirty="0"/>
          </a:p>
        </p:txBody>
      </p:sp>
      <p:sp>
        <p:nvSpPr>
          <p:cNvPr id="518" name="Google Shape;518;p31">
            <a:extLst>
              <a:ext uri="{FF2B5EF4-FFF2-40B4-BE49-F238E27FC236}">
                <a16:creationId xmlns:a16="http://schemas.microsoft.com/office/drawing/2014/main" id="{B7545BF7-05CB-DCB4-84E7-AEF68AF071B2}"/>
              </a:ext>
            </a:extLst>
          </p:cNvPr>
          <p:cNvSpPr/>
          <p:nvPr/>
        </p:nvSpPr>
        <p:spPr>
          <a:xfrm>
            <a:off x="1185040" y="2920615"/>
            <a:ext cx="360356" cy="358832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9" name="Google Shape;519;p31">
            <a:extLst>
              <a:ext uri="{FF2B5EF4-FFF2-40B4-BE49-F238E27FC236}">
                <a16:creationId xmlns:a16="http://schemas.microsoft.com/office/drawing/2014/main" id="{17D87A3D-B529-041B-1CA9-6EDB9CFF2D37}"/>
              </a:ext>
            </a:extLst>
          </p:cNvPr>
          <p:cNvGrpSpPr/>
          <p:nvPr/>
        </p:nvGrpSpPr>
        <p:grpSpPr>
          <a:xfrm>
            <a:off x="3769732" y="2948798"/>
            <a:ext cx="373185" cy="302466"/>
            <a:chOff x="5220616" y="2791061"/>
            <a:chExt cx="373185" cy="302466"/>
          </a:xfrm>
        </p:grpSpPr>
        <p:sp>
          <p:nvSpPr>
            <p:cNvPr id="520" name="Google Shape;520;p31">
              <a:extLst>
                <a:ext uri="{FF2B5EF4-FFF2-40B4-BE49-F238E27FC236}">
                  <a16:creationId xmlns:a16="http://schemas.microsoft.com/office/drawing/2014/main" id="{1F7DA7F5-89A5-63A0-3AEB-5433DEA1E67C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>
              <a:extLst>
                <a:ext uri="{FF2B5EF4-FFF2-40B4-BE49-F238E27FC236}">
                  <a16:creationId xmlns:a16="http://schemas.microsoft.com/office/drawing/2014/main" id="{C017256A-6627-A6D2-0F5C-C36B0064FBE7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>
              <a:extLst>
                <a:ext uri="{FF2B5EF4-FFF2-40B4-BE49-F238E27FC236}">
                  <a16:creationId xmlns:a16="http://schemas.microsoft.com/office/drawing/2014/main" id="{62A528F4-569D-2957-3B96-8E4443730297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>
              <a:extLst>
                <a:ext uri="{FF2B5EF4-FFF2-40B4-BE49-F238E27FC236}">
                  <a16:creationId xmlns:a16="http://schemas.microsoft.com/office/drawing/2014/main" id="{F35048F5-00A7-0BEF-F7EE-E703161F589A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>
              <a:extLst>
                <a:ext uri="{FF2B5EF4-FFF2-40B4-BE49-F238E27FC236}">
                  <a16:creationId xmlns:a16="http://schemas.microsoft.com/office/drawing/2014/main" id="{C355682F-968E-8A33-DFDD-CC466C9D2859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>
              <a:extLst>
                <a:ext uri="{FF2B5EF4-FFF2-40B4-BE49-F238E27FC236}">
                  <a16:creationId xmlns:a16="http://schemas.microsoft.com/office/drawing/2014/main" id="{346A42AE-ABF6-B507-D959-288E26923FF0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>
              <a:extLst>
                <a:ext uri="{FF2B5EF4-FFF2-40B4-BE49-F238E27FC236}">
                  <a16:creationId xmlns:a16="http://schemas.microsoft.com/office/drawing/2014/main" id="{D0F3D5E5-8109-B371-D517-3769CD8B8C98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>
              <a:extLst>
                <a:ext uri="{FF2B5EF4-FFF2-40B4-BE49-F238E27FC236}">
                  <a16:creationId xmlns:a16="http://schemas.microsoft.com/office/drawing/2014/main" id="{4507B35D-8D21-FF8A-0F4A-0E490DD3819C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>
              <a:extLst>
                <a:ext uri="{FF2B5EF4-FFF2-40B4-BE49-F238E27FC236}">
                  <a16:creationId xmlns:a16="http://schemas.microsoft.com/office/drawing/2014/main" id="{42558804-8ACD-0466-6C41-75C6FB121952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>
              <a:extLst>
                <a:ext uri="{FF2B5EF4-FFF2-40B4-BE49-F238E27FC236}">
                  <a16:creationId xmlns:a16="http://schemas.microsoft.com/office/drawing/2014/main" id="{D1F7FC7D-6B0A-F4B3-AA08-1DFFDCD45CBA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>
              <a:extLst>
                <a:ext uri="{FF2B5EF4-FFF2-40B4-BE49-F238E27FC236}">
                  <a16:creationId xmlns:a16="http://schemas.microsoft.com/office/drawing/2014/main" id="{8483AFC5-BB60-4EEB-DB48-6BDA22179E48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>
              <a:extLst>
                <a:ext uri="{FF2B5EF4-FFF2-40B4-BE49-F238E27FC236}">
                  <a16:creationId xmlns:a16="http://schemas.microsoft.com/office/drawing/2014/main" id="{9DF4425D-0C05-22E5-939E-8EC8C567EEBD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1">
              <a:extLst>
                <a:ext uri="{FF2B5EF4-FFF2-40B4-BE49-F238E27FC236}">
                  <a16:creationId xmlns:a16="http://schemas.microsoft.com/office/drawing/2014/main" id="{1BEE121C-DF91-9D66-BF63-0A6B0FBD8AE7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1">
              <a:extLst>
                <a:ext uri="{FF2B5EF4-FFF2-40B4-BE49-F238E27FC236}">
                  <a16:creationId xmlns:a16="http://schemas.microsoft.com/office/drawing/2014/main" id="{9E972398-CB59-8D5F-330F-A53868C0B441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>
              <a:extLst>
                <a:ext uri="{FF2B5EF4-FFF2-40B4-BE49-F238E27FC236}">
                  <a16:creationId xmlns:a16="http://schemas.microsoft.com/office/drawing/2014/main" id="{67E3FAEE-C2A1-1287-1DB3-F21C9CBB459C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>
              <a:extLst>
                <a:ext uri="{FF2B5EF4-FFF2-40B4-BE49-F238E27FC236}">
                  <a16:creationId xmlns:a16="http://schemas.microsoft.com/office/drawing/2014/main" id="{BD891412-F443-6B10-7BD8-63F8A99C097D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>
              <a:extLst>
                <a:ext uri="{FF2B5EF4-FFF2-40B4-BE49-F238E27FC236}">
                  <a16:creationId xmlns:a16="http://schemas.microsoft.com/office/drawing/2014/main" id="{17F80A0C-3743-2FD1-8341-76E3827F5A5B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>
              <a:extLst>
                <a:ext uri="{FF2B5EF4-FFF2-40B4-BE49-F238E27FC236}">
                  <a16:creationId xmlns:a16="http://schemas.microsoft.com/office/drawing/2014/main" id="{FBAE8B95-9420-2077-0D07-9CB3158B7DE3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31">
            <a:extLst>
              <a:ext uri="{FF2B5EF4-FFF2-40B4-BE49-F238E27FC236}">
                <a16:creationId xmlns:a16="http://schemas.microsoft.com/office/drawing/2014/main" id="{905D14E9-DA97-C217-112F-49DCF4F5965C}"/>
              </a:ext>
            </a:extLst>
          </p:cNvPr>
          <p:cNvGrpSpPr/>
          <p:nvPr/>
        </p:nvGrpSpPr>
        <p:grpSpPr>
          <a:xfrm>
            <a:off x="3637252" y="1422605"/>
            <a:ext cx="365753" cy="365745"/>
            <a:chOff x="1421638" y="4125629"/>
            <a:chExt cx="374709" cy="374010"/>
          </a:xfrm>
        </p:grpSpPr>
        <p:sp>
          <p:nvSpPr>
            <p:cNvPr id="539" name="Google Shape;539;p31">
              <a:extLst>
                <a:ext uri="{FF2B5EF4-FFF2-40B4-BE49-F238E27FC236}">
                  <a16:creationId xmlns:a16="http://schemas.microsoft.com/office/drawing/2014/main" id="{0E4F5CDA-BDE3-A68F-128C-7E23CD1EBECA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>
              <a:extLst>
                <a:ext uri="{FF2B5EF4-FFF2-40B4-BE49-F238E27FC236}">
                  <a16:creationId xmlns:a16="http://schemas.microsoft.com/office/drawing/2014/main" id="{15047EB2-A9F4-2712-EC41-A9359A9B7527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1">
            <a:extLst>
              <a:ext uri="{FF2B5EF4-FFF2-40B4-BE49-F238E27FC236}">
                <a16:creationId xmlns:a16="http://schemas.microsoft.com/office/drawing/2014/main" id="{6DC33B5F-E164-6E7A-BA14-0450067F7525}"/>
              </a:ext>
            </a:extLst>
          </p:cNvPr>
          <p:cNvGrpSpPr/>
          <p:nvPr/>
        </p:nvGrpSpPr>
        <p:grpSpPr>
          <a:xfrm>
            <a:off x="1043882" y="1427004"/>
            <a:ext cx="370281" cy="356946"/>
            <a:chOff x="3644113" y="2824758"/>
            <a:chExt cx="309625" cy="298475"/>
          </a:xfrm>
        </p:grpSpPr>
        <p:sp>
          <p:nvSpPr>
            <p:cNvPr id="542" name="Google Shape;542;p31">
              <a:extLst>
                <a:ext uri="{FF2B5EF4-FFF2-40B4-BE49-F238E27FC236}">
                  <a16:creationId xmlns:a16="http://schemas.microsoft.com/office/drawing/2014/main" id="{3E501275-803A-B5E3-D2C0-2E42980FA21F}"/>
                </a:ext>
              </a:extLst>
            </p:cNvPr>
            <p:cNvSpPr/>
            <p:nvPr/>
          </p:nvSpPr>
          <p:spPr>
            <a:xfrm>
              <a:off x="3780463" y="2959483"/>
              <a:ext cx="50625" cy="8950"/>
            </a:xfrm>
            <a:custGeom>
              <a:avLst/>
              <a:gdLst/>
              <a:ahLst/>
              <a:cxnLst/>
              <a:rect l="l" t="t" r="r" b="b"/>
              <a:pathLst>
                <a:path w="2025" h="358" extrusionOk="0">
                  <a:moveTo>
                    <a:pt x="215" y="0"/>
                  </a:moveTo>
                  <a:cubicBezTo>
                    <a:pt x="119" y="0"/>
                    <a:pt x="48" y="71"/>
                    <a:pt x="24" y="143"/>
                  </a:cubicBezTo>
                  <a:cubicBezTo>
                    <a:pt x="0" y="262"/>
                    <a:pt x="96" y="357"/>
                    <a:pt x="215" y="357"/>
                  </a:cubicBezTo>
                  <a:lnTo>
                    <a:pt x="1810" y="357"/>
                  </a:lnTo>
                  <a:cubicBezTo>
                    <a:pt x="1929" y="357"/>
                    <a:pt x="2025" y="262"/>
                    <a:pt x="2001" y="143"/>
                  </a:cubicBezTo>
                  <a:cubicBezTo>
                    <a:pt x="1929" y="71"/>
                    <a:pt x="1882" y="0"/>
                    <a:pt x="1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1">
              <a:extLst>
                <a:ext uri="{FF2B5EF4-FFF2-40B4-BE49-F238E27FC236}">
                  <a16:creationId xmlns:a16="http://schemas.microsoft.com/office/drawing/2014/main" id="{978B07A3-C263-8A77-4DB9-F32AB4132AA9}"/>
                </a:ext>
              </a:extLst>
            </p:cNvPr>
            <p:cNvSpPr/>
            <p:nvPr/>
          </p:nvSpPr>
          <p:spPr>
            <a:xfrm>
              <a:off x="3789988" y="2977333"/>
              <a:ext cx="30375" cy="8950"/>
            </a:xfrm>
            <a:custGeom>
              <a:avLst/>
              <a:gdLst/>
              <a:ahLst/>
              <a:cxnLst/>
              <a:rect l="l" t="t" r="r" b="b"/>
              <a:pathLst>
                <a:path w="1215" h="358" extrusionOk="0">
                  <a:moveTo>
                    <a:pt x="215" y="0"/>
                  </a:moveTo>
                  <a:cubicBezTo>
                    <a:pt x="96" y="0"/>
                    <a:pt x="0" y="96"/>
                    <a:pt x="24" y="215"/>
                  </a:cubicBezTo>
                  <a:cubicBezTo>
                    <a:pt x="72" y="310"/>
                    <a:pt x="120" y="358"/>
                    <a:pt x="215" y="358"/>
                  </a:cubicBezTo>
                  <a:lnTo>
                    <a:pt x="1024" y="358"/>
                  </a:lnTo>
                  <a:cubicBezTo>
                    <a:pt x="1096" y="358"/>
                    <a:pt x="1167" y="310"/>
                    <a:pt x="1191" y="215"/>
                  </a:cubicBezTo>
                  <a:cubicBezTo>
                    <a:pt x="1215" y="96"/>
                    <a:pt x="1144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1">
              <a:extLst>
                <a:ext uri="{FF2B5EF4-FFF2-40B4-BE49-F238E27FC236}">
                  <a16:creationId xmlns:a16="http://schemas.microsoft.com/office/drawing/2014/main" id="{A02C9162-6274-3AC4-D9E4-056C6039BDE2}"/>
                </a:ext>
              </a:extLst>
            </p:cNvPr>
            <p:cNvSpPr/>
            <p:nvPr/>
          </p:nvSpPr>
          <p:spPr>
            <a:xfrm>
              <a:off x="3644113" y="2824758"/>
              <a:ext cx="309625" cy="298475"/>
            </a:xfrm>
            <a:custGeom>
              <a:avLst/>
              <a:gdLst/>
              <a:ahLst/>
              <a:cxnLst/>
              <a:rect l="l" t="t" r="r" b="b"/>
              <a:pathLst>
                <a:path w="12385" h="11939" extrusionOk="0">
                  <a:moveTo>
                    <a:pt x="6455" y="340"/>
                  </a:moveTo>
                  <a:cubicBezTo>
                    <a:pt x="6931" y="340"/>
                    <a:pt x="7336" y="721"/>
                    <a:pt x="7336" y="1198"/>
                  </a:cubicBezTo>
                  <a:cubicBezTo>
                    <a:pt x="7336" y="1674"/>
                    <a:pt x="6931" y="2055"/>
                    <a:pt x="6455" y="2055"/>
                  </a:cubicBezTo>
                  <a:cubicBezTo>
                    <a:pt x="5955" y="2031"/>
                    <a:pt x="5597" y="1650"/>
                    <a:pt x="5597" y="1198"/>
                  </a:cubicBezTo>
                  <a:cubicBezTo>
                    <a:pt x="5597" y="721"/>
                    <a:pt x="5978" y="340"/>
                    <a:pt x="6455" y="340"/>
                  </a:cubicBezTo>
                  <a:close/>
                  <a:moveTo>
                    <a:pt x="9789" y="1722"/>
                  </a:moveTo>
                  <a:cubicBezTo>
                    <a:pt x="10003" y="1722"/>
                    <a:pt x="10241" y="1817"/>
                    <a:pt x="10384" y="1960"/>
                  </a:cubicBezTo>
                  <a:cubicBezTo>
                    <a:pt x="10551" y="2126"/>
                    <a:pt x="10622" y="2365"/>
                    <a:pt x="10622" y="2555"/>
                  </a:cubicBezTo>
                  <a:cubicBezTo>
                    <a:pt x="10622" y="2769"/>
                    <a:pt x="10551" y="3008"/>
                    <a:pt x="10384" y="3150"/>
                  </a:cubicBezTo>
                  <a:cubicBezTo>
                    <a:pt x="10229" y="3317"/>
                    <a:pt x="10015" y="3401"/>
                    <a:pt x="9795" y="3401"/>
                  </a:cubicBezTo>
                  <a:cubicBezTo>
                    <a:pt x="9574" y="3401"/>
                    <a:pt x="9348" y="3317"/>
                    <a:pt x="9169" y="3150"/>
                  </a:cubicBezTo>
                  <a:cubicBezTo>
                    <a:pt x="9027" y="3008"/>
                    <a:pt x="8931" y="2769"/>
                    <a:pt x="8931" y="2555"/>
                  </a:cubicBezTo>
                  <a:cubicBezTo>
                    <a:pt x="8931" y="2365"/>
                    <a:pt x="9027" y="2126"/>
                    <a:pt x="9193" y="1960"/>
                  </a:cubicBezTo>
                  <a:cubicBezTo>
                    <a:pt x="9384" y="1793"/>
                    <a:pt x="9598" y="1722"/>
                    <a:pt x="9789" y="1722"/>
                  </a:cubicBezTo>
                  <a:close/>
                  <a:moveTo>
                    <a:pt x="3073" y="1769"/>
                  </a:moveTo>
                  <a:cubicBezTo>
                    <a:pt x="3263" y="1769"/>
                    <a:pt x="3525" y="1865"/>
                    <a:pt x="3668" y="2007"/>
                  </a:cubicBezTo>
                  <a:cubicBezTo>
                    <a:pt x="3811" y="2150"/>
                    <a:pt x="3906" y="2388"/>
                    <a:pt x="3906" y="2603"/>
                  </a:cubicBezTo>
                  <a:cubicBezTo>
                    <a:pt x="3930" y="2817"/>
                    <a:pt x="3835" y="3008"/>
                    <a:pt x="3692" y="3198"/>
                  </a:cubicBezTo>
                  <a:cubicBezTo>
                    <a:pt x="3525" y="3365"/>
                    <a:pt x="3311" y="3448"/>
                    <a:pt x="3094" y="3448"/>
                  </a:cubicBezTo>
                  <a:cubicBezTo>
                    <a:pt x="2876" y="3448"/>
                    <a:pt x="2656" y="3365"/>
                    <a:pt x="2478" y="3198"/>
                  </a:cubicBezTo>
                  <a:cubicBezTo>
                    <a:pt x="2335" y="3055"/>
                    <a:pt x="2239" y="2817"/>
                    <a:pt x="2239" y="2603"/>
                  </a:cubicBezTo>
                  <a:cubicBezTo>
                    <a:pt x="2239" y="2365"/>
                    <a:pt x="2335" y="2150"/>
                    <a:pt x="2478" y="2007"/>
                  </a:cubicBezTo>
                  <a:cubicBezTo>
                    <a:pt x="2644" y="1817"/>
                    <a:pt x="2859" y="1769"/>
                    <a:pt x="3073" y="1769"/>
                  </a:cubicBezTo>
                  <a:close/>
                  <a:moveTo>
                    <a:pt x="1692" y="5079"/>
                  </a:moveTo>
                  <a:cubicBezTo>
                    <a:pt x="2168" y="5079"/>
                    <a:pt x="2573" y="5460"/>
                    <a:pt x="2573" y="5937"/>
                  </a:cubicBezTo>
                  <a:cubicBezTo>
                    <a:pt x="2573" y="6413"/>
                    <a:pt x="2168" y="6794"/>
                    <a:pt x="1692" y="6794"/>
                  </a:cubicBezTo>
                  <a:cubicBezTo>
                    <a:pt x="1215" y="6794"/>
                    <a:pt x="834" y="6413"/>
                    <a:pt x="834" y="5937"/>
                  </a:cubicBezTo>
                  <a:cubicBezTo>
                    <a:pt x="834" y="5460"/>
                    <a:pt x="1215" y="5079"/>
                    <a:pt x="1692" y="5079"/>
                  </a:cubicBezTo>
                  <a:close/>
                  <a:moveTo>
                    <a:pt x="11170" y="5079"/>
                  </a:moveTo>
                  <a:cubicBezTo>
                    <a:pt x="11646" y="5079"/>
                    <a:pt x="12027" y="5460"/>
                    <a:pt x="12027" y="5937"/>
                  </a:cubicBezTo>
                  <a:cubicBezTo>
                    <a:pt x="12027" y="6413"/>
                    <a:pt x="11646" y="6794"/>
                    <a:pt x="11170" y="6794"/>
                  </a:cubicBezTo>
                  <a:cubicBezTo>
                    <a:pt x="10694" y="6794"/>
                    <a:pt x="10313" y="6413"/>
                    <a:pt x="10313" y="5937"/>
                  </a:cubicBezTo>
                  <a:cubicBezTo>
                    <a:pt x="10313" y="5460"/>
                    <a:pt x="10694" y="5079"/>
                    <a:pt x="11170" y="5079"/>
                  </a:cubicBezTo>
                  <a:close/>
                  <a:moveTo>
                    <a:pt x="3073" y="8461"/>
                  </a:moveTo>
                  <a:cubicBezTo>
                    <a:pt x="3263" y="8461"/>
                    <a:pt x="3525" y="8556"/>
                    <a:pt x="3668" y="8699"/>
                  </a:cubicBezTo>
                  <a:cubicBezTo>
                    <a:pt x="3811" y="8842"/>
                    <a:pt x="3906" y="9080"/>
                    <a:pt x="3906" y="9295"/>
                  </a:cubicBezTo>
                  <a:cubicBezTo>
                    <a:pt x="3906" y="9509"/>
                    <a:pt x="3835" y="9723"/>
                    <a:pt x="3692" y="9890"/>
                  </a:cubicBezTo>
                  <a:cubicBezTo>
                    <a:pt x="3525" y="10057"/>
                    <a:pt x="3311" y="10140"/>
                    <a:pt x="3094" y="10140"/>
                  </a:cubicBezTo>
                  <a:cubicBezTo>
                    <a:pt x="2876" y="10140"/>
                    <a:pt x="2656" y="10057"/>
                    <a:pt x="2478" y="9890"/>
                  </a:cubicBezTo>
                  <a:cubicBezTo>
                    <a:pt x="2335" y="9747"/>
                    <a:pt x="2239" y="9509"/>
                    <a:pt x="2239" y="9295"/>
                  </a:cubicBezTo>
                  <a:cubicBezTo>
                    <a:pt x="2239" y="9080"/>
                    <a:pt x="2335" y="8842"/>
                    <a:pt x="2478" y="8699"/>
                  </a:cubicBezTo>
                  <a:cubicBezTo>
                    <a:pt x="2644" y="8533"/>
                    <a:pt x="2859" y="8461"/>
                    <a:pt x="3073" y="8461"/>
                  </a:cubicBezTo>
                  <a:close/>
                  <a:moveTo>
                    <a:pt x="6431" y="9795"/>
                  </a:moveTo>
                  <a:cubicBezTo>
                    <a:pt x="6907" y="9795"/>
                    <a:pt x="7288" y="10200"/>
                    <a:pt x="7288" y="10676"/>
                  </a:cubicBezTo>
                  <a:cubicBezTo>
                    <a:pt x="7288" y="11152"/>
                    <a:pt x="6907" y="11533"/>
                    <a:pt x="6431" y="11533"/>
                  </a:cubicBezTo>
                  <a:cubicBezTo>
                    <a:pt x="5955" y="11533"/>
                    <a:pt x="5573" y="11152"/>
                    <a:pt x="5573" y="10676"/>
                  </a:cubicBezTo>
                  <a:cubicBezTo>
                    <a:pt x="5573" y="10200"/>
                    <a:pt x="5955" y="9795"/>
                    <a:pt x="6431" y="9795"/>
                  </a:cubicBezTo>
                  <a:close/>
                  <a:moveTo>
                    <a:pt x="6382" y="1"/>
                  </a:moveTo>
                  <a:cubicBezTo>
                    <a:pt x="5722" y="1"/>
                    <a:pt x="5192" y="546"/>
                    <a:pt x="5192" y="1198"/>
                  </a:cubicBezTo>
                  <a:cubicBezTo>
                    <a:pt x="5192" y="1793"/>
                    <a:pt x="5621" y="2293"/>
                    <a:pt x="6216" y="2388"/>
                  </a:cubicBezTo>
                  <a:lnTo>
                    <a:pt x="6216" y="3436"/>
                  </a:lnTo>
                  <a:cubicBezTo>
                    <a:pt x="5669" y="3460"/>
                    <a:pt x="5145" y="3698"/>
                    <a:pt x="4740" y="4055"/>
                  </a:cubicBezTo>
                  <a:lnTo>
                    <a:pt x="4002" y="3317"/>
                  </a:lnTo>
                  <a:cubicBezTo>
                    <a:pt x="4240" y="2984"/>
                    <a:pt x="4287" y="2555"/>
                    <a:pt x="4145" y="2150"/>
                  </a:cubicBezTo>
                  <a:cubicBezTo>
                    <a:pt x="3919" y="1657"/>
                    <a:pt x="3469" y="1406"/>
                    <a:pt x="3021" y="1406"/>
                  </a:cubicBezTo>
                  <a:cubicBezTo>
                    <a:pt x="2711" y="1406"/>
                    <a:pt x="2402" y="1526"/>
                    <a:pt x="2168" y="1769"/>
                  </a:cubicBezTo>
                  <a:cubicBezTo>
                    <a:pt x="1835" y="2103"/>
                    <a:pt x="1739" y="2603"/>
                    <a:pt x="1906" y="3079"/>
                  </a:cubicBezTo>
                  <a:cubicBezTo>
                    <a:pt x="2120" y="3579"/>
                    <a:pt x="2597" y="3817"/>
                    <a:pt x="3049" y="3817"/>
                  </a:cubicBezTo>
                  <a:cubicBezTo>
                    <a:pt x="3311" y="3817"/>
                    <a:pt x="3549" y="3722"/>
                    <a:pt x="3764" y="3579"/>
                  </a:cubicBezTo>
                  <a:lnTo>
                    <a:pt x="4502" y="4317"/>
                  </a:lnTo>
                  <a:cubicBezTo>
                    <a:pt x="4407" y="4413"/>
                    <a:pt x="4311" y="4532"/>
                    <a:pt x="4264" y="4651"/>
                  </a:cubicBezTo>
                  <a:cubicBezTo>
                    <a:pt x="4278" y="4781"/>
                    <a:pt x="4372" y="4841"/>
                    <a:pt x="4460" y="4841"/>
                  </a:cubicBezTo>
                  <a:cubicBezTo>
                    <a:pt x="4516" y="4841"/>
                    <a:pt x="4569" y="4816"/>
                    <a:pt x="4597" y="4770"/>
                  </a:cubicBezTo>
                  <a:cubicBezTo>
                    <a:pt x="4669" y="4651"/>
                    <a:pt x="4764" y="4532"/>
                    <a:pt x="4859" y="4436"/>
                  </a:cubicBezTo>
                  <a:cubicBezTo>
                    <a:pt x="5264" y="4032"/>
                    <a:pt x="5812" y="3817"/>
                    <a:pt x="6383" y="3817"/>
                  </a:cubicBezTo>
                  <a:cubicBezTo>
                    <a:pt x="8074" y="3817"/>
                    <a:pt x="9312" y="5770"/>
                    <a:pt x="7979" y="7532"/>
                  </a:cubicBezTo>
                  <a:lnTo>
                    <a:pt x="7955" y="7556"/>
                  </a:lnTo>
                  <a:cubicBezTo>
                    <a:pt x="7427" y="7957"/>
                    <a:pt x="6884" y="8130"/>
                    <a:pt x="6382" y="8130"/>
                  </a:cubicBezTo>
                  <a:cubicBezTo>
                    <a:pt x="5185" y="8130"/>
                    <a:pt x="4216" y="7152"/>
                    <a:pt x="4216" y="5961"/>
                  </a:cubicBezTo>
                  <a:cubicBezTo>
                    <a:pt x="4216" y="5770"/>
                    <a:pt x="4264" y="5580"/>
                    <a:pt x="4287" y="5389"/>
                  </a:cubicBezTo>
                  <a:cubicBezTo>
                    <a:pt x="4232" y="5300"/>
                    <a:pt x="4156" y="5263"/>
                    <a:pt x="4088" y="5263"/>
                  </a:cubicBezTo>
                  <a:cubicBezTo>
                    <a:pt x="4010" y="5263"/>
                    <a:pt x="3943" y="5313"/>
                    <a:pt x="3930" y="5389"/>
                  </a:cubicBezTo>
                  <a:cubicBezTo>
                    <a:pt x="3906" y="5508"/>
                    <a:pt x="3859" y="5651"/>
                    <a:pt x="3859" y="5794"/>
                  </a:cubicBezTo>
                  <a:lnTo>
                    <a:pt x="2835" y="5794"/>
                  </a:lnTo>
                  <a:cubicBezTo>
                    <a:pt x="2740" y="5199"/>
                    <a:pt x="2239" y="4746"/>
                    <a:pt x="1644" y="4746"/>
                  </a:cubicBezTo>
                  <a:cubicBezTo>
                    <a:pt x="692" y="4746"/>
                    <a:pt x="1" y="5842"/>
                    <a:pt x="739" y="6818"/>
                  </a:cubicBezTo>
                  <a:lnTo>
                    <a:pt x="787" y="6866"/>
                  </a:lnTo>
                  <a:cubicBezTo>
                    <a:pt x="1069" y="7073"/>
                    <a:pt x="1362" y="7163"/>
                    <a:pt x="1637" y="7163"/>
                  </a:cubicBezTo>
                  <a:cubicBezTo>
                    <a:pt x="2242" y="7163"/>
                    <a:pt x="2753" y="6725"/>
                    <a:pt x="2835" y="6151"/>
                  </a:cubicBezTo>
                  <a:lnTo>
                    <a:pt x="3859" y="6151"/>
                  </a:lnTo>
                  <a:cubicBezTo>
                    <a:pt x="3906" y="6699"/>
                    <a:pt x="4145" y="7223"/>
                    <a:pt x="4502" y="7628"/>
                  </a:cubicBezTo>
                  <a:lnTo>
                    <a:pt x="3764" y="8366"/>
                  </a:lnTo>
                  <a:cubicBezTo>
                    <a:pt x="3540" y="8206"/>
                    <a:pt x="3288" y="8127"/>
                    <a:pt x="3037" y="8127"/>
                  </a:cubicBezTo>
                  <a:cubicBezTo>
                    <a:pt x="2727" y="8127"/>
                    <a:pt x="2418" y="8248"/>
                    <a:pt x="2168" y="8485"/>
                  </a:cubicBezTo>
                  <a:cubicBezTo>
                    <a:pt x="1835" y="8818"/>
                    <a:pt x="1739" y="9318"/>
                    <a:pt x="1906" y="9795"/>
                  </a:cubicBezTo>
                  <a:cubicBezTo>
                    <a:pt x="2120" y="10319"/>
                    <a:pt x="2597" y="10557"/>
                    <a:pt x="3049" y="10557"/>
                  </a:cubicBezTo>
                  <a:cubicBezTo>
                    <a:pt x="3335" y="10557"/>
                    <a:pt x="3668" y="10438"/>
                    <a:pt x="3906" y="10200"/>
                  </a:cubicBezTo>
                  <a:cubicBezTo>
                    <a:pt x="4145" y="9961"/>
                    <a:pt x="4264" y="9652"/>
                    <a:pt x="4264" y="9318"/>
                  </a:cubicBezTo>
                  <a:cubicBezTo>
                    <a:pt x="4264" y="9056"/>
                    <a:pt x="4168" y="8818"/>
                    <a:pt x="4026" y="8604"/>
                  </a:cubicBezTo>
                  <a:lnTo>
                    <a:pt x="4764" y="7866"/>
                  </a:lnTo>
                  <a:cubicBezTo>
                    <a:pt x="5145" y="8223"/>
                    <a:pt x="5693" y="8437"/>
                    <a:pt x="6240" y="8485"/>
                  </a:cubicBezTo>
                  <a:lnTo>
                    <a:pt x="6240" y="9533"/>
                  </a:lnTo>
                  <a:cubicBezTo>
                    <a:pt x="5383" y="9652"/>
                    <a:pt x="4859" y="10676"/>
                    <a:pt x="5550" y="11581"/>
                  </a:cubicBezTo>
                  <a:lnTo>
                    <a:pt x="5573" y="11628"/>
                  </a:lnTo>
                  <a:cubicBezTo>
                    <a:pt x="5860" y="11845"/>
                    <a:pt x="6157" y="11939"/>
                    <a:pt x="6433" y="11939"/>
                  </a:cubicBezTo>
                  <a:cubicBezTo>
                    <a:pt x="7099" y="11939"/>
                    <a:pt x="7645" y="11396"/>
                    <a:pt x="7645" y="10723"/>
                  </a:cubicBezTo>
                  <a:cubicBezTo>
                    <a:pt x="7645" y="10128"/>
                    <a:pt x="7217" y="9628"/>
                    <a:pt x="6621" y="9533"/>
                  </a:cubicBezTo>
                  <a:lnTo>
                    <a:pt x="6621" y="8485"/>
                  </a:lnTo>
                  <a:cubicBezTo>
                    <a:pt x="7169" y="8461"/>
                    <a:pt x="7693" y="8223"/>
                    <a:pt x="8098" y="7866"/>
                  </a:cubicBezTo>
                  <a:lnTo>
                    <a:pt x="8836" y="8604"/>
                  </a:lnTo>
                  <a:cubicBezTo>
                    <a:pt x="8693" y="8818"/>
                    <a:pt x="8598" y="9056"/>
                    <a:pt x="8598" y="9318"/>
                  </a:cubicBezTo>
                  <a:cubicBezTo>
                    <a:pt x="8598" y="9795"/>
                    <a:pt x="8907" y="10247"/>
                    <a:pt x="9384" y="10462"/>
                  </a:cubicBezTo>
                  <a:cubicBezTo>
                    <a:pt x="9503" y="10485"/>
                    <a:pt x="9646" y="10509"/>
                    <a:pt x="9789" y="10509"/>
                  </a:cubicBezTo>
                  <a:cubicBezTo>
                    <a:pt x="10098" y="10509"/>
                    <a:pt x="10384" y="10390"/>
                    <a:pt x="10622" y="10200"/>
                  </a:cubicBezTo>
                  <a:cubicBezTo>
                    <a:pt x="10657" y="10042"/>
                    <a:pt x="10550" y="9948"/>
                    <a:pt x="10444" y="9948"/>
                  </a:cubicBezTo>
                  <a:cubicBezTo>
                    <a:pt x="10406" y="9948"/>
                    <a:pt x="10368" y="9960"/>
                    <a:pt x="10336" y="9985"/>
                  </a:cubicBezTo>
                  <a:cubicBezTo>
                    <a:pt x="10182" y="10117"/>
                    <a:pt x="9993" y="10183"/>
                    <a:pt x="9801" y="10183"/>
                  </a:cubicBezTo>
                  <a:cubicBezTo>
                    <a:pt x="9577" y="10183"/>
                    <a:pt x="9349" y="10093"/>
                    <a:pt x="9169" y="9914"/>
                  </a:cubicBezTo>
                  <a:cubicBezTo>
                    <a:pt x="9027" y="9771"/>
                    <a:pt x="8931" y="9533"/>
                    <a:pt x="8931" y="9318"/>
                  </a:cubicBezTo>
                  <a:cubicBezTo>
                    <a:pt x="8931" y="9128"/>
                    <a:pt x="9027" y="8890"/>
                    <a:pt x="9169" y="8723"/>
                  </a:cubicBezTo>
                  <a:cubicBezTo>
                    <a:pt x="9336" y="8568"/>
                    <a:pt x="9550" y="8491"/>
                    <a:pt x="9768" y="8491"/>
                  </a:cubicBezTo>
                  <a:cubicBezTo>
                    <a:pt x="9985" y="8491"/>
                    <a:pt x="10205" y="8568"/>
                    <a:pt x="10384" y="8723"/>
                  </a:cubicBezTo>
                  <a:cubicBezTo>
                    <a:pt x="10598" y="8937"/>
                    <a:pt x="10694" y="9199"/>
                    <a:pt x="10622" y="9509"/>
                  </a:cubicBezTo>
                  <a:cubicBezTo>
                    <a:pt x="10669" y="9575"/>
                    <a:pt x="10732" y="9604"/>
                    <a:pt x="10791" y="9604"/>
                  </a:cubicBezTo>
                  <a:cubicBezTo>
                    <a:pt x="10881" y="9604"/>
                    <a:pt x="10965" y="9538"/>
                    <a:pt x="10979" y="9437"/>
                  </a:cubicBezTo>
                  <a:cubicBezTo>
                    <a:pt x="11027" y="9080"/>
                    <a:pt x="10908" y="8723"/>
                    <a:pt x="10622" y="8461"/>
                  </a:cubicBezTo>
                  <a:cubicBezTo>
                    <a:pt x="10395" y="8234"/>
                    <a:pt x="10077" y="8111"/>
                    <a:pt x="9758" y="8111"/>
                  </a:cubicBezTo>
                  <a:cubicBezTo>
                    <a:pt x="9509" y="8111"/>
                    <a:pt x="9259" y="8186"/>
                    <a:pt x="9050" y="8342"/>
                  </a:cubicBezTo>
                  <a:lnTo>
                    <a:pt x="8312" y="7604"/>
                  </a:lnTo>
                  <a:cubicBezTo>
                    <a:pt x="8669" y="7223"/>
                    <a:pt x="8884" y="6675"/>
                    <a:pt x="8931" y="6103"/>
                  </a:cubicBezTo>
                  <a:lnTo>
                    <a:pt x="9979" y="6103"/>
                  </a:lnTo>
                  <a:cubicBezTo>
                    <a:pt x="10074" y="6699"/>
                    <a:pt x="10575" y="7151"/>
                    <a:pt x="11170" y="7151"/>
                  </a:cubicBezTo>
                  <a:cubicBezTo>
                    <a:pt x="11813" y="7151"/>
                    <a:pt x="12361" y="6627"/>
                    <a:pt x="12361" y="5961"/>
                  </a:cubicBezTo>
                  <a:cubicBezTo>
                    <a:pt x="12384" y="5270"/>
                    <a:pt x="11860" y="4746"/>
                    <a:pt x="11194" y="4746"/>
                  </a:cubicBezTo>
                  <a:cubicBezTo>
                    <a:pt x="10598" y="4746"/>
                    <a:pt x="10098" y="5199"/>
                    <a:pt x="10003" y="5794"/>
                  </a:cubicBezTo>
                  <a:lnTo>
                    <a:pt x="8955" y="5794"/>
                  </a:lnTo>
                  <a:cubicBezTo>
                    <a:pt x="8931" y="5222"/>
                    <a:pt x="8693" y="4698"/>
                    <a:pt x="8336" y="4294"/>
                  </a:cubicBezTo>
                  <a:lnTo>
                    <a:pt x="9074" y="3555"/>
                  </a:lnTo>
                  <a:cubicBezTo>
                    <a:pt x="9289" y="3698"/>
                    <a:pt x="9550" y="3793"/>
                    <a:pt x="9789" y="3793"/>
                  </a:cubicBezTo>
                  <a:cubicBezTo>
                    <a:pt x="10098" y="3793"/>
                    <a:pt x="10408" y="3674"/>
                    <a:pt x="10646" y="3436"/>
                  </a:cubicBezTo>
                  <a:cubicBezTo>
                    <a:pt x="10932" y="3174"/>
                    <a:pt x="11051" y="2769"/>
                    <a:pt x="10979" y="2388"/>
                  </a:cubicBezTo>
                  <a:cubicBezTo>
                    <a:pt x="10956" y="2222"/>
                    <a:pt x="10884" y="2031"/>
                    <a:pt x="10765" y="1888"/>
                  </a:cubicBezTo>
                  <a:cubicBezTo>
                    <a:pt x="10531" y="1550"/>
                    <a:pt x="10169" y="1376"/>
                    <a:pt x="9800" y="1376"/>
                  </a:cubicBezTo>
                  <a:cubicBezTo>
                    <a:pt x="9493" y="1376"/>
                    <a:pt x="9180" y="1497"/>
                    <a:pt x="8931" y="1745"/>
                  </a:cubicBezTo>
                  <a:cubicBezTo>
                    <a:pt x="8693" y="1984"/>
                    <a:pt x="8574" y="2269"/>
                    <a:pt x="8574" y="2603"/>
                  </a:cubicBezTo>
                  <a:cubicBezTo>
                    <a:pt x="8574" y="2865"/>
                    <a:pt x="8669" y="3103"/>
                    <a:pt x="8812" y="3317"/>
                  </a:cubicBezTo>
                  <a:lnTo>
                    <a:pt x="8074" y="4055"/>
                  </a:lnTo>
                  <a:cubicBezTo>
                    <a:pt x="7693" y="3698"/>
                    <a:pt x="7145" y="3484"/>
                    <a:pt x="6574" y="3436"/>
                  </a:cubicBezTo>
                  <a:lnTo>
                    <a:pt x="6574" y="2388"/>
                  </a:lnTo>
                  <a:cubicBezTo>
                    <a:pt x="7217" y="2293"/>
                    <a:pt x="7645" y="1722"/>
                    <a:pt x="7598" y="1102"/>
                  </a:cubicBezTo>
                  <a:cubicBezTo>
                    <a:pt x="7526" y="507"/>
                    <a:pt x="7098" y="55"/>
                    <a:pt x="6502" y="7"/>
                  </a:cubicBezTo>
                  <a:cubicBezTo>
                    <a:pt x="6462" y="3"/>
                    <a:pt x="6421" y="1"/>
                    <a:pt x="6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31">
            <a:extLst>
              <a:ext uri="{FF2B5EF4-FFF2-40B4-BE49-F238E27FC236}">
                <a16:creationId xmlns:a16="http://schemas.microsoft.com/office/drawing/2014/main" id="{1EAA577E-4F44-54BF-B061-E349984B164F}"/>
              </a:ext>
            </a:extLst>
          </p:cNvPr>
          <p:cNvGrpSpPr/>
          <p:nvPr/>
        </p:nvGrpSpPr>
        <p:grpSpPr>
          <a:xfrm>
            <a:off x="6372936" y="2922021"/>
            <a:ext cx="356019" cy="356019"/>
            <a:chOff x="4673513" y="3789408"/>
            <a:chExt cx="297700" cy="297700"/>
          </a:xfrm>
        </p:grpSpPr>
        <p:sp>
          <p:nvSpPr>
            <p:cNvPr id="546" name="Google Shape;546;p31">
              <a:extLst>
                <a:ext uri="{FF2B5EF4-FFF2-40B4-BE49-F238E27FC236}">
                  <a16:creationId xmlns:a16="http://schemas.microsoft.com/office/drawing/2014/main" id="{6076BB06-89A5-62B5-B190-FF4C3F5A72D0}"/>
                </a:ext>
              </a:extLst>
            </p:cNvPr>
            <p:cNvSpPr/>
            <p:nvPr/>
          </p:nvSpPr>
          <p:spPr>
            <a:xfrm>
              <a:off x="4709213" y="3803083"/>
              <a:ext cx="255450" cy="176850"/>
            </a:xfrm>
            <a:custGeom>
              <a:avLst/>
              <a:gdLst/>
              <a:ahLst/>
              <a:cxnLst/>
              <a:rect l="l" t="t" r="r" b="b"/>
              <a:pathLst>
                <a:path w="10218" h="7074" extrusionOk="0">
                  <a:moveTo>
                    <a:pt x="9574" y="311"/>
                  </a:moveTo>
                  <a:cubicBezTo>
                    <a:pt x="9741" y="311"/>
                    <a:pt x="9860" y="430"/>
                    <a:pt x="9860" y="596"/>
                  </a:cubicBezTo>
                  <a:cubicBezTo>
                    <a:pt x="9860" y="739"/>
                    <a:pt x="9741" y="858"/>
                    <a:pt x="9574" y="858"/>
                  </a:cubicBezTo>
                  <a:cubicBezTo>
                    <a:pt x="9432" y="858"/>
                    <a:pt x="9312" y="739"/>
                    <a:pt x="9312" y="596"/>
                  </a:cubicBezTo>
                  <a:cubicBezTo>
                    <a:pt x="9312" y="430"/>
                    <a:pt x="9432" y="311"/>
                    <a:pt x="9574" y="311"/>
                  </a:cubicBezTo>
                  <a:close/>
                  <a:moveTo>
                    <a:pt x="7407" y="1025"/>
                  </a:moveTo>
                  <a:cubicBezTo>
                    <a:pt x="7550" y="1025"/>
                    <a:pt x="7669" y="1144"/>
                    <a:pt x="7669" y="1311"/>
                  </a:cubicBezTo>
                  <a:cubicBezTo>
                    <a:pt x="7669" y="1454"/>
                    <a:pt x="7550" y="1573"/>
                    <a:pt x="7407" y="1573"/>
                  </a:cubicBezTo>
                  <a:cubicBezTo>
                    <a:pt x="7264" y="1573"/>
                    <a:pt x="7145" y="1454"/>
                    <a:pt x="7145" y="1311"/>
                  </a:cubicBezTo>
                  <a:cubicBezTo>
                    <a:pt x="7145" y="1144"/>
                    <a:pt x="7264" y="1025"/>
                    <a:pt x="7407" y="1025"/>
                  </a:cubicBezTo>
                  <a:close/>
                  <a:moveTo>
                    <a:pt x="6217" y="2692"/>
                  </a:moveTo>
                  <a:cubicBezTo>
                    <a:pt x="6359" y="2692"/>
                    <a:pt x="6479" y="2811"/>
                    <a:pt x="6479" y="2978"/>
                  </a:cubicBezTo>
                  <a:cubicBezTo>
                    <a:pt x="6479" y="3121"/>
                    <a:pt x="6359" y="3240"/>
                    <a:pt x="6217" y="3240"/>
                  </a:cubicBezTo>
                  <a:cubicBezTo>
                    <a:pt x="6074" y="3240"/>
                    <a:pt x="5955" y="3121"/>
                    <a:pt x="5955" y="2978"/>
                  </a:cubicBezTo>
                  <a:cubicBezTo>
                    <a:pt x="5955" y="2811"/>
                    <a:pt x="6074" y="2692"/>
                    <a:pt x="6217" y="2692"/>
                  </a:cubicBezTo>
                  <a:close/>
                  <a:moveTo>
                    <a:pt x="2120" y="4073"/>
                  </a:moveTo>
                  <a:cubicBezTo>
                    <a:pt x="2263" y="4073"/>
                    <a:pt x="2382" y="4192"/>
                    <a:pt x="2382" y="4335"/>
                  </a:cubicBezTo>
                  <a:cubicBezTo>
                    <a:pt x="2382" y="4478"/>
                    <a:pt x="2263" y="4597"/>
                    <a:pt x="2120" y="4597"/>
                  </a:cubicBezTo>
                  <a:cubicBezTo>
                    <a:pt x="1954" y="4597"/>
                    <a:pt x="1835" y="4478"/>
                    <a:pt x="1835" y="4335"/>
                  </a:cubicBezTo>
                  <a:cubicBezTo>
                    <a:pt x="1835" y="4192"/>
                    <a:pt x="1930" y="4073"/>
                    <a:pt x="2120" y="4073"/>
                  </a:cubicBezTo>
                  <a:close/>
                  <a:moveTo>
                    <a:pt x="4764" y="4645"/>
                  </a:moveTo>
                  <a:cubicBezTo>
                    <a:pt x="4907" y="4645"/>
                    <a:pt x="5026" y="4764"/>
                    <a:pt x="5026" y="4907"/>
                  </a:cubicBezTo>
                  <a:cubicBezTo>
                    <a:pt x="5026" y="5050"/>
                    <a:pt x="4907" y="5169"/>
                    <a:pt x="4764" y="5169"/>
                  </a:cubicBezTo>
                  <a:cubicBezTo>
                    <a:pt x="4621" y="5169"/>
                    <a:pt x="4502" y="5050"/>
                    <a:pt x="4502" y="4907"/>
                  </a:cubicBezTo>
                  <a:cubicBezTo>
                    <a:pt x="4502" y="4764"/>
                    <a:pt x="4621" y="4645"/>
                    <a:pt x="4764" y="4645"/>
                  </a:cubicBezTo>
                  <a:close/>
                  <a:moveTo>
                    <a:pt x="9551" y="1"/>
                  </a:moveTo>
                  <a:cubicBezTo>
                    <a:pt x="9193" y="1"/>
                    <a:pt x="8931" y="287"/>
                    <a:pt x="8931" y="620"/>
                  </a:cubicBezTo>
                  <a:lnTo>
                    <a:pt x="8931" y="668"/>
                  </a:lnTo>
                  <a:lnTo>
                    <a:pt x="7907" y="1001"/>
                  </a:lnTo>
                  <a:cubicBezTo>
                    <a:pt x="7788" y="834"/>
                    <a:pt x="7598" y="715"/>
                    <a:pt x="7360" y="715"/>
                  </a:cubicBezTo>
                  <a:cubicBezTo>
                    <a:pt x="7050" y="739"/>
                    <a:pt x="6788" y="977"/>
                    <a:pt x="6764" y="1263"/>
                  </a:cubicBezTo>
                  <a:cubicBezTo>
                    <a:pt x="6764" y="1454"/>
                    <a:pt x="6788" y="1597"/>
                    <a:pt x="6907" y="1716"/>
                  </a:cubicBezTo>
                  <a:lnTo>
                    <a:pt x="6431" y="2406"/>
                  </a:lnTo>
                  <a:cubicBezTo>
                    <a:pt x="6365" y="2390"/>
                    <a:pt x="6288" y="2362"/>
                    <a:pt x="6215" y="2362"/>
                  </a:cubicBezTo>
                  <a:cubicBezTo>
                    <a:pt x="6183" y="2362"/>
                    <a:pt x="6151" y="2368"/>
                    <a:pt x="6121" y="2382"/>
                  </a:cubicBezTo>
                  <a:cubicBezTo>
                    <a:pt x="5836" y="2406"/>
                    <a:pt x="5597" y="2644"/>
                    <a:pt x="5574" y="2930"/>
                  </a:cubicBezTo>
                  <a:cubicBezTo>
                    <a:pt x="5526" y="3121"/>
                    <a:pt x="5597" y="3287"/>
                    <a:pt x="5716" y="3406"/>
                  </a:cubicBezTo>
                  <a:lnTo>
                    <a:pt x="5026" y="4359"/>
                  </a:lnTo>
                  <a:cubicBezTo>
                    <a:pt x="4931" y="4311"/>
                    <a:pt x="4859" y="4311"/>
                    <a:pt x="4740" y="4311"/>
                  </a:cubicBezTo>
                  <a:cubicBezTo>
                    <a:pt x="4454" y="4311"/>
                    <a:pt x="4264" y="4454"/>
                    <a:pt x="4145" y="4692"/>
                  </a:cubicBezTo>
                  <a:lnTo>
                    <a:pt x="2668" y="4359"/>
                  </a:lnTo>
                  <a:cubicBezTo>
                    <a:pt x="2668" y="4028"/>
                    <a:pt x="2402" y="3758"/>
                    <a:pt x="2041" y="3758"/>
                  </a:cubicBezTo>
                  <a:cubicBezTo>
                    <a:pt x="2013" y="3758"/>
                    <a:pt x="1984" y="3760"/>
                    <a:pt x="1954" y="3764"/>
                  </a:cubicBezTo>
                  <a:cubicBezTo>
                    <a:pt x="1668" y="3811"/>
                    <a:pt x="1430" y="4049"/>
                    <a:pt x="1406" y="4335"/>
                  </a:cubicBezTo>
                  <a:cubicBezTo>
                    <a:pt x="1358" y="4478"/>
                    <a:pt x="1430" y="4645"/>
                    <a:pt x="1477" y="4764"/>
                  </a:cubicBezTo>
                  <a:lnTo>
                    <a:pt x="1" y="6860"/>
                  </a:lnTo>
                  <a:cubicBezTo>
                    <a:pt x="25" y="6860"/>
                    <a:pt x="49" y="6979"/>
                    <a:pt x="120" y="7050"/>
                  </a:cubicBezTo>
                  <a:cubicBezTo>
                    <a:pt x="144" y="7074"/>
                    <a:pt x="168" y="7074"/>
                    <a:pt x="215" y="7074"/>
                  </a:cubicBezTo>
                  <a:cubicBezTo>
                    <a:pt x="263" y="7074"/>
                    <a:pt x="334" y="7050"/>
                    <a:pt x="358" y="7026"/>
                  </a:cubicBezTo>
                  <a:lnTo>
                    <a:pt x="1811" y="4931"/>
                  </a:lnTo>
                  <a:cubicBezTo>
                    <a:pt x="1906" y="4954"/>
                    <a:pt x="2001" y="5002"/>
                    <a:pt x="2073" y="5002"/>
                  </a:cubicBezTo>
                  <a:cubicBezTo>
                    <a:pt x="2311" y="5002"/>
                    <a:pt x="2525" y="4883"/>
                    <a:pt x="2621" y="4692"/>
                  </a:cubicBezTo>
                  <a:lnTo>
                    <a:pt x="4097" y="5026"/>
                  </a:lnTo>
                  <a:cubicBezTo>
                    <a:pt x="4162" y="5331"/>
                    <a:pt x="4407" y="5556"/>
                    <a:pt x="4703" y="5556"/>
                  </a:cubicBezTo>
                  <a:cubicBezTo>
                    <a:pt x="4731" y="5556"/>
                    <a:pt x="4759" y="5554"/>
                    <a:pt x="4788" y="5550"/>
                  </a:cubicBezTo>
                  <a:cubicBezTo>
                    <a:pt x="5097" y="5526"/>
                    <a:pt x="5312" y="5288"/>
                    <a:pt x="5359" y="5026"/>
                  </a:cubicBezTo>
                  <a:cubicBezTo>
                    <a:pt x="5383" y="4883"/>
                    <a:pt x="5359" y="4764"/>
                    <a:pt x="5264" y="4645"/>
                  </a:cubicBezTo>
                  <a:lnTo>
                    <a:pt x="5978" y="3621"/>
                  </a:lnTo>
                  <a:cubicBezTo>
                    <a:pt x="6074" y="3645"/>
                    <a:pt x="6121" y="3645"/>
                    <a:pt x="6217" y="3645"/>
                  </a:cubicBezTo>
                  <a:cubicBezTo>
                    <a:pt x="6502" y="3621"/>
                    <a:pt x="6740" y="3383"/>
                    <a:pt x="6788" y="3097"/>
                  </a:cubicBezTo>
                  <a:cubicBezTo>
                    <a:pt x="6788" y="2930"/>
                    <a:pt x="6740" y="2787"/>
                    <a:pt x="6669" y="2668"/>
                  </a:cubicBezTo>
                  <a:lnTo>
                    <a:pt x="7169" y="1978"/>
                  </a:lnTo>
                  <a:cubicBezTo>
                    <a:pt x="7241" y="2025"/>
                    <a:pt x="7288" y="2025"/>
                    <a:pt x="7383" y="2025"/>
                  </a:cubicBezTo>
                  <a:cubicBezTo>
                    <a:pt x="7741" y="2025"/>
                    <a:pt x="8003" y="1716"/>
                    <a:pt x="8003" y="1382"/>
                  </a:cubicBezTo>
                  <a:lnTo>
                    <a:pt x="9051" y="1025"/>
                  </a:lnTo>
                  <a:cubicBezTo>
                    <a:pt x="9149" y="1183"/>
                    <a:pt x="9313" y="1275"/>
                    <a:pt x="9502" y="1275"/>
                  </a:cubicBezTo>
                  <a:cubicBezTo>
                    <a:pt x="9541" y="1275"/>
                    <a:pt x="9581" y="1271"/>
                    <a:pt x="9622" y="1263"/>
                  </a:cubicBezTo>
                  <a:cubicBezTo>
                    <a:pt x="9908" y="1239"/>
                    <a:pt x="10146" y="1001"/>
                    <a:pt x="10170" y="715"/>
                  </a:cubicBezTo>
                  <a:cubicBezTo>
                    <a:pt x="10217" y="311"/>
                    <a:pt x="9908" y="1"/>
                    <a:pt x="9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>
              <a:extLst>
                <a:ext uri="{FF2B5EF4-FFF2-40B4-BE49-F238E27FC236}">
                  <a16:creationId xmlns:a16="http://schemas.microsoft.com/office/drawing/2014/main" id="{7D2D9C48-AA77-18AB-7BBC-EC46B5BCE05A}"/>
                </a:ext>
              </a:extLst>
            </p:cNvPr>
            <p:cNvSpPr/>
            <p:nvPr/>
          </p:nvSpPr>
          <p:spPr>
            <a:xfrm>
              <a:off x="4710413" y="3887633"/>
              <a:ext cx="254850" cy="152450"/>
            </a:xfrm>
            <a:custGeom>
              <a:avLst/>
              <a:gdLst/>
              <a:ahLst/>
              <a:cxnLst/>
              <a:rect l="l" t="t" r="r" b="b"/>
              <a:pathLst>
                <a:path w="10194" h="6098" extrusionOk="0">
                  <a:moveTo>
                    <a:pt x="9526" y="358"/>
                  </a:moveTo>
                  <a:cubicBezTo>
                    <a:pt x="9693" y="358"/>
                    <a:pt x="9812" y="477"/>
                    <a:pt x="9812" y="620"/>
                  </a:cubicBezTo>
                  <a:cubicBezTo>
                    <a:pt x="9812" y="787"/>
                    <a:pt x="9693" y="906"/>
                    <a:pt x="9526" y="906"/>
                  </a:cubicBezTo>
                  <a:cubicBezTo>
                    <a:pt x="9384" y="906"/>
                    <a:pt x="9264" y="787"/>
                    <a:pt x="9264" y="620"/>
                  </a:cubicBezTo>
                  <a:cubicBezTo>
                    <a:pt x="9264" y="477"/>
                    <a:pt x="9384" y="358"/>
                    <a:pt x="9526" y="358"/>
                  </a:cubicBezTo>
                  <a:close/>
                  <a:moveTo>
                    <a:pt x="4478" y="3525"/>
                  </a:moveTo>
                  <a:cubicBezTo>
                    <a:pt x="4621" y="3525"/>
                    <a:pt x="4740" y="3644"/>
                    <a:pt x="4740" y="3787"/>
                  </a:cubicBezTo>
                  <a:cubicBezTo>
                    <a:pt x="4740" y="3930"/>
                    <a:pt x="4644" y="4049"/>
                    <a:pt x="4478" y="4049"/>
                  </a:cubicBezTo>
                  <a:cubicBezTo>
                    <a:pt x="4335" y="4049"/>
                    <a:pt x="4216" y="3930"/>
                    <a:pt x="4216" y="3787"/>
                  </a:cubicBezTo>
                  <a:cubicBezTo>
                    <a:pt x="4216" y="3644"/>
                    <a:pt x="4335" y="3525"/>
                    <a:pt x="4478" y="3525"/>
                  </a:cubicBezTo>
                  <a:close/>
                  <a:moveTo>
                    <a:pt x="1787" y="3882"/>
                  </a:moveTo>
                  <a:cubicBezTo>
                    <a:pt x="1953" y="3882"/>
                    <a:pt x="2072" y="4001"/>
                    <a:pt x="2072" y="4144"/>
                  </a:cubicBezTo>
                  <a:cubicBezTo>
                    <a:pt x="2072" y="4287"/>
                    <a:pt x="1953" y="4406"/>
                    <a:pt x="1787" y="4406"/>
                  </a:cubicBezTo>
                  <a:cubicBezTo>
                    <a:pt x="1644" y="4406"/>
                    <a:pt x="1525" y="4287"/>
                    <a:pt x="1525" y="4144"/>
                  </a:cubicBezTo>
                  <a:cubicBezTo>
                    <a:pt x="1525" y="4001"/>
                    <a:pt x="1644" y="3882"/>
                    <a:pt x="1787" y="3882"/>
                  </a:cubicBezTo>
                  <a:close/>
                  <a:moveTo>
                    <a:pt x="7335" y="4359"/>
                  </a:moveTo>
                  <a:cubicBezTo>
                    <a:pt x="7478" y="4359"/>
                    <a:pt x="7597" y="4478"/>
                    <a:pt x="7597" y="4621"/>
                  </a:cubicBezTo>
                  <a:cubicBezTo>
                    <a:pt x="7597" y="4764"/>
                    <a:pt x="7502" y="4883"/>
                    <a:pt x="7335" y="4883"/>
                  </a:cubicBezTo>
                  <a:cubicBezTo>
                    <a:pt x="7193" y="4883"/>
                    <a:pt x="7074" y="4764"/>
                    <a:pt x="7074" y="4621"/>
                  </a:cubicBezTo>
                  <a:cubicBezTo>
                    <a:pt x="7074" y="4478"/>
                    <a:pt x="7193" y="4359"/>
                    <a:pt x="7335" y="4359"/>
                  </a:cubicBezTo>
                  <a:close/>
                  <a:moveTo>
                    <a:pt x="9550" y="1"/>
                  </a:moveTo>
                  <a:cubicBezTo>
                    <a:pt x="9193" y="1"/>
                    <a:pt x="8931" y="263"/>
                    <a:pt x="8931" y="620"/>
                  </a:cubicBezTo>
                  <a:cubicBezTo>
                    <a:pt x="8931" y="858"/>
                    <a:pt x="9050" y="1072"/>
                    <a:pt x="9241" y="1168"/>
                  </a:cubicBezTo>
                  <a:lnTo>
                    <a:pt x="9003" y="1858"/>
                  </a:lnTo>
                  <a:lnTo>
                    <a:pt x="8907" y="1858"/>
                  </a:lnTo>
                  <a:cubicBezTo>
                    <a:pt x="8812" y="1858"/>
                    <a:pt x="8741" y="1930"/>
                    <a:pt x="8741" y="2025"/>
                  </a:cubicBezTo>
                  <a:cubicBezTo>
                    <a:pt x="8741" y="2120"/>
                    <a:pt x="8812" y="2215"/>
                    <a:pt x="8907" y="2215"/>
                  </a:cubicBezTo>
                  <a:cubicBezTo>
                    <a:pt x="9050" y="2215"/>
                    <a:pt x="9169" y="2334"/>
                    <a:pt x="9169" y="2477"/>
                  </a:cubicBezTo>
                  <a:cubicBezTo>
                    <a:pt x="9169" y="2620"/>
                    <a:pt x="9050" y="2739"/>
                    <a:pt x="8907" y="2739"/>
                  </a:cubicBezTo>
                  <a:cubicBezTo>
                    <a:pt x="8788" y="2739"/>
                    <a:pt x="8669" y="2644"/>
                    <a:pt x="8645" y="2525"/>
                  </a:cubicBezTo>
                  <a:cubicBezTo>
                    <a:pt x="8625" y="2463"/>
                    <a:pt x="8550" y="2401"/>
                    <a:pt x="8469" y="2401"/>
                  </a:cubicBezTo>
                  <a:cubicBezTo>
                    <a:pt x="8456" y="2401"/>
                    <a:pt x="8444" y="2403"/>
                    <a:pt x="8431" y="2406"/>
                  </a:cubicBezTo>
                  <a:cubicBezTo>
                    <a:pt x="8336" y="2454"/>
                    <a:pt x="8288" y="2525"/>
                    <a:pt x="8312" y="2620"/>
                  </a:cubicBezTo>
                  <a:cubicBezTo>
                    <a:pt x="8336" y="2739"/>
                    <a:pt x="8407" y="2835"/>
                    <a:pt x="8502" y="2930"/>
                  </a:cubicBezTo>
                  <a:lnTo>
                    <a:pt x="7669" y="4025"/>
                  </a:lnTo>
                  <a:cubicBezTo>
                    <a:pt x="7574" y="3954"/>
                    <a:pt x="7478" y="3930"/>
                    <a:pt x="7359" y="3930"/>
                  </a:cubicBezTo>
                  <a:cubicBezTo>
                    <a:pt x="7097" y="3930"/>
                    <a:pt x="6883" y="4073"/>
                    <a:pt x="6764" y="4311"/>
                  </a:cubicBezTo>
                  <a:lnTo>
                    <a:pt x="5121" y="3787"/>
                  </a:lnTo>
                  <a:lnTo>
                    <a:pt x="5121" y="3763"/>
                  </a:lnTo>
                  <a:cubicBezTo>
                    <a:pt x="5121" y="3406"/>
                    <a:pt x="4835" y="3120"/>
                    <a:pt x="4502" y="3120"/>
                  </a:cubicBezTo>
                  <a:cubicBezTo>
                    <a:pt x="4216" y="3120"/>
                    <a:pt x="3930" y="3358"/>
                    <a:pt x="3882" y="3620"/>
                  </a:cubicBezTo>
                  <a:lnTo>
                    <a:pt x="2358" y="3811"/>
                  </a:lnTo>
                  <a:cubicBezTo>
                    <a:pt x="2239" y="3597"/>
                    <a:pt x="2025" y="3478"/>
                    <a:pt x="1787" y="3478"/>
                  </a:cubicBezTo>
                  <a:cubicBezTo>
                    <a:pt x="1429" y="3478"/>
                    <a:pt x="1168" y="3739"/>
                    <a:pt x="1168" y="4121"/>
                  </a:cubicBezTo>
                  <a:cubicBezTo>
                    <a:pt x="1168" y="4216"/>
                    <a:pt x="1191" y="4359"/>
                    <a:pt x="1263" y="4430"/>
                  </a:cubicBezTo>
                  <a:lnTo>
                    <a:pt x="72" y="5835"/>
                  </a:lnTo>
                  <a:cubicBezTo>
                    <a:pt x="1" y="5907"/>
                    <a:pt x="1" y="6026"/>
                    <a:pt x="96" y="6073"/>
                  </a:cubicBezTo>
                  <a:cubicBezTo>
                    <a:pt x="120" y="6097"/>
                    <a:pt x="167" y="6097"/>
                    <a:pt x="215" y="6097"/>
                  </a:cubicBezTo>
                  <a:cubicBezTo>
                    <a:pt x="286" y="6097"/>
                    <a:pt x="310" y="6073"/>
                    <a:pt x="334" y="6049"/>
                  </a:cubicBezTo>
                  <a:lnTo>
                    <a:pt x="1525" y="4644"/>
                  </a:lnTo>
                  <a:cubicBezTo>
                    <a:pt x="1620" y="4668"/>
                    <a:pt x="1715" y="4716"/>
                    <a:pt x="1787" y="4716"/>
                  </a:cubicBezTo>
                  <a:cubicBezTo>
                    <a:pt x="2120" y="4716"/>
                    <a:pt x="2382" y="4430"/>
                    <a:pt x="2430" y="4121"/>
                  </a:cubicBezTo>
                  <a:lnTo>
                    <a:pt x="3906" y="3930"/>
                  </a:lnTo>
                  <a:cubicBezTo>
                    <a:pt x="4001" y="4168"/>
                    <a:pt x="4240" y="4311"/>
                    <a:pt x="4502" y="4311"/>
                  </a:cubicBezTo>
                  <a:cubicBezTo>
                    <a:pt x="4716" y="4311"/>
                    <a:pt x="4930" y="4192"/>
                    <a:pt x="5049" y="4049"/>
                  </a:cubicBezTo>
                  <a:lnTo>
                    <a:pt x="6764" y="4621"/>
                  </a:lnTo>
                  <a:cubicBezTo>
                    <a:pt x="6835" y="4906"/>
                    <a:pt x="7050" y="5121"/>
                    <a:pt x="7383" y="5121"/>
                  </a:cubicBezTo>
                  <a:cubicBezTo>
                    <a:pt x="7740" y="5121"/>
                    <a:pt x="8026" y="4859"/>
                    <a:pt x="8026" y="4502"/>
                  </a:cubicBezTo>
                  <a:cubicBezTo>
                    <a:pt x="8026" y="4382"/>
                    <a:pt x="7978" y="4287"/>
                    <a:pt x="7931" y="4192"/>
                  </a:cubicBezTo>
                  <a:lnTo>
                    <a:pt x="8812" y="3001"/>
                  </a:lnTo>
                  <a:lnTo>
                    <a:pt x="8931" y="3001"/>
                  </a:lnTo>
                  <a:cubicBezTo>
                    <a:pt x="9288" y="3001"/>
                    <a:pt x="9574" y="2739"/>
                    <a:pt x="9574" y="2382"/>
                  </a:cubicBezTo>
                  <a:cubicBezTo>
                    <a:pt x="9574" y="2168"/>
                    <a:pt x="9479" y="2025"/>
                    <a:pt x="9336" y="1906"/>
                  </a:cubicBezTo>
                  <a:lnTo>
                    <a:pt x="9598" y="1168"/>
                  </a:lnTo>
                  <a:cubicBezTo>
                    <a:pt x="9621" y="1171"/>
                    <a:pt x="9643" y="1173"/>
                    <a:pt x="9666" y="1173"/>
                  </a:cubicBezTo>
                  <a:cubicBezTo>
                    <a:pt x="9931" y="1173"/>
                    <a:pt x="10193" y="927"/>
                    <a:pt x="10193" y="620"/>
                  </a:cubicBezTo>
                  <a:cubicBezTo>
                    <a:pt x="10193" y="263"/>
                    <a:pt x="9931" y="1"/>
                    <a:pt x="9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1">
              <a:extLst>
                <a:ext uri="{FF2B5EF4-FFF2-40B4-BE49-F238E27FC236}">
                  <a16:creationId xmlns:a16="http://schemas.microsoft.com/office/drawing/2014/main" id="{F1FBC14D-3CC1-FA25-3CD1-8F4634A75213}"/>
                </a:ext>
              </a:extLst>
            </p:cNvPr>
            <p:cNvSpPr/>
            <p:nvPr/>
          </p:nvSpPr>
          <p:spPr>
            <a:xfrm>
              <a:off x="4673513" y="3789408"/>
              <a:ext cx="297700" cy="297700"/>
            </a:xfrm>
            <a:custGeom>
              <a:avLst/>
              <a:gdLst/>
              <a:ahLst/>
              <a:cxnLst/>
              <a:rect l="l" t="t" r="r" b="b"/>
              <a:pathLst>
                <a:path w="11908" h="11908" extrusionOk="0">
                  <a:moveTo>
                    <a:pt x="929" y="0"/>
                  </a:moveTo>
                  <a:cubicBezTo>
                    <a:pt x="810" y="0"/>
                    <a:pt x="715" y="72"/>
                    <a:pt x="715" y="191"/>
                  </a:cubicBezTo>
                  <a:lnTo>
                    <a:pt x="715" y="977"/>
                  </a:lnTo>
                  <a:lnTo>
                    <a:pt x="500" y="977"/>
                  </a:lnTo>
                  <a:cubicBezTo>
                    <a:pt x="405" y="977"/>
                    <a:pt x="334" y="1048"/>
                    <a:pt x="334" y="1143"/>
                  </a:cubicBezTo>
                  <a:cubicBezTo>
                    <a:pt x="334" y="1262"/>
                    <a:pt x="381" y="1334"/>
                    <a:pt x="500" y="1334"/>
                  </a:cubicBezTo>
                  <a:lnTo>
                    <a:pt x="715" y="1334"/>
                  </a:lnTo>
                  <a:lnTo>
                    <a:pt x="715" y="2239"/>
                  </a:lnTo>
                  <a:lnTo>
                    <a:pt x="500" y="2239"/>
                  </a:lnTo>
                  <a:cubicBezTo>
                    <a:pt x="405" y="2239"/>
                    <a:pt x="334" y="2286"/>
                    <a:pt x="334" y="2382"/>
                  </a:cubicBezTo>
                  <a:cubicBezTo>
                    <a:pt x="334" y="2501"/>
                    <a:pt x="381" y="2596"/>
                    <a:pt x="500" y="2596"/>
                  </a:cubicBezTo>
                  <a:lnTo>
                    <a:pt x="715" y="2596"/>
                  </a:lnTo>
                  <a:lnTo>
                    <a:pt x="715" y="3477"/>
                  </a:lnTo>
                  <a:lnTo>
                    <a:pt x="500" y="3477"/>
                  </a:lnTo>
                  <a:cubicBezTo>
                    <a:pt x="405" y="3477"/>
                    <a:pt x="334" y="3549"/>
                    <a:pt x="334" y="3644"/>
                  </a:cubicBezTo>
                  <a:cubicBezTo>
                    <a:pt x="334" y="3739"/>
                    <a:pt x="381" y="3834"/>
                    <a:pt x="500" y="3834"/>
                  </a:cubicBezTo>
                  <a:lnTo>
                    <a:pt x="715" y="3834"/>
                  </a:lnTo>
                  <a:lnTo>
                    <a:pt x="715" y="4739"/>
                  </a:lnTo>
                  <a:lnTo>
                    <a:pt x="500" y="4739"/>
                  </a:lnTo>
                  <a:cubicBezTo>
                    <a:pt x="405" y="4739"/>
                    <a:pt x="334" y="4787"/>
                    <a:pt x="334" y="4882"/>
                  </a:cubicBezTo>
                  <a:cubicBezTo>
                    <a:pt x="334" y="5001"/>
                    <a:pt x="381" y="5097"/>
                    <a:pt x="500" y="5097"/>
                  </a:cubicBezTo>
                  <a:lnTo>
                    <a:pt x="715" y="5097"/>
                  </a:lnTo>
                  <a:lnTo>
                    <a:pt x="715" y="5978"/>
                  </a:lnTo>
                  <a:lnTo>
                    <a:pt x="500" y="5978"/>
                  </a:lnTo>
                  <a:cubicBezTo>
                    <a:pt x="405" y="5978"/>
                    <a:pt x="334" y="6049"/>
                    <a:pt x="334" y="6121"/>
                  </a:cubicBezTo>
                  <a:cubicBezTo>
                    <a:pt x="334" y="6240"/>
                    <a:pt x="381" y="6335"/>
                    <a:pt x="500" y="6335"/>
                  </a:cubicBezTo>
                  <a:lnTo>
                    <a:pt x="715" y="6335"/>
                  </a:lnTo>
                  <a:lnTo>
                    <a:pt x="715" y="7240"/>
                  </a:lnTo>
                  <a:lnTo>
                    <a:pt x="500" y="7240"/>
                  </a:lnTo>
                  <a:cubicBezTo>
                    <a:pt x="405" y="7240"/>
                    <a:pt x="334" y="7287"/>
                    <a:pt x="334" y="7383"/>
                  </a:cubicBezTo>
                  <a:cubicBezTo>
                    <a:pt x="334" y="7502"/>
                    <a:pt x="381" y="7597"/>
                    <a:pt x="500" y="7597"/>
                  </a:cubicBezTo>
                  <a:lnTo>
                    <a:pt x="715" y="7597"/>
                  </a:lnTo>
                  <a:lnTo>
                    <a:pt x="715" y="8478"/>
                  </a:lnTo>
                  <a:lnTo>
                    <a:pt x="500" y="8478"/>
                  </a:lnTo>
                  <a:cubicBezTo>
                    <a:pt x="405" y="8478"/>
                    <a:pt x="334" y="8550"/>
                    <a:pt x="334" y="8621"/>
                  </a:cubicBezTo>
                  <a:cubicBezTo>
                    <a:pt x="334" y="8740"/>
                    <a:pt x="381" y="8835"/>
                    <a:pt x="500" y="8835"/>
                  </a:cubicBezTo>
                  <a:lnTo>
                    <a:pt x="715" y="8835"/>
                  </a:lnTo>
                  <a:lnTo>
                    <a:pt x="715" y="9740"/>
                  </a:lnTo>
                  <a:lnTo>
                    <a:pt x="500" y="9740"/>
                  </a:lnTo>
                  <a:cubicBezTo>
                    <a:pt x="405" y="9740"/>
                    <a:pt x="334" y="9788"/>
                    <a:pt x="334" y="9883"/>
                  </a:cubicBezTo>
                  <a:cubicBezTo>
                    <a:pt x="334" y="10002"/>
                    <a:pt x="381" y="10098"/>
                    <a:pt x="500" y="10098"/>
                  </a:cubicBezTo>
                  <a:lnTo>
                    <a:pt x="715" y="10098"/>
                  </a:lnTo>
                  <a:lnTo>
                    <a:pt x="715" y="10717"/>
                  </a:lnTo>
                  <a:lnTo>
                    <a:pt x="286" y="10717"/>
                  </a:lnTo>
                  <a:cubicBezTo>
                    <a:pt x="143" y="10717"/>
                    <a:pt x="0" y="10836"/>
                    <a:pt x="0" y="11002"/>
                  </a:cubicBezTo>
                  <a:lnTo>
                    <a:pt x="0" y="11693"/>
                  </a:lnTo>
                  <a:cubicBezTo>
                    <a:pt x="0" y="11788"/>
                    <a:pt x="95" y="11884"/>
                    <a:pt x="167" y="11884"/>
                  </a:cubicBezTo>
                  <a:lnTo>
                    <a:pt x="1548" y="11884"/>
                  </a:lnTo>
                  <a:cubicBezTo>
                    <a:pt x="1572" y="11884"/>
                    <a:pt x="1596" y="11884"/>
                    <a:pt x="1643" y="11836"/>
                  </a:cubicBezTo>
                  <a:cubicBezTo>
                    <a:pt x="1762" y="11693"/>
                    <a:pt x="1667" y="11550"/>
                    <a:pt x="1524" y="11550"/>
                  </a:cubicBezTo>
                  <a:lnTo>
                    <a:pt x="334" y="11550"/>
                  </a:lnTo>
                  <a:lnTo>
                    <a:pt x="334" y="11074"/>
                  </a:lnTo>
                  <a:lnTo>
                    <a:pt x="11526" y="11074"/>
                  </a:lnTo>
                  <a:lnTo>
                    <a:pt x="11526" y="11550"/>
                  </a:lnTo>
                  <a:lnTo>
                    <a:pt x="2358" y="11550"/>
                  </a:lnTo>
                  <a:cubicBezTo>
                    <a:pt x="2263" y="11550"/>
                    <a:pt x="2167" y="11598"/>
                    <a:pt x="2167" y="11693"/>
                  </a:cubicBezTo>
                  <a:cubicBezTo>
                    <a:pt x="2167" y="11812"/>
                    <a:pt x="2239" y="11907"/>
                    <a:pt x="2358" y="11907"/>
                  </a:cubicBezTo>
                  <a:lnTo>
                    <a:pt x="11598" y="11907"/>
                  </a:lnTo>
                  <a:cubicBezTo>
                    <a:pt x="11764" y="11907"/>
                    <a:pt x="11907" y="11788"/>
                    <a:pt x="11907" y="11598"/>
                  </a:cubicBezTo>
                  <a:lnTo>
                    <a:pt x="11907" y="11002"/>
                  </a:lnTo>
                  <a:cubicBezTo>
                    <a:pt x="11907" y="10836"/>
                    <a:pt x="11788" y="10717"/>
                    <a:pt x="11598" y="10717"/>
                  </a:cubicBezTo>
                  <a:lnTo>
                    <a:pt x="1072" y="10717"/>
                  </a:lnTo>
                  <a:lnTo>
                    <a:pt x="1072" y="191"/>
                  </a:lnTo>
                  <a:cubicBezTo>
                    <a:pt x="1072" y="96"/>
                    <a:pt x="1000" y="0"/>
                    <a:pt x="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" name="Google Shape;549;p31">
            <a:extLst>
              <a:ext uri="{FF2B5EF4-FFF2-40B4-BE49-F238E27FC236}">
                <a16:creationId xmlns:a16="http://schemas.microsoft.com/office/drawing/2014/main" id="{D7C5C9E3-35FE-CF4C-AB02-8A9D12EF2D68}"/>
              </a:ext>
            </a:extLst>
          </p:cNvPr>
          <p:cNvGrpSpPr/>
          <p:nvPr/>
        </p:nvGrpSpPr>
        <p:grpSpPr>
          <a:xfrm>
            <a:off x="6236741" y="1427109"/>
            <a:ext cx="356019" cy="356737"/>
            <a:chOff x="6154163" y="3789408"/>
            <a:chExt cx="297700" cy="298300"/>
          </a:xfrm>
        </p:grpSpPr>
        <p:sp>
          <p:nvSpPr>
            <p:cNvPr id="550" name="Google Shape;550;p31">
              <a:extLst>
                <a:ext uri="{FF2B5EF4-FFF2-40B4-BE49-F238E27FC236}">
                  <a16:creationId xmlns:a16="http://schemas.microsoft.com/office/drawing/2014/main" id="{27C9876D-0077-6E9A-9A57-92D037FF7FEB}"/>
                </a:ext>
              </a:extLst>
            </p:cNvPr>
            <p:cNvSpPr/>
            <p:nvPr/>
          </p:nvSpPr>
          <p:spPr>
            <a:xfrm>
              <a:off x="6283363" y="3813208"/>
              <a:ext cx="15500" cy="8975"/>
            </a:xfrm>
            <a:custGeom>
              <a:avLst/>
              <a:gdLst/>
              <a:ahLst/>
              <a:cxnLst/>
              <a:rect l="l" t="t" r="r" b="b"/>
              <a:pathLst>
                <a:path w="620" h="359" extrusionOk="0">
                  <a:moveTo>
                    <a:pt x="191" y="1"/>
                  </a:moveTo>
                  <a:cubicBezTo>
                    <a:pt x="120" y="1"/>
                    <a:pt x="24" y="72"/>
                    <a:pt x="24" y="144"/>
                  </a:cubicBezTo>
                  <a:cubicBezTo>
                    <a:pt x="0" y="263"/>
                    <a:pt x="72" y="358"/>
                    <a:pt x="191" y="358"/>
                  </a:cubicBezTo>
                  <a:lnTo>
                    <a:pt x="429" y="358"/>
                  </a:lnTo>
                  <a:cubicBezTo>
                    <a:pt x="524" y="358"/>
                    <a:pt x="620" y="310"/>
                    <a:pt x="620" y="215"/>
                  </a:cubicBezTo>
                  <a:cubicBezTo>
                    <a:pt x="620" y="96"/>
                    <a:pt x="548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1">
              <a:extLst>
                <a:ext uri="{FF2B5EF4-FFF2-40B4-BE49-F238E27FC236}">
                  <a16:creationId xmlns:a16="http://schemas.microsoft.com/office/drawing/2014/main" id="{37D8973C-2EAB-D46D-77D9-C4C506C8B06C}"/>
                </a:ext>
              </a:extLst>
            </p:cNvPr>
            <p:cNvSpPr/>
            <p:nvPr/>
          </p:nvSpPr>
          <p:spPr>
            <a:xfrm>
              <a:off x="6260138" y="3813208"/>
              <a:ext cx="14925" cy="8975"/>
            </a:xfrm>
            <a:custGeom>
              <a:avLst/>
              <a:gdLst/>
              <a:ahLst/>
              <a:cxnLst/>
              <a:rect l="l" t="t" r="r" b="b"/>
              <a:pathLst>
                <a:path w="597" h="359" extrusionOk="0">
                  <a:moveTo>
                    <a:pt x="215" y="1"/>
                  </a:moveTo>
                  <a:cubicBezTo>
                    <a:pt x="120" y="1"/>
                    <a:pt x="25" y="72"/>
                    <a:pt x="25" y="144"/>
                  </a:cubicBezTo>
                  <a:cubicBezTo>
                    <a:pt x="1" y="263"/>
                    <a:pt x="96" y="358"/>
                    <a:pt x="167" y="358"/>
                  </a:cubicBezTo>
                  <a:lnTo>
                    <a:pt x="406" y="358"/>
                  </a:lnTo>
                  <a:cubicBezTo>
                    <a:pt x="501" y="358"/>
                    <a:pt x="596" y="310"/>
                    <a:pt x="596" y="215"/>
                  </a:cubicBezTo>
                  <a:cubicBezTo>
                    <a:pt x="596" y="96"/>
                    <a:pt x="525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1">
              <a:extLst>
                <a:ext uri="{FF2B5EF4-FFF2-40B4-BE49-F238E27FC236}">
                  <a16:creationId xmlns:a16="http://schemas.microsoft.com/office/drawing/2014/main" id="{B377FEFE-86B3-4C53-20AB-A3E2D6E1FD49}"/>
                </a:ext>
              </a:extLst>
            </p:cNvPr>
            <p:cNvSpPr/>
            <p:nvPr/>
          </p:nvSpPr>
          <p:spPr>
            <a:xfrm>
              <a:off x="6376238" y="3813208"/>
              <a:ext cx="14900" cy="8975"/>
            </a:xfrm>
            <a:custGeom>
              <a:avLst/>
              <a:gdLst/>
              <a:ahLst/>
              <a:cxnLst/>
              <a:rect l="l" t="t" r="r" b="b"/>
              <a:pathLst>
                <a:path w="596" h="359" extrusionOk="0">
                  <a:moveTo>
                    <a:pt x="167" y="1"/>
                  </a:moveTo>
                  <a:cubicBezTo>
                    <a:pt x="96" y="1"/>
                    <a:pt x="1" y="72"/>
                    <a:pt x="1" y="144"/>
                  </a:cubicBezTo>
                  <a:cubicBezTo>
                    <a:pt x="1" y="263"/>
                    <a:pt x="96" y="358"/>
                    <a:pt x="167" y="358"/>
                  </a:cubicBezTo>
                  <a:lnTo>
                    <a:pt x="405" y="358"/>
                  </a:lnTo>
                  <a:cubicBezTo>
                    <a:pt x="501" y="358"/>
                    <a:pt x="596" y="310"/>
                    <a:pt x="596" y="215"/>
                  </a:cubicBezTo>
                  <a:cubicBezTo>
                    <a:pt x="596" y="96"/>
                    <a:pt x="52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1">
              <a:extLst>
                <a:ext uri="{FF2B5EF4-FFF2-40B4-BE49-F238E27FC236}">
                  <a16:creationId xmlns:a16="http://schemas.microsoft.com/office/drawing/2014/main" id="{5D6A0E95-5113-16EF-5642-C6A2459DEF6B}"/>
                </a:ext>
              </a:extLst>
            </p:cNvPr>
            <p:cNvSpPr/>
            <p:nvPr/>
          </p:nvSpPr>
          <p:spPr>
            <a:xfrm>
              <a:off x="6329813" y="3813208"/>
              <a:ext cx="14900" cy="8975"/>
            </a:xfrm>
            <a:custGeom>
              <a:avLst/>
              <a:gdLst/>
              <a:ahLst/>
              <a:cxnLst/>
              <a:rect l="l" t="t" r="r" b="b"/>
              <a:pathLst>
                <a:path w="596" h="359" extrusionOk="0">
                  <a:moveTo>
                    <a:pt x="191" y="1"/>
                  </a:moveTo>
                  <a:cubicBezTo>
                    <a:pt x="95" y="1"/>
                    <a:pt x="0" y="72"/>
                    <a:pt x="0" y="144"/>
                  </a:cubicBezTo>
                  <a:cubicBezTo>
                    <a:pt x="0" y="263"/>
                    <a:pt x="71" y="358"/>
                    <a:pt x="191" y="358"/>
                  </a:cubicBezTo>
                  <a:lnTo>
                    <a:pt x="429" y="358"/>
                  </a:lnTo>
                  <a:cubicBezTo>
                    <a:pt x="500" y="358"/>
                    <a:pt x="595" y="310"/>
                    <a:pt x="595" y="215"/>
                  </a:cubicBezTo>
                  <a:cubicBezTo>
                    <a:pt x="595" y="96"/>
                    <a:pt x="548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1">
              <a:extLst>
                <a:ext uri="{FF2B5EF4-FFF2-40B4-BE49-F238E27FC236}">
                  <a16:creationId xmlns:a16="http://schemas.microsoft.com/office/drawing/2014/main" id="{65BEEA9A-E152-6FB4-49F6-F1A0E6D8C3B1}"/>
                </a:ext>
              </a:extLst>
            </p:cNvPr>
            <p:cNvSpPr/>
            <p:nvPr/>
          </p:nvSpPr>
          <p:spPr>
            <a:xfrm>
              <a:off x="6353013" y="3813208"/>
              <a:ext cx="14925" cy="8975"/>
            </a:xfrm>
            <a:custGeom>
              <a:avLst/>
              <a:gdLst/>
              <a:ahLst/>
              <a:cxnLst/>
              <a:rect l="l" t="t" r="r" b="b"/>
              <a:pathLst>
                <a:path w="597" h="359" extrusionOk="0">
                  <a:moveTo>
                    <a:pt x="191" y="1"/>
                  </a:moveTo>
                  <a:cubicBezTo>
                    <a:pt x="96" y="1"/>
                    <a:pt x="1" y="72"/>
                    <a:pt x="1" y="144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429" y="358"/>
                  </a:lnTo>
                  <a:cubicBezTo>
                    <a:pt x="501" y="358"/>
                    <a:pt x="596" y="310"/>
                    <a:pt x="596" y="215"/>
                  </a:cubicBezTo>
                  <a:cubicBezTo>
                    <a:pt x="596" y="96"/>
                    <a:pt x="525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1">
              <a:extLst>
                <a:ext uri="{FF2B5EF4-FFF2-40B4-BE49-F238E27FC236}">
                  <a16:creationId xmlns:a16="http://schemas.microsoft.com/office/drawing/2014/main" id="{44965320-0920-DD6D-2047-70CDE062C6AC}"/>
                </a:ext>
              </a:extLst>
            </p:cNvPr>
            <p:cNvSpPr/>
            <p:nvPr/>
          </p:nvSpPr>
          <p:spPr>
            <a:xfrm>
              <a:off x="6305988" y="3813208"/>
              <a:ext cx="16100" cy="8975"/>
            </a:xfrm>
            <a:custGeom>
              <a:avLst/>
              <a:gdLst/>
              <a:ahLst/>
              <a:cxnLst/>
              <a:rect l="l" t="t" r="r" b="b"/>
              <a:pathLst>
                <a:path w="644" h="359" extrusionOk="0">
                  <a:moveTo>
                    <a:pt x="215" y="1"/>
                  </a:moveTo>
                  <a:cubicBezTo>
                    <a:pt x="120" y="1"/>
                    <a:pt x="48" y="72"/>
                    <a:pt x="48" y="144"/>
                  </a:cubicBezTo>
                  <a:cubicBezTo>
                    <a:pt x="0" y="263"/>
                    <a:pt x="96" y="358"/>
                    <a:pt x="215" y="358"/>
                  </a:cubicBezTo>
                  <a:lnTo>
                    <a:pt x="453" y="358"/>
                  </a:lnTo>
                  <a:cubicBezTo>
                    <a:pt x="548" y="358"/>
                    <a:pt x="643" y="310"/>
                    <a:pt x="643" y="215"/>
                  </a:cubicBezTo>
                  <a:cubicBezTo>
                    <a:pt x="643" y="96"/>
                    <a:pt x="572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45D41B03-1A14-A7ED-27D6-A490EF174013}"/>
                </a:ext>
              </a:extLst>
            </p:cNvPr>
            <p:cNvSpPr/>
            <p:nvPr/>
          </p:nvSpPr>
          <p:spPr>
            <a:xfrm>
              <a:off x="6191088" y="3813208"/>
              <a:ext cx="14900" cy="8975"/>
            </a:xfrm>
            <a:custGeom>
              <a:avLst/>
              <a:gdLst/>
              <a:ahLst/>
              <a:cxnLst/>
              <a:rect l="l" t="t" r="r" b="b"/>
              <a:pathLst>
                <a:path w="596" h="359" extrusionOk="0">
                  <a:moveTo>
                    <a:pt x="191" y="1"/>
                  </a:moveTo>
                  <a:cubicBezTo>
                    <a:pt x="119" y="1"/>
                    <a:pt x="24" y="72"/>
                    <a:pt x="24" y="144"/>
                  </a:cubicBezTo>
                  <a:cubicBezTo>
                    <a:pt x="0" y="263"/>
                    <a:pt x="72" y="358"/>
                    <a:pt x="191" y="358"/>
                  </a:cubicBezTo>
                  <a:lnTo>
                    <a:pt x="405" y="358"/>
                  </a:lnTo>
                  <a:cubicBezTo>
                    <a:pt x="500" y="358"/>
                    <a:pt x="596" y="310"/>
                    <a:pt x="596" y="215"/>
                  </a:cubicBezTo>
                  <a:cubicBezTo>
                    <a:pt x="596" y="96"/>
                    <a:pt x="52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1">
              <a:extLst>
                <a:ext uri="{FF2B5EF4-FFF2-40B4-BE49-F238E27FC236}">
                  <a16:creationId xmlns:a16="http://schemas.microsoft.com/office/drawing/2014/main" id="{9E9AE9B8-535C-9BED-5CFD-16E5BB08BAE7}"/>
                </a:ext>
              </a:extLst>
            </p:cNvPr>
            <p:cNvSpPr/>
            <p:nvPr/>
          </p:nvSpPr>
          <p:spPr>
            <a:xfrm>
              <a:off x="6213713" y="3813208"/>
              <a:ext cx="14900" cy="8975"/>
            </a:xfrm>
            <a:custGeom>
              <a:avLst/>
              <a:gdLst/>
              <a:ahLst/>
              <a:cxnLst/>
              <a:rect l="l" t="t" r="r" b="b"/>
              <a:pathLst>
                <a:path w="596" h="359" extrusionOk="0">
                  <a:moveTo>
                    <a:pt x="191" y="1"/>
                  </a:moveTo>
                  <a:cubicBezTo>
                    <a:pt x="95" y="1"/>
                    <a:pt x="0" y="72"/>
                    <a:pt x="0" y="144"/>
                  </a:cubicBezTo>
                  <a:cubicBezTo>
                    <a:pt x="0" y="263"/>
                    <a:pt x="95" y="358"/>
                    <a:pt x="191" y="358"/>
                  </a:cubicBezTo>
                  <a:lnTo>
                    <a:pt x="429" y="358"/>
                  </a:lnTo>
                  <a:cubicBezTo>
                    <a:pt x="524" y="358"/>
                    <a:pt x="596" y="310"/>
                    <a:pt x="596" y="215"/>
                  </a:cubicBezTo>
                  <a:cubicBezTo>
                    <a:pt x="596" y="96"/>
                    <a:pt x="548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1">
              <a:extLst>
                <a:ext uri="{FF2B5EF4-FFF2-40B4-BE49-F238E27FC236}">
                  <a16:creationId xmlns:a16="http://schemas.microsoft.com/office/drawing/2014/main" id="{2B60BC86-B198-7C75-4EFC-05645C650B12}"/>
                </a:ext>
              </a:extLst>
            </p:cNvPr>
            <p:cNvSpPr/>
            <p:nvPr/>
          </p:nvSpPr>
          <p:spPr>
            <a:xfrm>
              <a:off x="6236913" y="3813208"/>
              <a:ext cx="14925" cy="8975"/>
            </a:xfrm>
            <a:custGeom>
              <a:avLst/>
              <a:gdLst/>
              <a:ahLst/>
              <a:cxnLst/>
              <a:rect l="l" t="t" r="r" b="b"/>
              <a:pathLst>
                <a:path w="597" h="359" extrusionOk="0">
                  <a:moveTo>
                    <a:pt x="191" y="1"/>
                  </a:moveTo>
                  <a:cubicBezTo>
                    <a:pt x="96" y="1"/>
                    <a:pt x="1" y="72"/>
                    <a:pt x="1" y="144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406" y="358"/>
                  </a:lnTo>
                  <a:cubicBezTo>
                    <a:pt x="501" y="358"/>
                    <a:pt x="596" y="310"/>
                    <a:pt x="596" y="215"/>
                  </a:cubicBezTo>
                  <a:cubicBezTo>
                    <a:pt x="596" y="96"/>
                    <a:pt x="525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1">
              <a:extLst>
                <a:ext uri="{FF2B5EF4-FFF2-40B4-BE49-F238E27FC236}">
                  <a16:creationId xmlns:a16="http://schemas.microsoft.com/office/drawing/2014/main" id="{F068B211-EADB-909F-7971-69EC23673667}"/>
                </a:ext>
              </a:extLst>
            </p:cNvPr>
            <p:cNvSpPr/>
            <p:nvPr/>
          </p:nvSpPr>
          <p:spPr>
            <a:xfrm>
              <a:off x="6307188" y="3873358"/>
              <a:ext cx="14900" cy="8950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67" y="0"/>
                  </a:moveTo>
                  <a:cubicBezTo>
                    <a:pt x="72" y="0"/>
                    <a:pt x="0" y="95"/>
                    <a:pt x="0" y="214"/>
                  </a:cubicBezTo>
                  <a:cubicBezTo>
                    <a:pt x="24" y="286"/>
                    <a:pt x="119" y="357"/>
                    <a:pt x="191" y="357"/>
                  </a:cubicBezTo>
                  <a:lnTo>
                    <a:pt x="405" y="357"/>
                  </a:lnTo>
                  <a:cubicBezTo>
                    <a:pt x="500" y="357"/>
                    <a:pt x="595" y="310"/>
                    <a:pt x="595" y="214"/>
                  </a:cubicBezTo>
                  <a:cubicBezTo>
                    <a:pt x="595" y="95"/>
                    <a:pt x="524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1">
              <a:extLst>
                <a:ext uri="{FF2B5EF4-FFF2-40B4-BE49-F238E27FC236}">
                  <a16:creationId xmlns:a16="http://schemas.microsoft.com/office/drawing/2014/main" id="{64E12492-8AAD-2DE4-824A-E6758B48EF01}"/>
                </a:ext>
              </a:extLst>
            </p:cNvPr>
            <p:cNvSpPr/>
            <p:nvPr/>
          </p:nvSpPr>
          <p:spPr>
            <a:xfrm>
              <a:off x="6191088" y="3873358"/>
              <a:ext cx="14900" cy="8950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67" y="0"/>
                  </a:moveTo>
                  <a:cubicBezTo>
                    <a:pt x="72" y="0"/>
                    <a:pt x="0" y="95"/>
                    <a:pt x="0" y="214"/>
                  </a:cubicBezTo>
                  <a:cubicBezTo>
                    <a:pt x="24" y="286"/>
                    <a:pt x="119" y="357"/>
                    <a:pt x="191" y="357"/>
                  </a:cubicBezTo>
                  <a:lnTo>
                    <a:pt x="405" y="357"/>
                  </a:lnTo>
                  <a:cubicBezTo>
                    <a:pt x="500" y="357"/>
                    <a:pt x="596" y="310"/>
                    <a:pt x="596" y="214"/>
                  </a:cubicBezTo>
                  <a:cubicBezTo>
                    <a:pt x="596" y="95"/>
                    <a:pt x="524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1">
              <a:extLst>
                <a:ext uri="{FF2B5EF4-FFF2-40B4-BE49-F238E27FC236}">
                  <a16:creationId xmlns:a16="http://schemas.microsoft.com/office/drawing/2014/main" id="{AA149C02-ADB5-8ACA-EB71-C222D494A4CF}"/>
                </a:ext>
              </a:extLst>
            </p:cNvPr>
            <p:cNvSpPr/>
            <p:nvPr/>
          </p:nvSpPr>
          <p:spPr>
            <a:xfrm>
              <a:off x="6236913" y="3873358"/>
              <a:ext cx="14925" cy="8950"/>
            </a:xfrm>
            <a:custGeom>
              <a:avLst/>
              <a:gdLst/>
              <a:ahLst/>
              <a:cxnLst/>
              <a:rect l="l" t="t" r="r" b="b"/>
              <a:pathLst>
                <a:path w="597" h="358" extrusionOk="0">
                  <a:moveTo>
                    <a:pt x="191" y="0"/>
                  </a:moveTo>
                  <a:cubicBezTo>
                    <a:pt x="96" y="0"/>
                    <a:pt x="1" y="95"/>
                    <a:pt x="1" y="214"/>
                  </a:cubicBezTo>
                  <a:cubicBezTo>
                    <a:pt x="25" y="286"/>
                    <a:pt x="120" y="357"/>
                    <a:pt x="215" y="357"/>
                  </a:cubicBezTo>
                  <a:lnTo>
                    <a:pt x="430" y="357"/>
                  </a:lnTo>
                  <a:cubicBezTo>
                    <a:pt x="501" y="357"/>
                    <a:pt x="596" y="310"/>
                    <a:pt x="596" y="214"/>
                  </a:cubicBezTo>
                  <a:cubicBezTo>
                    <a:pt x="596" y="95"/>
                    <a:pt x="549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1">
              <a:extLst>
                <a:ext uri="{FF2B5EF4-FFF2-40B4-BE49-F238E27FC236}">
                  <a16:creationId xmlns:a16="http://schemas.microsoft.com/office/drawing/2014/main" id="{BEA06629-4C8B-8806-F3E7-83CB7AB546F5}"/>
                </a:ext>
              </a:extLst>
            </p:cNvPr>
            <p:cNvSpPr/>
            <p:nvPr/>
          </p:nvSpPr>
          <p:spPr>
            <a:xfrm>
              <a:off x="6260738" y="3873358"/>
              <a:ext cx="14325" cy="8950"/>
            </a:xfrm>
            <a:custGeom>
              <a:avLst/>
              <a:gdLst/>
              <a:ahLst/>
              <a:cxnLst/>
              <a:rect l="l" t="t" r="r" b="b"/>
              <a:pathLst>
                <a:path w="573" h="358" extrusionOk="0">
                  <a:moveTo>
                    <a:pt x="191" y="0"/>
                  </a:moveTo>
                  <a:cubicBezTo>
                    <a:pt x="96" y="0"/>
                    <a:pt x="1" y="95"/>
                    <a:pt x="1" y="214"/>
                  </a:cubicBezTo>
                  <a:cubicBezTo>
                    <a:pt x="24" y="286"/>
                    <a:pt x="96" y="357"/>
                    <a:pt x="191" y="357"/>
                  </a:cubicBezTo>
                  <a:lnTo>
                    <a:pt x="382" y="357"/>
                  </a:lnTo>
                  <a:cubicBezTo>
                    <a:pt x="477" y="357"/>
                    <a:pt x="572" y="310"/>
                    <a:pt x="572" y="214"/>
                  </a:cubicBezTo>
                  <a:cubicBezTo>
                    <a:pt x="572" y="95"/>
                    <a:pt x="501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1">
              <a:extLst>
                <a:ext uri="{FF2B5EF4-FFF2-40B4-BE49-F238E27FC236}">
                  <a16:creationId xmlns:a16="http://schemas.microsoft.com/office/drawing/2014/main" id="{A6395F20-6AFF-F042-162B-76DD1CF25EBA}"/>
                </a:ext>
              </a:extLst>
            </p:cNvPr>
            <p:cNvSpPr/>
            <p:nvPr/>
          </p:nvSpPr>
          <p:spPr>
            <a:xfrm>
              <a:off x="6213713" y="3873358"/>
              <a:ext cx="14900" cy="8950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91" y="0"/>
                  </a:moveTo>
                  <a:cubicBezTo>
                    <a:pt x="95" y="0"/>
                    <a:pt x="0" y="95"/>
                    <a:pt x="0" y="214"/>
                  </a:cubicBezTo>
                  <a:cubicBezTo>
                    <a:pt x="48" y="286"/>
                    <a:pt x="119" y="357"/>
                    <a:pt x="215" y="357"/>
                  </a:cubicBezTo>
                  <a:lnTo>
                    <a:pt x="429" y="357"/>
                  </a:lnTo>
                  <a:cubicBezTo>
                    <a:pt x="524" y="357"/>
                    <a:pt x="596" y="310"/>
                    <a:pt x="596" y="214"/>
                  </a:cubicBezTo>
                  <a:cubicBezTo>
                    <a:pt x="596" y="95"/>
                    <a:pt x="548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1">
              <a:extLst>
                <a:ext uri="{FF2B5EF4-FFF2-40B4-BE49-F238E27FC236}">
                  <a16:creationId xmlns:a16="http://schemas.microsoft.com/office/drawing/2014/main" id="{F7C3EDFB-237F-9A93-FFE7-0102A90577D4}"/>
                </a:ext>
              </a:extLst>
            </p:cNvPr>
            <p:cNvSpPr/>
            <p:nvPr/>
          </p:nvSpPr>
          <p:spPr>
            <a:xfrm>
              <a:off x="6283963" y="3873358"/>
              <a:ext cx="14900" cy="8950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67" y="0"/>
                  </a:moveTo>
                  <a:cubicBezTo>
                    <a:pt x="96" y="0"/>
                    <a:pt x="0" y="95"/>
                    <a:pt x="0" y="214"/>
                  </a:cubicBezTo>
                  <a:cubicBezTo>
                    <a:pt x="24" y="286"/>
                    <a:pt x="119" y="357"/>
                    <a:pt x="215" y="357"/>
                  </a:cubicBezTo>
                  <a:lnTo>
                    <a:pt x="405" y="357"/>
                  </a:lnTo>
                  <a:cubicBezTo>
                    <a:pt x="500" y="357"/>
                    <a:pt x="596" y="310"/>
                    <a:pt x="596" y="214"/>
                  </a:cubicBezTo>
                  <a:cubicBezTo>
                    <a:pt x="596" y="95"/>
                    <a:pt x="524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1">
              <a:extLst>
                <a:ext uri="{FF2B5EF4-FFF2-40B4-BE49-F238E27FC236}">
                  <a16:creationId xmlns:a16="http://schemas.microsoft.com/office/drawing/2014/main" id="{76ACFCD2-64CA-7885-2916-1D2E472E14CC}"/>
                </a:ext>
              </a:extLst>
            </p:cNvPr>
            <p:cNvSpPr/>
            <p:nvPr/>
          </p:nvSpPr>
          <p:spPr>
            <a:xfrm>
              <a:off x="6154163" y="3789408"/>
              <a:ext cx="297700" cy="298300"/>
            </a:xfrm>
            <a:custGeom>
              <a:avLst/>
              <a:gdLst/>
              <a:ahLst/>
              <a:cxnLst/>
              <a:rect l="l" t="t" r="r" b="b"/>
              <a:pathLst>
                <a:path w="11908" h="11932" extrusionOk="0">
                  <a:moveTo>
                    <a:pt x="10241" y="1524"/>
                  </a:moveTo>
                  <a:lnTo>
                    <a:pt x="10813" y="2691"/>
                  </a:lnTo>
                  <a:lnTo>
                    <a:pt x="10813" y="3763"/>
                  </a:lnTo>
                  <a:lnTo>
                    <a:pt x="10455" y="3049"/>
                  </a:lnTo>
                  <a:cubicBezTo>
                    <a:pt x="10431" y="2953"/>
                    <a:pt x="10336" y="2882"/>
                    <a:pt x="10241" y="2882"/>
                  </a:cubicBezTo>
                  <a:cubicBezTo>
                    <a:pt x="10170" y="2882"/>
                    <a:pt x="10074" y="2953"/>
                    <a:pt x="10050" y="3049"/>
                  </a:cubicBezTo>
                  <a:lnTo>
                    <a:pt x="9146" y="4787"/>
                  </a:lnTo>
                  <a:lnTo>
                    <a:pt x="8693" y="4025"/>
                  </a:lnTo>
                  <a:cubicBezTo>
                    <a:pt x="8645" y="3930"/>
                    <a:pt x="8574" y="3906"/>
                    <a:pt x="8479" y="3906"/>
                  </a:cubicBezTo>
                  <a:cubicBezTo>
                    <a:pt x="8407" y="3906"/>
                    <a:pt x="8312" y="3953"/>
                    <a:pt x="8288" y="4049"/>
                  </a:cubicBezTo>
                  <a:lnTo>
                    <a:pt x="7121" y="6430"/>
                  </a:lnTo>
                  <a:lnTo>
                    <a:pt x="6454" y="6168"/>
                  </a:lnTo>
                  <a:cubicBezTo>
                    <a:pt x="6422" y="6149"/>
                    <a:pt x="6387" y="6140"/>
                    <a:pt x="6353" y="6140"/>
                  </a:cubicBezTo>
                  <a:cubicBezTo>
                    <a:pt x="6264" y="6140"/>
                    <a:pt x="6179" y="6201"/>
                    <a:pt x="6145" y="6287"/>
                  </a:cubicBezTo>
                  <a:lnTo>
                    <a:pt x="5264" y="8121"/>
                  </a:lnTo>
                  <a:lnTo>
                    <a:pt x="4406" y="7692"/>
                  </a:lnTo>
                  <a:cubicBezTo>
                    <a:pt x="4362" y="7666"/>
                    <a:pt x="4317" y="7652"/>
                    <a:pt x="4276" y="7652"/>
                  </a:cubicBezTo>
                  <a:cubicBezTo>
                    <a:pt x="4208" y="7652"/>
                    <a:pt x="4150" y="7689"/>
                    <a:pt x="4121" y="7764"/>
                  </a:cubicBezTo>
                  <a:lnTo>
                    <a:pt x="3525" y="8597"/>
                  </a:lnTo>
                  <a:lnTo>
                    <a:pt x="2382" y="7573"/>
                  </a:lnTo>
                  <a:cubicBezTo>
                    <a:pt x="2335" y="7502"/>
                    <a:pt x="2239" y="7502"/>
                    <a:pt x="2168" y="7502"/>
                  </a:cubicBezTo>
                  <a:cubicBezTo>
                    <a:pt x="2096" y="7502"/>
                    <a:pt x="2025" y="7573"/>
                    <a:pt x="2001" y="7645"/>
                  </a:cubicBezTo>
                  <a:lnTo>
                    <a:pt x="1858" y="7978"/>
                  </a:lnTo>
                  <a:lnTo>
                    <a:pt x="1858" y="6906"/>
                  </a:lnTo>
                  <a:lnTo>
                    <a:pt x="2263" y="6049"/>
                  </a:lnTo>
                  <a:lnTo>
                    <a:pt x="3454" y="7121"/>
                  </a:lnTo>
                  <a:cubicBezTo>
                    <a:pt x="3501" y="7145"/>
                    <a:pt x="3501" y="7145"/>
                    <a:pt x="3525" y="7145"/>
                  </a:cubicBezTo>
                  <a:cubicBezTo>
                    <a:pt x="3551" y="7151"/>
                    <a:pt x="3573" y="7154"/>
                    <a:pt x="3593" y="7154"/>
                  </a:cubicBezTo>
                  <a:cubicBezTo>
                    <a:pt x="3648" y="7154"/>
                    <a:pt x="3687" y="7132"/>
                    <a:pt x="3740" y="7097"/>
                  </a:cubicBezTo>
                  <a:lnTo>
                    <a:pt x="4383" y="6168"/>
                  </a:lnTo>
                  <a:lnTo>
                    <a:pt x="5240" y="6621"/>
                  </a:lnTo>
                  <a:cubicBezTo>
                    <a:pt x="5276" y="6633"/>
                    <a:pt x="5305" y="6639"/>
                    <a:pt x="5335" y="6639"/>
                  </a:cubicBezTo>
                  <a:cubicBezTo>
                    <a:pt x="5365" y="6639"/>
                    <a:pt x="5395" y="6633"/>
                    <a:pt x="5430" y="6621"/>
                  </a:cubicBezTo>
                  <a:cubicBezTo>
                    <a:pt x="5478" y="6573"/>
                    <a:pt x="5550" y="6549"/>
                    <a:pt x="5573" y="6502"/>
                  </a:cubicBezTo>
                  <a:lnTo>
                    <a:pt x="6431" y="4644"/>
                  </a:lnTo>
                  <a:lnTo>
                    <a:pt x="7097" y="4906"/>
                  </a:lnTo>
                  <a:cubicBezTo>
                    <a:pt x="7130" y="4926"/>
                    <a:pt x="7165" y="4935"/>
                    <a:pt x="7198" y="4935"/>
                  </a:cubicBezTo>
                  <a:cubicBezTo>
                    <a:pt x="7286" y="4935"/>
                    <a:pt x="7366" y="4873"/>
                    <a:pt x="7383" y="4787"/>
                  </a:cubicBezTo>
                  <a:lnTo>
                    <a:pt x="8526" y="2501"/>
                  </a:lnTo>
                  <a:lnTo>
                    <a:pt x="8979" y="3239"/>
                  </a:lnTo>
                  <a:cubicBezTo>
                    <a:pt x="9026" y="3334"/>
                    <a:pt x="9098" y="3358"/>
                    <a:pt x="9169" y="3358"/>
                  </a:cubicBezTo>
                  <a:cubicBezTo>
                    <a:pt x="9265" y="3358"/>
                    <a:pt x="9360" y="3310"/>
                    <a:pt x="9384" y="3239"/>
                  </a:cubicBezTo>
                  <a:lnTo>
                    <a:pt x="10241" y="1524"/>
                  </a:lnTo>
                  <a:close/>
                  <a:moveTo>
                    <a:pt x="10217" y="3406"/>
                  </a:moveTo>
                  <a:lnTo>
                    <a:pt x="10789" y="4549"/>
                  </a:lnTo>
                  <a:lnTo>
                    <a:pt x="10789" y="10717"/>
                  </a:lnTo>
                  <a:lnTo>
                    <a:pt x="1787" y="10717"/>
                  </a:lnTo>
                  <a:lnTo>
                    <a:pt x="1787" y="8788"/>
                  </a:lnTo>
                  <a:lnTo>
                    <a:pt x="1858" y="8788"/>
                  </a:lnTo>
                  <a:lnTo>
                    <a:pt x="2263" y="7930"/>
                  </a:lnTo>
                  <a:lnTo>
                    <a:pt x="3406" y="8931"/>
                  </a:lnTo>
                  <a:cubicBezTo>
                    <a:pt x="3454" y="9002"/>
                    <a:pt x="3525" y="9002"/>
                    <a:pt x="3573" y="9002"/>
                  </a:cubicBezTo>
                  <a:cubicBezTo>
                    <a:pt x="3644" y="9002"/>
                    <a:pt x="3692" y="8931"/>
                    <a:pt x="3763" y="8907"/>
                  </a:cubicBezTo>
                  <a:lnTo>
                    <a:pt x="4359" y="8050"/>
                  </a:lnTo>
                  <a:lnTo>
                    <a:pt x="5216" y="8478"/>
                  </a:lnTo>
                  <a:cubicBezTo>
                    <a:pt x="5252" y="8502"/>
                    <a:pt x="5282" y="8514"/>
                    <a:pt x="5311" y="8514"/>
                  </a:cubicBezTo>
                  <a:cubicBezTo>
                    <a:pt x="5341" y="8514"/>
                    <a:pt x="5371" y="8502"/>
                    <a:pt x="5407" y="8478"/>
                  </a:cubicBezTo>
                  <a:cubicBezTo>
                    <a:pt x="5454" y="8454"/>
                    <a:pt x="5502" y="8431"/>
                    <a:pt x="5550" y="8359"/>
                  </a:cubicBezTo>
                  <a:lnTo>
                    <a:pt x="6407" y="6525"/>
                  </a:lnTo>
                  <a:lnTo>
                    <a:pt x="7074" y="6787"/>
                  </a:lnTo>
                  <a:cubicBezTo>
                    <a:pt x="7106" y="6807"/>
                    <a:pt x="7141" y="6816"/>
                    <a:pt x="7174" y="6816"/>
                  </a:cubicBezTo>
                  <a:cubicBezTo>
                    <a:pt x="7262" y="6816"/>
                    <a:pt x="7342" y="6755"/>
                    <a:pt x="7359" y="6668"/>
                  </a:cubicBezTo>
                  <a:lnTo>
                    <a:pt x="8479" y="4382"/>
                  </a:lnTo>
                  <a:lnTo>
                    <a:pt x="8931" y="5120"/>
                  </a:lnTo>
                  <a:cubicBezTo>
                    <a:pt x="9003" y="5216"/>
                    <a:pt x="9050" y="5239"/>
                    <a:pt x="9146" y="5239"/>
                  </a:cubicBezTo>
                  <a:cubicBezTo>
                    <a:pt x="9241" y="5239"/>
                    <a:pt x="9336" y="5192"/>
                    <a:pt x="9360" y="5120"/>
                  </a:cubicBezTo>
                  <a:lnTo>
                    <a:pt x="10217" y="3406"/>
                  </a:lnTo>
                  <a:close/>
                  <a:moveTo>
                    <a:pt x="11551" y="11050"/>
                  </a:moveTo>
                  <a:lnTo>
                    <a:pt x="11551" y="11526"/>
                  </a:lnTo>
                  <a:lnTo>
                    <a:pt x="358" y="11526"/>
                  </a:lnTo>
                  <a:lnTo>
                    <a:pt x="358" y="11050"/>
                  </a:lnTo>
                  <a:close/>
                  <a:moveTo>
                    <a:pt x="930" y="0"/>
                  </a:moveTo>
                  <a:cubicBezTo>
                    <a:pt x="810" y="0"/>
                    <a:pt x="715" y="72"/>
                    <a:pt x="715" y="191"/>
                  </a:cubicBezTo>
                  <a:lnTo>
                    <a:pt x="715" y="977"/>
                  </a:lnTo>
                  <a:lnTo>
                    <a:pt x="501" y="977"/>
                  </a:lnTo>
                  <a:cubicBezTo>
                    <a:pt x="429" y="977"/>
                    <a:pt x="334" y="1048"/>
                    <a:pt x="334" y="1143"/>
                  </a:cubicBezTo>
                  <a:cubicBezTo>
                    <a:pt x="334" y="1262"/>
                    <a:pt x="382" y="1334"/>
                    <a:pt x="501" y="1334"/>
                  </a:cubicBezTo>
                  <a:lnTo>
                    <a:pt x="715" y="1334"/>
                  </a:lnTo>
                  <a:lnTo>
                    <a:pt x="715" y="2239"/>
                  </a:lnTo>
                  <a:lnTo>
                    <a:pt x="501" y="2239"/>
                  </a:lnTo>
                  <a:cubicBezTo>
                    <a:pt x="429" y="2239"/>
                    <a:pt x="334" y="2286"/>
                    <a:pt x="334" y="2382"/>
                  </a:cubicBezTo>
                  <a:cubicBezTo>
                    <a:pt x="334" y="2501"/>
                    <a:pt x="382" y="2596"/>
                    <a:pt x="501" y="2596"/>
                  </a:cubicBezTo>
                  <a:lnTo>
                    <a:pt x="715" y="2596"/>
                  </a:lnTo>
                  <a:lnTo>
                    <a:pt x="715" y="3477"/>
                  </a:lnTo>
                  <a:lnTo>
                    <a:pt x="501" y="3477"/>
                  </a:lnTo>
                  <a:cubicBezTo>
                    <a:pt x="429" y="3477"/>
                    <a:pt x="334" y="3549"/>
                    <a:pt x="334" y="3644"/>
                  </a:cubicBezTo>
                  <a:cubicBezTo>
                    <a:pt x="334" y="3739"/>
                    <a:pt x="382" y="3834"/>
                    <a:pt x="501" y="3834"/>
                  </a:cubicBezTo>
                  <a:lnTo>
                    <a:pt x="715" y="3834"/>
                  </a:lnTo>
                  <a:lnTo>
                    <a:pt x="715" y="4739"/>
                  </a:lnTo>
                  <a:lnTo>
                    <a:pt x="501" y="4739"/>
                  </a:lnTo>
                  <a:cubicBezTo>
                    <a:pt x="429" y="4739"/>
                    <a:pt x="334" y="4787"/>
                    <a:pt x="334" y="4882"/>
                  </a:cubicBezTo>
                  <a:cubicBezTo>
                    <a:pt x="334" y="5001"/>
                    <a:pt x="382" y="5097"/>
                    <a:pt x="501" y="5097"/>
                  </a:cubicBezTo>
                  <a:lnTo>
                    <a:pt x="715" y="5097"/>
                  </a:lnTo>
                  <a:lnTo>
                    <a:pt x="715" y="5978"/>
                  </a:lnTo>
                  <a:lnTo>
                    <a:pt x="501" y="5978"/>
                  </a:lnTo>
                  <a:cubicBezTo>
                    <a:pt x="429" y="5978"/>
                    <a:pt x="334" y="6049"/>
                    <a:pt x="334" y="6121"/>
                  </a:cubicBezTo>
                  <a:cubicBezTo>
                    <a:pt x="334" y="6240"/>
                    <a:pt x="382" y="6335"/>
                    <a:pt x="501" y="6335"/>
                  </a:cubicBezTo>
                  <a:lnTo>
                    <a:pt x="715" y="6335"/>
                  </a:lnTo>
                  <a:lnTo>
                    <a:pt x="715" y="7240"/>
                  </a:lnTo>
                  <a:lnTo>
                    <a:pt x="501" y="7240"/>
                  </a:lnTo>
                  <a:cubicBezTo>
                    <a:pt x="429" y="7240"/>
                    <a:pt x="334" y="7287"/>
                    <a:pt x="334" y="7383"/>
                  </a:cubicBezTo>
                  <a:cubicBezTo>
                    <a:pt x="334" y="7502"/>
                    <a:pt x="382" y="7597"/>
                    <a:pt x="501" y="7597"/>
                  </a:cubicBezTo>
                  <a:lnTo>
                    <a:pt x="715" y="7597"/>
                  </a:lnTo>
                  <a:lnTo>
                    <a:pt x="715" y="8478"/>
                  </a:lnTo>
                  <a:lnTo>
                    <a:pt x="501" y="8478"/>
                  </a:lnTo>
                  <a:cubicBezTo>
                    <a:pt x="429" y="8478"/>
                    <a:pt x="334" y="8550"/>
                    <a:pt x="334" y="8621"/>
                  </a:cubicBezTo>
                  <a:cubicBezTo>
                    <a:pt x="334" y="8740"/>
                    <a:pt x="382" y="8835"/>
                    <a:pt x="501" y="8835"/>
                  </a:cubicBezTo>
                  <a:lnTo>
                    <a:pt x="715" y="8835"/>
                  </a:lnTo>
                  <a:lnTo>
                    <a:pt x="715" y="9740"/>
                  </a:lnTo>
                  <a:lnTo>
                    <a:pt x="477" y="9740"/>
                  </a:lnTo>
                  <a:cubicBezTo>
                    <a:pt x="429" y="9740"/>
                    <a:pt x="334" y="9764"/>
                    <a:pt x="310" y="9859"/>
                  </a:cubicBezTo>
                  <a:cubicBezTo>
                    <a:pt x="239" y="10002"/>
                    <a:pt x="334" y="10121"/>
                    <a:pt x="477" y="10121"/>
                  </a:cubicBezTo>
                  <a:lnTo>
                    <a:pt x="715" y="10121"/>
                  </a:lnTo>
                  <a:lnTo>
                    <a:pt x="715" y="10741"/>
                  </a:lnTo>
                  <a:lnTo>
                    <a:pt x="310" y="10741"/>
                  </a:lnTo>
                  <a:cubicBezTo>
                    <a:pt x="144" y="10741"/>
                    <a:pt x="1" y="10860"/>
                    <a:pt x="1" y="11050"/>
                  </a:cubicBezTo>
                  <a:lnTo>
                    <a:pt x="1" y="11645"/>
                  </a:lnTo>
                  <a:cubicBezTo>
                    <a:pt x="1" y="11788"/>
                    <a:pt x="120" y="11931"/>
                    <a:pt x="310" y="11931"/>
                  </a:cubicBezTo>
                  <a:lnTo>
                    <a:pt x="11622" y="11931"/>
                  </a:lnTo>
                  <a:cubicBezTo>
                    <a:pt x="11765" y="11931"/>
                    <a:pt x="11908" y="11812"/>
                    <a:pt x="11908" y="11645"/>
                  </a:cubicBezTo>
                  <a:lnTo>
                    <a:pt x="11908" y="11050"/>
                  </a:lnTo>
                  <a:cubicBezTo>
                    <a:pt x="11908" y="10836"/>
                    <a:pt x="11789" y="10717"/>
                    <a:pt x="11622" y="10717"/>
                  </a:cubicBezTo>
                  <a:lnTo>
                    <a:pt x="11146" y="10717"/>
                  </a:lnTo>
                  <a:lnTo>
                    <a:pt x="11146" y="2691"/>
                  </a:lnTo>
                  <a:cubicBezTo>
                    <a:pt x="11146" y="2644"/>
                    <a:pt x="11146" y="2620"/>
                    <a:pt x="11122" y="2572"/>
                  </a:cubicBezTo>
                  <a:lnTo>
                    <a:pt x="10431" y="1191"/>
                  </a:lnTo>
                  <a:cubicBezTo>
                    <a:pt x="10408" y="1096"/>
                    <a:pt x="10312" y="1048"/>
                    <a:pt x="10217" y="1048"/>
                  </a:cubicBezTo>
                  <a:cubicBezTo>
                    <a:pt x="10217" y="1048"/>
                    <a:pt x="10050" y="1072"/>
                    <a:pt x="10003" y="1167"/>
                  </a:cubicBezTo>
                  <a:lnTo>
                    <a:pt x="9122" y="2882"/>
                  </a:lnTo>
                  <a:lnTo>
                    <a:pt x="8669" y="2120"/>
                  </a:lnTo>
                  <a:cubicBezTo>
                    <a:pt x="8598" y="2024"/>
                    <a:pt x="8550" y="2001"/>
                    <a:pt x="8455" y="2001"/>
                  </a:cubicBezTo>
                  <a:cubicBezTo>
                    <a:pt x="8383" y="2001"/>
                    <a:pt x="8288" y="2048"/>
                    <a:pt x="8241" y="2144"/>
                  </a:cubicBezTo>
                  <a:lnTo>
                    <a:pt x="7097" y="4525"/>
                  </a:lnTo>
                  <a:lnTo>
                    <a:pt x="6431" y="4263"/>
                  </a:lnTo>
                  <a:cubicBezTo>
                    <a:pt x="6398" y="4243"/>
                    <a:pt x="6363" y="4235"/>
                    <a:pt x="6330" y="4235"/>
                  </a:cubicBezTo>
                  <a:cubicBezTo>
                    <a:pt x="6242" y="4235"/>
                    <a:pt x="6162" y="4296"/>
                    <a:pt x="6145" y="4382"/>
                  </a:cubicBezTo>
                  <a:lnTo>
                    <a:pt x="5264" y="6216"/>
                  </a:lnTo>
                  <a:lnTo>
                    <a:pt x="4406" y="5763"/>
                  </a:lnTo>
                  <a:cubicBezTo>
                    <a:pt x="4369" y="5748"/>
                    <a:pt x="4331" y="5740"/>
                    <a:pt x="4296" y="5740"/>
                  </a:cubicBezTo>
                  <a:cubicBezTo>
                    <a:pt x="4219" y="5740"/>
                    <a:pt x="4153" y="5777"/>
                    <a:pt x="4121" y="5859"/>
                  </a:cubicBezTo>
                  <a:lnTo>
                    <a:pt x="3525" y="6692"/>
                  </a:lnTo>
                  <a:lnTo>
                    <a:pt x="2382" y="5668"/>
                  </a:lnTo>
                  <a:cubicBezTo>
                    <a:pt x="2335" y="5597"/>
                    <a:pt x="2239" y="5597"/>
                    <a:pt x="2168" y="5597"/>
                  </a:cubicBezTo>
                  <a:cubicBezTo>
                    <a:pt x="2096" y="5597"/>
                    <a:pt x="2025" y="5668"/>
                    <a:pt x="2001" y="5740"/>
                  </a:cubicBezTo>
                  <a:lnTo>
                    <a:pt x="1525" y="6764"/>
                  </a:lnTo>
                  <a:cubicBezTo>
                    <a:pt x="1501" y="6787"/>
                    <a:pt x="1501" y="6811"/>
                    <a:pt x="1501" y="6883"/>
                  </a:cubicBezTo>
                  <a:lnTo>
                    <a:pt x="1501" y="10717"/>
                  </a:lnTo>
                  <a:lnTo>
                    <a:pt x="1072" y="10717"/>
                  </a:lnTo>
                  <a:lnTo>
                    <a:pt x="1072" y="191"/>
                  </a:lnTo>
                  <a:cubicBezTo>
                    <a:pt x="1072" y="96"/>
                    <a:pt x="1025" y="0"/>
                    <a:pt x="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7C881-61D1-92C9-F3F9-25C8F1849114}"/>
              </a:ext>
            </a:extLst>
          </p:cNvPr>
          <p:cNvSpPr/>
          <p:nvPr/>
        </p:nvSpPr>
        <p:spPr>
          <a:xfrm>
            <a:off x="8293894" y="2686050"/>
            <a:ext cx="1407319" cy="18573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2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8810-A6A6-2F6D-E1B6-C8C6B4A5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16" y="244103"/>
            <a:ext cx="7704000" cy="5727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Momentum Contrast(MoCo)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9654F-BAA6-F974-6C8F-030601B41299}"/>
              </a:ext>
            </a:extLst>
          </p:cNvPr>
          <p:cNvSpPr/>
          <p:nvPr/>
        </p:nvSpPr>
        <p:spPr>
          <a:xfrm>
            <a:off x="-321469" y="2964656"/>
            <a:ext cx="1041469" cy="110728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F31330-DDF7-8C8A-6105-D79091BDE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12" y="877767"/>
            <a:ext cx="7200409" cy="2502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E4A93-6AF5-131E-855A-63EE04DB3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678" y="1722798"/>
            <a:ext cx="1257860" cy="406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F52153-F73A-89BE-2A0A-91D05FA72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819" y="2823847"/>
            <a:ext cx="1366702" cy="5466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68A75-4128-8A9D-A461-A16DE42386AD}"/>
              </a:ext>
            </a:extLst>
          </p:cNvPr>
          <p:cNvSpPr txBox="1"/>
          <p:nvPr/>
        </p:nvSpPr>
        <p:spPr>
          <a:xfrm>
            <a:off x="426891" y="3494037"/>
            <a:ext cx="70708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Two augmented views of one image →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query (x</a:t>
            </a:r>
            <a:r>
              <a:rPr lang="el-GR" b="1" dirty="0">
                <a:cs typeface="Poppins" panose="00000500000000000000" pitchFamily="2" charset="0"/>
              </a:rPr>
              <a:t>ᵠ)</a:t>
            </a:r>
            <a:r>
              <a:rPr lang="el-GR" dirty="0">
                <a:cs typeface="Poppins" panose="00000500000000000000" pitchFamily="2" charset="0"/>
              </a:rPr>
              <a:t>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and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key (xᵏ)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Query encoder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updated by back-propagation.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Momentum encoder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updated using moving average of query encoder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Dictionary queue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stores large set of negative samples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InfoNCE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contrastive loss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pulls positives together, pushes negatives apart.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90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A697-EEE9-52A3-7066-0955229C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CE18-71F0-25EF-08BF-95BEC446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16" y="244103"/>
            <a:ext cx="7704000" cy="572700"/>
          </a:xfrm>
        </p:spPr>
        <p:txBody>
          <a:bodyPr/>
          <a:lstStyle/>
          <a:p>
            <a:pPr algn="ctr"/>
            <a:r>
              <a:rPr lang="en-US" dirty="0" err="1">
                <a:solidFill>
                  <a:srgbClr val="4D5356"/>
                </a:solidFill>
                <a:latin typeface="Titillium Web" panose="00000500000000000000" pitchFamily="2" charset="0"/>
              </a:rPr>
              <a:t>SimClr</a:t>
            </a:r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 Framework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D43F8-7ECD-45C1-9F46-7BD335AEC3C6}"/>
              </a:ext>
            </a:extLst>
          </p:cNvPr>
          <p:cNvSpPr/>
          <p:nvPr/>
        </p:nvSpPr>
        <p:spPr>
          <a:xfrm>
            <a:off x="-321469" y="2964656"/>
            <a:ext cx="1041469" cy="110728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A30B1C-5383-9A16-7687-346E8A0E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78" y="1722798"/>
            <a:ext cx="1257860" cy="406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812944-7EB6-F1CF-8AAE-212CA19D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819" y="2823847"/>
            <a:ext cx="1366702" cy="5466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0BA55D-7BC8-5C24-79F1-E11D7871D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8" y="1145741"/>
            <a:ext cx="7945492" cy="333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5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6"/>
          <p:cNvSpPr txBox="1">
            <a:spLocks noGrp="1"/>
          </p:cNvSpPr>
          <p:nvPr>
            <p:ph type="title"/>
          </p:nvPr>
        </p:nvSpPr>
        <p:spPr>
          <a:xfrm>
            <a:off x="950293" y="1286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SimClr Work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4DDBC-2EF8-3656-2845-03A49C817D89}"/>
              </a:ext>
            </a:extLst>
          </p:cNvPr>
          <p:cNvSpPr txBox="1"/>
          <p:nvPr/>
        </p:nvSpPr>
        <p:spPr>
          <a:xfrm>
            <a:off x="1456038" y="701345"/>
            <a:ext cx="713254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Self-supervised via contrast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 From one image, make two heavy augmentations T: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xi,xj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are a </a:t>
            </a:r>
            <a:r>
              <a:rPr lang="en-US" i="1" dirty="0">
                <a:latin typeface="Poppins" panose="00000500000000000000" pitchFamily="2" charset="0"/>
                <a:cs typeface="Poppins" panose="00000500000000000000" pitchFamily="2" charset="0"/>
              </a:rPr>
              <a:t>positive pair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 All other views in the batch act as </a:t>
            </a:r>
            <a:r>
              <a:rPr lang="en-US" i="1" dirty="0">
                <a:latin typeface="Poppins" panose="00000500000000000000" pitchFamily="2" charset="0"/>
                <a:cs typeface="Poppins" panose="00000500000000000000" pitchFamily="2" charset="0"/>
              </a:rPr>
              <a:t>negatives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 No labels needed.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Encoder vs. projection head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The base encoder f(⋅) (e.g.,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ResNet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 produces representations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hi,hj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 small projection head g(⋅) maps h→ z where the contrastive loss is applied. Crucial insight: training the contrastive objective in the </a:t>
            </a:r>
            <a:r>
              <a:rPr lang="en-US" i="1" dirty="0">
                <a:latin typeface="Poppins" panose="00000500000000000000" pitchFamily="2" charset="0"/>
                <a:cs typeface="Poppins" panose="00000500000000000000" pitchFamily="2" charset="0"/>
              </a:rPr>
              <a:t>projection space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yields </a:t>
            </a:r>
            <a:r>
              <a:rPr lang="en-US" i="1" dirty="0">
                <a:latin typeface="Poppins" panose="00000500000000000000" pitchFamily="2" charset="0"/>
                <a:cs typeface="Poppins" panose="00000500000000000000" pitchFamily="2" charset="0"/>
              </a:rPr>
              <a:t>better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representations in h. At the end, you discard g and use f for downstream tasks.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Learning objective (NT-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Xent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InfoNCE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Maximize similarity (usually cosine) between zi and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zj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while minimizing similarity to all negatives in the batch, with a temperature </a:t>
            </a:r>
            <a:r>
              <a:rPr lang="el-GR" dirty="0">
                <a:cs typeface="Poppins" panose="00000500000000000000" pitchFamily="2" charset="0"/>
              </a:rPr>
              <a:t>τ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to scale the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softmax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 Bigger batches = more negatives = stronger signal.</a:t>
            </a:r>
            <a:endParaRPr lang="en-US" alt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Augmentations are the secret ingredient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 Strong, stochastic transforms (random crop/resize, color jitter, blur, flip, grayscale) are essential. The model learns invariances to these, which generalize well.</a:t>
            </a:r>
            <a:endParaRPr lang="en-US" alt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5BC2-438F-3DC9-B149-6EC34342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D3F9-A54D-962A-5489-D7E03F59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16" y="244103"/>
            <a:ext cx="7704000" cy="5727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4D5356"/>
                </a:solidFill>
                <a:latin typeface="Titillium Web" panose="00000500000000000000" pitchFamily="2" charset="0"/>
              </a:rPr>
              <a:t>Masked Autoencoders(MAE)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CAF67-8D16-3586-4E17-D79EFC899239}"/>
              </a:ext>
            </a:extLst>
          </p:cNvPr>
          <p:cNvSpPr/>
          <p:nvPr/>
        </p:nvSpPr>
        <p:spPr>
          <a:xfrm>
            <a:off x="-321469" y="2964656"/>
            <a:ext cx="1041469" cy="110728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E41DB-CCE1-D869-1052-DC714CCE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78" y="1722798"/>
            <a:ext cx="1257860" cy="406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52D9A1-CC01-97A5-C933-06C735CF10F9}"/>
              </a:ext>
            </a:extLst>
          </p:cNvPr>
          <p:cNvSpPr txBox="1"/>
          <p:nvPr/>
        </p:nvSpPr>
        <p:spPr>
          <a:xfrm>
            <a:off x="487851" y="3193384"/>
            <a:ext cx="797204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Input: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Image divided into patches (e.g., 16×16).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Masking: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Randomly hide about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75%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of patches.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Encoder: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Processes only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visible patches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(efficient).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Decoder: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Reconstructs the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full image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from encoded + mask tokens.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Minimize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reconstruction loss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between predicted and original patches.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D0477-9725-537F-D1AF-66514847C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000" y="719009"/>
            <a:ext cx="5750431" cy="236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28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>
          <a:extLst>
            <a:ext uri="{FF2B5EF4-FFF2-40B4-BE49-F238E27FC236}">
              <a16:creationId xmlns:a16="http://schemas.microsoft.com/office/drawing/2014/main" id="{4BB1CF64-C178-4F29-5E6E-A14F9AC1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37">
            <a:extLst>
              <a:ext uri="{FF2B5EF4-FFF2-40B4-BE49-F238E27FC236}">
                <a16:creationId xmlns:a16="http://schemas.microsoft.com/office/drawing/2014/main" id="{A6F8691C-1A49-2978-137C-F8C7AB26DA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Byol Algorithm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0D98D-A3BE-2A37-4C50-48E0FC4C7D55}"/>
              </a:ext>
            </a:extLst>
          </p:cNvPr>
          <p:cNvSpPr txBox="1"/>
          <p:nvPr/>
        </p:nvSpPr>
        <p:spPr>
          <a:xfrm>
            <a:off x="911012" y="1219409"/>
            <a:ext cx="751298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AutoNum type="arabicPeriod"/>
            </a:pPr>
            <a:r>
              <a:rPr lang="en-US" sz="1600" dirty="0">
                <a:latin typeface="Titillium Web" panose="00000500000000000000" pitchFamily="2" charset="0"/>
              </a:rPr>
              <a:t>Take one image → make </a:t>
            </a:r>
            <a:r>
              <a:rPr lang="en-US" sz="1600" b="1" dirty="0">
                <a:latin typeface="Titillium Web" panose="00000500000000000000" pitchFamily="2" charset="0"/>
              </a:rPr>
              <a:t>two augmented views</a:t>
            </a:r>
            <a:r>
              <a:rPr lang="en-US" sz="1600" dirty="0">
                <a:latin typeface="Titillium Web" panose="00000500000000000000" pitchFamily="2" charset="0"/>
              </a:rPr>
              <a:t>​</a:t>
            </a:r>
          </a:p>
          <a:p>
            <a:pPr fontAlgn="base"/>
            <a:endParaRPr lang="en-US" sz="1600" dirty="0">
              <a:latin typeface="Titillium Web" panose="00000500000000000000" pitchFamily="2" charset="0"/>
            </a:endParaRPr>
          </a:p>
          <a:p>
            <a:pPr fontAlgn="base"/>
            <a:r>
              <a:rPr lang="en-US" sz="1600" dirty="0">
                <a:latin typeface="Titillium Web" panose="00000500000000000000" pitchFamily="2" charset="0"/>
              </a:rPr>
              <a:t>View 1: crop the left side​</a:t>
            </a:r>
          </a:p>
          <a:p>
            <a:pPr fontAlgn="base"/>
            <a:r>
              <a:rPr lang="en-US" sz="1600" dirty="0">
                <a:latin typeface="Titillium Web" panose="00000500000000000000" pitchFamily="2" charset="0"/>
              </a:rPr>
              <a:t>View 2: add color distortion or flip horizontally​</a:t>
            </a:r>
          </a:p>
          <a:p>
            <a:pPr fontAlgn="base"/>
            <a:endParaRPr lang="en-US" sz="1600" dirty="0">
              <a:latin typeface="Titillium Web" panose="00000500000000000000" pitchFamily="2" charset="0"/>
            </a:endParaRPr>
          </a:p>
          <a:p>
            <a:pPr fontAlgn="base"/>
            <a:r>
              <a:rPr lang="en-US" sz="1600" b="1" dirty="0">
                <a:latin typeface="Titillium Web" panose="00000500000000000000" pitchFamily="2" charset="0"/>
              </a:rPr>
              <a:t>2</a:t>
            </a:r>
            <a:r>
              <a:rPr lang="en-US" sz="1600" dirty="0">
                <a:latin typeface="Titillium Web" panose="00000500000000000000" pitchFamily="2" charset="0"/>
              </a:rPr>
              <a:t>. Pass each view into </a:t>
            </a:r>
            <a:r>
              <a:rPr lang="en-US" sz="1600" b="1" dirty="0">
                <a:latin typeface="Titillium Web" panose="00000500000000000000" pitchFamily="2" charset="0"/>
              </a:rPr>
              <a:t>two networks</a:t>
            </a:r>
            <a:r>
              <a:rPr lang="en-US" sz="1600" dirty="0">
                <a:latin typeface="Titillium Web" panose="00000500000000000000" pitchFamily="2" charset="0"/>
              </a:rPr>
              <a:t>​</a:t>
            </a:r>
          </a:p>
          <a:p>
            <a:pPr fontAlgn="base"/>
            <a:endParaRPr lang="en-US" sz="1600" dirty="0">
              <a:latin typeface="Titillium Web" panose="00000500000000000000" pitchFamily="2" charset="0"/>
            </a:endParaRPr>
          </a:p>
          <a:p>
            <a:pPr fontAlgn="base"/>
            <a:r>
              <a:rPr lang="en-US" sz="1600" b="1" dirty="0">
                <a:latin typeface="Titillium Web" panose="00000500000000000000" pitchFamily="2" charset="0"/>
              </a:rPr>
              <a:t>3</a:t>
            </a:r>
            <a:r>
              <a:rPr lang="en-US" sz="1600" dirty="0">
                <a:latin typeface="Titillium Web" panose="00000500000000000000" pitchFamily="2" charset="0"/>
              </a:rPr>
              <a:t>. </a:t>
            </a:r>
            <a:r>
              <a:rPr lang="en-US" sz="1600" b="1" dirty="0">
                <a:latin typeface="Titillium Web" panose="00000500000000000000" pitchFamily="2" charset="0"/>
              </a:rPr>
              <a:t>Online Network</a:t>
            </a:r>
            <a:r>
              <a:rPr lang="en-US" sz="1600" dirty="0">
                <a:latin typeface="Titillium Web" panose="00000500000000000000" pitchFamily="2" charset="0"/>
              </a:rPr>
              <a:t> (parameters </a:t>
            </a:r>
            <a:r>
              <a:rPr lang="el-GR" sz="1600" dirty="0"/>
              <a:t>θ)</a:t>
            </a:r>
            <a:r>
              <a:rPr lang="en-US" sz="1600" dirty="0">
                <a:latin typeface="Titillium Web" panose="00000500000000000000" pitchFamily="2" charset="0"/>
              </a:rPr>
              <a:t> →  this is what you train by gradient </a:t>
            </a:r>
            <a:r>
              <a:rPr lang="en-US" sz="1600" dirty="0" err="1">
                <a:latin typeface="Titillium Web" panose="00000500000000000000" pitchFamily="2" charset="0"/>
              </a:rPr>
              <a:t>descent,tries</a:t>
            </a:r>
            <a:r>
              <a:rPr lang="en-US" sz="1600" dirty="0">
                <a:latin typeface="Titillium Web" panose="00000500000000000000" pitchFamily="2" charset="0"/>
              </a:rPr>
              <a:t> to </a:t>
            </a:r>
            <a:r>
              <a:rPr lang="en-US" sz="1600" i="1" dirty="0">
                <a:latin typeface="Titillium Web" panose="00000500000000000000" pitchFamily="2" charset="0"/>
              </a:rPr>
              <a:t>predict</a:t>
            </a:r>
            <a:r>
              <a:rPr lang="en-US" sz="1600" dirty="0">
                <a:latin typeface="Titillium Web" panose="00000500000000000000" pitchFamily="2" charset="0"/>
              </a:rPr>
              <a:t> something​</a:t>
            </a:r>
          </a:p>
          <a:p>
            <a:pPr fontAlgn="base"/>
            <a:endParaRPr lang="en-US" sz="1600" dirty="0">
              <a:latin typeface="Titillium Web" panose="00000500000000000000" pitchFamily="2" charset="0"/>
            </a:endParaRPr>
          </a:p>
          <a:p>
            <a:pPr fontAlgn="base"/>
            <a:r>
              <a:rPr lang="en-US" sz="1600" b="1" dirty="0">
                <a:latin typeface="Titillium Web" panose="00000500000000000000" pitchFamily="2" charset="0"/>
              </a:rPr>
              <a:t>Target network</a:t>
            </a:r>
            <a:r>
              <a:rPr lang="en-US" sz="1600" dirty="0">
                <a:latin typeface="Titillium Web" panose="00000500000000000000" pitchFamily="2" charset="0"/>
              </a:rPr>
              <a:t> (parameters </a:t>
            </a:r>
            <a:r>
              <a:rPr lang="el-GR" sz="1600" dirty="0"/>
              <a:t>ξ)</a:t>
            </a:r>
            <a:r>
              <a:rPr lang="en-US" sz="1600" dirty="0">
                <a:latin typeface="Titillium Web" panose="00000500000000000000" pitchFamily="2" charset="0"/>
              </a:rPr>
              <a:t>→ provides the </a:t>
            </a:r>
            <a:r>
              <a:rPr lang="en-US" sz="1600" i="1" dirty="0">
                <a:latin typeface="Titillium Web" panose="00000500000000000000" pitchFamily="2" charset="0"/>
              </a:rPr>
              <a:t>reference output</a:t>
            </a:r>
            <a:r>
              <a:rPr lang="en-US" sz="1600" dirty="0">
                <a:latin typeface="Titillium Web" panose="00000500000000000000" pitchFamily="2" charset="0"/>
              </a:rPr>
              <a:t>​</a:t>
            </a:r>
          </a:p>
          <a:p>
            <a:pPr fontAlgn="base"/>
            <a:r>
              <a:rPr lang="en-US" sz="1600" dirty="0">
                <a:latin typeface="Titillium Web" panose="00000500000000000000" pitchFamily="2" charset="0"/>
              </a:rPr>
              <a:t>Both networks take one version each:​</a:t>
            </a:r>
          </a:p>
          <a:p>
            <a:pPr fontAlgn="base"/>
            <a:r>
              <a:rPr lang="en-US" sz="1600" dirty="0">
                <a:latin typeface="Titillium Web" panose="00000500000000000000" pitchFamily="2" charset="0"/>
              </a:rPr>
              <a:t>Online sees </a:t>
            </a:r>
            <a:r>
              <a:rPr lang="en-US" sz="1600" b="1" dirty="0">
                <a:latin typeface="Titillium Web" panose="00000500000000000000" pitchFamily="2" charset="0"/>
              </a:rPr>
              <a:t>V</a:t>
            </a:r>
            <a:r>
              <a:rPr lang="en-US" sz="1600" dirty="0">
                <a:latin typeface="Titillium Web" panose="00000500000000000000" pitchFamily="2" charset="0"/>
              </a:rPr>
              <a:t>​</a:t>
            </a:r>
          </a:p>
          <a:p>
            <a:pPr fontAlgn="base"/>
            <a:r>
              <a:rPr lang="en-US" sz="1600" dirty="0">
                <a:latin typeface="Titillium Web" panose="00000500000000000000" pitchFamily="2" charset="0"/>
              </a:rPr>
              <a:t>Target sees </a:t>
            </a:r>
            <a:r>
              <a:rPr lang="en-US" sz="1600" b="1" dirty="0">
                <a:latin typeface="Titillium Web" panose="00000500000000000000" pitchFamily="2" charset="0"/>
              </a:rPr>
              <a:t>v′</a:t>
            </a:r>
            <a:endParaRPr lang="en-US" sz="1600" dirty="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9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>
          <a:extLst>
            <a:ext uri="{FF2B5EF4-FFF2-40B4-BE49-F238E27FC236}">
              <a16:creationId xmlns:a16="http://schemas.microsoft.com/office/drawing/2014/main" id="{8D2C22E8-2B49-06B8-9355-47BB45FE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37">
            <a:extLst>
              <a:ext uri="{FF2B5EF4-FFF2-40B4-BE49-F238E27FC236}">
                <a16:creationId xmlns:a16="http://schemas.microsoft.com/office/drawing/2014/main" id="{F06EE43B-45CE-767B-88B9-5A1F04D75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it Works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3B51-B452-E2B3-1C14-EFFC5F20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40" y="1153193"/>
            <a:ext cx="7091038" cy="32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1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>
          <a:extLst>
            <a:ext uri="{FF2B5EF4-FFF2-40B4-BE49-F238E27FC236}">
              <a16:creationId xmlns:a16="http://schemas.microsoft.com/office/drawing/2014/main" id="{9DA19469-15FF-79A9-2998-0033F9EF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37">
            <a:extLst>
              <a:ext uri="{FF2B5EF4-FFF2-40B4-BE49-F238E27FC236}">
                <a16:creationId xmlns:a16="http://schemas.microsoft.com/office/drawing/2014/main" id="{DF0C55AF-A34A-8717-F393-E42429331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it Works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8223B-4CA1-1525-5EFE-0F4CD2D90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51" y="1352550"/>
            <a:ext cx="6609806" cy="3001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62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2292A048-9E25-A1E9-1BEC-2B6A24D3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39">
            <a:extLst>
              <a:ext uri="{FF2B5EF4-FFF2-40B4-BE49-F238E27FC236}">
                <a16:creationId xmlns:a16="http://schemas.microsoft.com/office/drawing/2014/main" id="{AB68644D-5189-001E-2DA2-4646F4B67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12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DINOv2 Architecture </a:t>
            </a:r>
            <a:endParaRPr dirty="0"/>
          </a:p>
        </p:txBody>
      </p:sp>
      <p:pic>
        <p:nvPicPr>
          <p:cNvPr id="1026" name="Picture 2" descr="Overall deep learning model architecture. DiNOV2 is used as the ...">
            <a:extLst>
              <a:ext uri="{FF2B5EF4-FFF2-40B4-BE49-F238E27FC236}">
                <a16:creationId xmlns:a16="http://schemas.microsoft.com/office/drawing/2014/main" id="{6BF2FE55-3E9F-397D-E008-A56684128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544736"/>
            <a:ext cx="80962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BBE69356-BFE3-4739-DA74-C9687A139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46" y="2985920"/>
            <a:ext cx="8424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Images are split into patches and encoded using a Vision Transformer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ViT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Multi-Head Self-Attention learns global and local visual relationships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Student–Teacher self-distillation enables learning without labels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Final output is a powerful image embedding for downstream tasks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813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99A0E4EA-A24A-C9BF-B5AF-E214515E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>
            <a:extLst>
              <a:ext uri="{FF2B5EF4-FFF2-40B4-BE49-F238E27FC236}">
                <a16:creationId xmlns:a16="http://schemas.microsoft.com/office/drawing/2014/main" id="{4AAD2EE0-7C60-0C56-3B44-5054272A3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982" y="4153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 Table Pre-Trained Model’s </a:t>
            </a:r>
            <a:endParaRPr dirty="0"/>
          </a:p>
        </p:txBody>
      </p:sp>
      <p:grpSp>
        <p:nvGrpSpPr>
          <p:cNvPr id="363" name="Google Shape;363;p26">
            <a:extLst>
              <a:ext uri="{FF2B5EF4-FFF2-40B4-BE49-F238E27FC236}">
                <a16:creationId xmlns:a16="http://schemas.microsoft.com/office/drawing/2014/main" id="{5434039C-9F1D-2B8E-3F5F-D2C5EB42AE5C}"/>
              </a:ext>
            </a:extLst>
          </p:cNvPr>
          <p:cNvGrpSpPr/>
          <p:nvPr/>
        </p:nvGrpSpPr>
        <p:grpSpPr>
          <a:xfrm>
            <a:off x="7511876" y="-463868"/>
            <a:ext cx="1628127" cy="1900788"/>
            <a:chOff x="7511876" y="-463868"/>
            <a:chExt cx="1628127" cy="1900788"/>
          </a:xfrm>
        </p:grpSpPr>
        <p:sp>
          <p:nvSpPr>
            <p:cNvPr id="364" name="Google Shape;364;p26">
              <a:extLst>
                <a:ext uri="{FF2B5EF4-FFF2-40B4-BE49-F238E27FC236}">
                  <a16:creationId xmlns:a16="http://schemas.microsoft.com/office/drawing/2014/main" id="{0A97D313-EDA4-D1E3-4057-C8FFFB000988}"/>
                </a:ext>
              </a:extLst>
            </p:cNvPr>
            <p:cNvSpPr/>
            <p:nvPr/>
          </p:nvSpPr>
          <p:spPr>
            <a:xfrm>
              <a:off x="7511876" y="-463868"/>
              <a:ext cx="1595764" cy="182484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6">
              <a:extLst>
                <a:ext uri="{FF2B5EF4-FFF2-40B4-BE49-F238E27FC236}">
                  <a16:creationId xmlns:a16="http://schemas.microsoft.com/office/drawing/2014/main" id="{0A85D4CC-1336-B110-40FF-1917D62BC0C0}"/>
                </a:ext>
              </a:extLst>
            </p:cNvPr>
            <p:cNvSpPr/>
            <p:nvPr/>
          </p:nvSpPr>
          <p:spPr>
            <a:xfrm>
              <a:off x="7991308" y="121335"/>
              <a:ext cx="1148695" cy="1315585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51FFC52D-FF5D-E0F3-D320-C7A6BF3BD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508" y="13606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1AD8A6-2427-7D5A-49F0-73FA5D1E5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42716"/>
              </p:ext>
            </p:extLst>
          </p:nvPr>
        </p:nvGraphicFramePr>
        <p:xfrm>
          <a:off x="1302327" y="1276350"/>
          <a:ext cx="5943600" cy="2590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910782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1561989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6384977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7719223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89899421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80750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Train:Test Split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Overall Accuracy (%)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Precision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Recall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F1-Score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68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0325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ViT (Vision </a:t>
                      </a:r>
                      <a:endParaRPr lang="en-US">
                        <a:effectLst/>
                      </a:endParaRPr>
                    </a:p>
                    <a:p>
                      <a:pPr marL="60325"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Transforme)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 80:20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63.30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0.6868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0.6462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0.6611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38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0325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EfficientNet</a:t>
                      </a:r>
                      <a:endParaRPr lang="en-US">
                        <a:effectLst/>
                      </a:endParaRPr>
                    </a:p>
                    <a:p>
                      <a:pPr marL="60325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-B0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 80:20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68.26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0.7270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0.7140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0.8300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07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0325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ResNet-50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 90:10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67.60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0.6992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0.6934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0.6960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47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0325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VGG16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 90:10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66.10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0.6880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0.6935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0.6890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818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0325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GoogLeNet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 40:60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37.99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0.5600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0.3278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0.3339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00026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BCF6CFE-2AE9-4BA4-EDC9-0CA9430F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327" y="12763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ABF0C0D5-CD03-0500-F981-FC1291A9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>
            <a:extLst>
              <a:ext uri="{FF2B5EF4-FFF2-40B4-BE49-F238E27FC236}">
                <a16:creationId xmlns:a16="http://schemas.microsoft.com/office/drawing/2014/main" id="{EFBD3A06-00D7-8730-EBAA-5B0577BCC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 Table Self Supervise Model’s</a:t>
            </a:r>
            <a:endParaRPr dirty="0"/>
          </a:p>
        </p:txBody>
      </p:sp>
      <p:grpSp>
        <p:nvGrpSpPr>
          <p:cNvPr id="363" name="Google Shape;363;p26">
            <a:extLst>
              <a:ext uri="{FF2B5EF4-FFF2-40B4-BE49-F238E27FC236}">
                <a16:creationId xmlns:a16="http://schemas.microsoft.com/office/drawing/2014/main" id="{7DA1A4DC-0FFE-DD35-A847-DFF529376ABC}"/>
              </a:ext>
            </a:extLst>
          </p:cNvPr>
          <p:cNvGrpSpPr/>
          <p:nvPr/>
        </p:nvGrpSpPr>
        <p:grpSpPr>
          <a:xfrm>
            <a:off x="7511876" y="-463868"/>
            <a:ext cx="1628127" cy="1900788"/>
            <a:chOff x="7511876" y="-463868"/>
            <a:chExt cx="1628127" cy="1900788"/>
          </a:xfrm>
        </p:grpSpPr>
        <p:sp>
          <p:nvSpPr>
            <p:cNvPr id="364" name="Google Shape;364;p26">
              <a:extLst>
                <a:ext uri="{FF2B5EF4-FFF2-40B4-BE49-F238E27FC236}">
                  <a16:creationId xmlns:a16="http://schemas.microsoft.com/office/drawing/2014/main" id="{F800AC71-53F2-74AD-22CF-3C74022F213E}"/>
                </a:ext>
              </a:extLst>
            </p:cNvPr>
            <p:cNvSpPr/>
            <p:nvPr/>
          </p:nvSpPr>
          <p:spPr>
            <a:xfrm>
              <a:off x="7511876" y="-463868"/>
              <a:ext cx="1595764" cy="182484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6">
              <a:extLst>
                <a:ext uri="{FF2B5EF4-FFF2-40B4-BE49-F238E27FC236}">
                  <a16:creationId xmlns:a16="http://schemas.microsoft.com/office/drawing/2014/main" id="{0309FEA8-295C-4474-AF81-20B569B1F319}"/>
                </a:ext>
              </a:extLst>
            </p:cNvPr>
            <p:cNvSpPr/>
            <p:nvPr/>
          </p:nvSpPr>
          <p:spPr>
            <a:xfrm>
              <a:off x="7991308" y="121335"/>
              <a:ext cx="1148695" cy="1315585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59F300-F716-002E-93EF-62FD491432A5}"/>
              </a:ext>
            </a:extLst>
          </p:cNvPr>
          <p:cNvGraphicFramePr>
            <a:graphicFrameLocks noGrp="1"/>
          </p:cNvGraphicFramePr>
          <p:nvPr/>
        </p:nvGraphicFramePr>
        <p:xfrm>
          <a:off x="1475508" y="1360980"/>
          <a:ext cx="5943600" cy="222504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157133326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92325091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5371689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7966447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88302434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915493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Classifiers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Overall Accuracy (%)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Precision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Recall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F1-Score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75998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MoCo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RF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0.5887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0.6778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0.5974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0.6249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153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BYOL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SVM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0.6255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0.6908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0.6403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0.6605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47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SimCLR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SVM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0.6020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0.6672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0.6148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0.6347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2706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DinoV2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MLP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0.6590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0.6920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0.6670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0.6780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4740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MLP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0.4806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0.5282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0.4969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0.5054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473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179639C-4BED-9347-D74B-7D8EFC4E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508" y="13606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67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4"/>
          <p:cNvSpPr txBox="1">
            <a:spLocks noGrp="1"/>
          </p:cNvSpPr>
          <p:nvPr>
            <p:ph type="title"/>
          </p:nvPr>
        </p:nvSpPr>
        <p:spPr>
          <a:xfrm>
            <a:off x="896105" y="1872721"/>
            <a:ext cx="3190800" cy="8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1207" name="Google Shape;1207;p44"/>
          <p:cNvGrpSpPr/>
          <p:nvPr/>
        </p:nvGrpSpPr>
        <p:grpSpPr>
          <a:xfrm>
            <a:off x="4546486" y="754384"/>
            <a:ext cx="3694113" cy="3634873"/>
            <a:chOff x="4546486" y="754384"/>
            <a:chExt cx="3694113" cy="3634873"/>
          </a:xfrm>
        </p:grpSpPr>
        <p:sp>
          <p:nvSpPr>
            <p:cNvPr id="1208" name="Google Shape;1208;p44"/>
            <p:cNvSpPr/>
            <p:nvPr/>
          </p:nvSpPr>
          <p:spPr>
            <a:xfrm>
              <a:off x="4967719" y="4216555"/>
              <a:ext cx="2851057" cy="172701"/>
            </a:xfrm>
            <a:custGeom>
              <a:avLst/>
              <a:gdLst/>
              <a:ahLst/>
              <a:cxnLst/>
              <a:rect l="l" t="t" r="r" b="b"/>
              <a:pathLst>
                <a:path w="4617096" h="279678" extrusionOk="0">
                  <a:moveTo>
                    <a:pt x="4617097" y="139839"/>
                  </a:moveTo>
                  <a:cubicBezTo>
                    <a:pt x="4617097" y="217070"/>
                    <a:pt x="3583524" y="279678"/>
                    <a:pt x="2308549" y="279678"/>
                  </a:cubicBezTo>
                  <a:cubicBezTo>
                    <a:pt x="1033573" y="279678"/>
                    <a:pt x="0" y="217070"/>
                    <a:pt x="0" y="139839"/>
                  </a:cubicBezTo>
                  <a:cubicBezTo>
                    <a:pt x="0" y="62608"/>
                    <a:pt x="1033573" y="0"/>
                    <a:pt x="2308549" y="0"/>
                  </a:cubicBezTo>
                  <a:cubicBezTo>
                    <a:pt x="3583524" y="0"/>
                    <a:pt x="4617097" y="62608"/>
                    <a:pt x="4617097" y="1398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4"/>
            <p:cNvSpPr/>
            <p:nvPr/>
          </p:nvSpPr>
          <p:spPr>
            <a:xfrm>
              <a:off x="6199364" y="4125830"/>
              <a:ext cx="183146" cy="149264"/>
            </a:xfrm>
            <a:custGeom>
              <a:avLst/>
              <a:gdLst/>
              <a:ahLst/>
              <a:cxnLst/>
              <a:rect l="l" t="t" r="r" b="b"/>
              <a:pathLst>
                <a:path w="296593" h="241723" extrusionOk="0">
                  <a:moveTo>
                    <a:pt x="146460" y="31064"/>
                  </a:moveTo>
                  <a:cubicBezTo>
                    <a:pt x="126667" y="77656"/>
                    <a:pt x="95326" y="118429"/>
                    <a:pt x="55398" y="149545"/>
                  </a:cubicBezTo>
                  <a:cubicBezTo>
                    <a:pt x="36796" y="163403"/>
                    <a:pt x="21718" y="181450"/>
                    <a:pt x="11385" y="202217"/>
                  </a:cubicBezTo>
                  <a:cubicBezTo>
                    <a:pt x="4211" y="218996"/>
                    <a:pt x="11997" y="238415"/>
                    <a:pt x="28776" y="245589"/>
                  </a:cubicBezTo>
                  <a:cubicBezTo>
                    <a:pt x="28776" y="245593"/>
                    <a:pt x="28780" y="245593"/>
                    <a:pt x="28780" y="245593"/>
                  </a:cubicBezTo>
                  <a:cubicBezTo>
                    <a:pt x="32997" y="247396"/>
                    <a:pt x="37540" y="248301"/>
                    <a:pt x="42123" y="248253"/>
                  </a:cubicBezTo>
                  <a:lnTo>
                    <a:pt x="267826" y="248253"/>
                  </a:lnTo>
                  <a:cubicBezTo>
                    <a:pt x="281576" y="248321"/>
                    <a:pt x="293929" y="239875"/>
                    <a:pt x="298854" y="227039"/>
                  </a:cubicBezTo>
                  <a:cubicBezTo>
                    <a:pt x="305924" y="207556"/>
                    <a:pt x="310684" y="173354"/>
                    <a:pt x="293800" y="119527"/>
                  </a:cubicBezTo>
                  <a:lnTo>
                    <a:pt x="271721" y="6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4"/>
            <p:cNvSpPr/>
            <p:nvPr/>
          </p:nvSpPr>
          <p:spPr>
            <a:xfrm>
              <a:off x="6196019" y="4122474"/>
              <a:ext cx="189834" cy="155961"/>
            </a:xfrm>
            <a:custGeom>
              <a:avLst/>
              <a:gdLst/>
              <a:ahLst/>
              <a:cxnLst/>
              <a:rect l="l" t="t" r="r" b="b"/>
              <a:pathLst>
                <a:path w="307423" h="252569" extrusionOk="0">
                  <a:moveTo>
                    <a:pt x="47067" y="259100"/>
                  </a:moveTo>
                  <a:cubicBezTo>
                    <a:pt x="41916" y="259105"/>
                    <a:pt x="36818" y="258054"/>
                    <a:pt x="32086" y="256014"/>
                  </a:cubicBezTo>
                  <a:cubicBezTo>
                    <a:pt x="22695" y="252027"/>
                    <a:pt x="15283" y="244454"/>
                    <a:pt x="11508" y="234974"/>
                  </a:cubicBezTo>
                  <a:cubicBezTo>
                    <a:pt x="7674" y="225510"/>
                    <a:pt x="7794" y="214907"/>
                    <a:pt x="11834" y="205532"/>
                  </a:cubicBezTo>
                  <a:cubicBezTo>
                    <a:pt x="22586" y="183904"/>
                    <a:pt x="38263" y="165104"/>
                    <a:pt x="57609" y="150643"/>
                  </a:cubicBezTo>
                  <a:cubicBezTo>
                    <a:pt x="96745" y="120078"/>
                    <a:pt x="127470" y="80077"/>
                    <a:pt x="146913" y="34387"/>
                  </a:cubicBezTo>
                  <a:cubicBezTo>
                    <a:pt x="147614" y="32737"/>
                    <a:pt x="149090" y="31538"/>
                    <a:pt x="150849" y="31188"/>
                  </a:cubicBezTo>
                  <a:lnTo>
                    <a:pt x="276106" y="6643"/>
                  </a:lnTo>
                  <a:cubicBezTo>
                    <a:pt x="277510" y="6349"/>
                    <a:pt x="278975" y="6639"/>
                    <a:pt x="280162" y="7448"/>
                  </a:cubicBezTo>
                  <a:cubicBezTo>
                    <a:pt x="281353" y="8249"/>
                    <a:pt x="282182" y="9492"/>
                    <a:pt x="282459" y="10900"/>
                  </a:cubicBezTo>
                  <a:lnTo>
                    <a:pt x="304542" y="123897"/>
                  </a:lnTo>
                  <a:cubicBezTo>
                    <a:pt x="321736" y="178620"/>
                    <a:pt x="316666" y="214191"/>
                    <a:pt x="309370" y="234302"/>
                  </a:cubicBezTo>
                  <a:cubicBezTo>
                    <a:pt x="303649" y="249182"/>
                    <a:pt x="289376" y="259020"/>
                    <a:pt x="273434" y="259076"/>
                  </a:cubicBezTo>
                  <a:lnTo>
                    <a:pt x="47075" y="259076"/>
                  </a:lnTo>
                  <a:close/>
                  <a:moveTo>
                    <a:pt x="155738" y="41268"/>
                  </a:moveTo>
                  <a:cubicBezTo>
                    <a:pt x="135494" y="87598"/>
                    <a:pt x="104024" y="128150"/>
                    <a:pt x="64164" y="159254"/>
                  </a:cubicBezTo>
                  <a:cubicBezTo>
                    <a:pt x="46222" y="172641"/>
                    <a:pt x="31668" y="190044"/>
                    <a:pt x="21660" y="210070"/>
                  </a:cubicBezTo>
                  <a:cubicBezTo>
                    <a:pt x="15798" y="223796"/>
                    <a:pt x="22324" y="240076"/>
                    <a:pt x="36347" y="246063"/>
                  </a:cubicBezTo>
                  <a:cubicBezTo>
                    <a:pt x="39884" y="247572"/>
                    <a:pt x="43534" y="248075"/>
                    <a:pt x="47481" y="248276"/>
                  </a:cubicBezTo>
                  <a:lnTo>
                    <a:pt x="273402" y="248276"/>
                  </a:lnTo>
                  <a:cubicBezTo>
                    <a:pt x="284837" y="248248"/>
                    <a:pt x="295090" y="241211"/>
                    <a:pt x="299222" y="230548"/>
                  </a:cubicBezTo>
                  <a:cubicBezTo>
                    <a:pt x="305930" y="212086"/>
                    <a:pt x="310489" y="178995"/>
                    <a:pt x="294076" y="126585"/>
                  </a:cubicBezTo>
                  <a:lnTo>
                    <a:pt x="272883" y="18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4"/>
            <p:cNvSpPr/>
            <p:nvPr/>
          </p:nvSpPr>
          <p:spPr>
            <a:xfrm>
              <a:off x="6196048" y="4166931"/>
              <a:ext cx="189807" cy="111562"/>
            </a:xfrm>
            <a:custGeom>
              <a:avLst/>
              <a:gdLst/>
              <a:ahLst/>
              <a:cxnLst/>
              <a:rect l="l" t="t" r="r" b="b"/>
              <a:pathLst>
                <a:path w="307379" h="180668" extrusionOk="0">
                  <a:moveTo>
                    <a:pt x="304498" y="51879"/>
                  </a:moveTo>
                  <a:lnTo>
                    <a:pt x="297424" y="15665"/>
                  </a:lnTo>
                  <a:cubicBezTo>
                    <a:pt x="297010" y="13549"/>
                    <a:pt x="295372" y="11879"/>
                    <a:pt x="293264" y="11424"/>
                  </a:cubicBezTo>
                  <a:cubicBezTo>
                    <a:pt x="291155" y="10953"/>
                    <a:pt x="288970" y="11794"/>
                    <a:pt x="287715" y="13553"/>
                  </a:cubicBezTo>
                  <a:lnTo>
                    <a:pt x="276525" y="29125"/>
                  </a:lnTo>
                  <a:cubicBezTo>
                    <a:pt x="267801" y="20808"/>
                    <a:pt x="246535" y="6531"/>
                    <a:pt x="203368" y="6531"/>
                  </a:cubicBezTo>
                  <a:cubicBezTo>
                    <a:pt x="159593" y="6531"/>
                    <a:pt x="134891" y="21105"/>
                    <a:pt x="124614" y="29097"/>
                  </a:cubicBezTo>
                  <a:lnTo>
                    <a:pt x="121443" y="22896"/>
                  </a:lnTo>
                  <a:cubicBezTo>
                    <a:pt x="120586" y="21234"/>
                    <a:pt x="118940" y="20128"/>
                    <a:pt x="117077" y="19963"/>
                  </a:cubicBezTo>
                  <a:cubicBezTo>
                    <a:pt x="115222" y="19846"/>
                    <a:pt x="113428" y="20655"/>
                    <a:pt x="112285" y="22119"/>
                  </a:cubicBezTo>
                  <a:cubicBezTo>
                    <a:pt x="96512" y="43236"/>
                    <a:pt x="78127" y="62261"/>
                    <a:pt x="57561" y="78746"/>
                  </a:cubicBezTo>
                  <a:cubicBezTo>
                    <a:pt x="38227" y="93204"/>
                    <a:pt x="22554" y="111999"/>
                    <a:pt x="11807" y="133619"/>
                  </a:cubicBezTo>
                  <a:cubicBezTo>
                    <a:pt x="3486" y="153151"/>
                    <a:pt x="12543" y="175736"/>
                    <a:pt x="32058" y="184102"/>
                  </a:cubicBezTo>
                  <a:cubicBezTo>
                    <a:pt x="36827" y="186146"/>
                    <a:pt x="41961" y="187200"/>
                    <a:pt x="47152" y="187200"/>
                  </a:cubicBezTo>
                  <a:lnTo>
                    <a:pt x="273330" y="187200"/>
                  </a:lnTo>
                  <a:cubicBezTo>
                    <a:pt x="289312" y="187156"/>
                    <a:pt x="303613" y="177273"/>
                    <a:pt x="309311" y="162341"/>
                  </a:cubicBezTo>
                  <a:cubicBezTo>
                    <a:pt x="309319" y="162317"/>
                    <a:pt x="309327" y="162293"/>
                    <a:pt x="309339" y="162272"/>
                  </a:cubicBezTo>
                  <a:cubicBezTo>
                    <a:pt x="316618" y="142162"/>
                    <a:pt x="321692" y="106603"/>
                    <a:pt x="304498" y="51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4"/>
            <p:cNvSpPr/>
            <p:nvPr/>
          </p:nvSpPr>
          <p:spPr>
            <a:xfrm>
              <a:off x="6199341" y="4252624"/>
              <a:ext cx="181677" cy="22367"/>
            </a:xfrm>
            <a:custGeom>
              <a:avLst/>
              <a:gdLst/>
              <a:ahLst/>
              <a:cxnLst/>
              <a:rect l="l" t="t" r="r" b="b"/>
              <a:pathLst>
                <a:path w="294214" h="36222" extrusionOk="0">
                  <a:moveTo>
                    <a:pt x="8831" y="6531"/>
                  </a:moveTo>
                  <a:cubicBezTo>
                    <a:pt x="7314" y="24960"/>
                    <a:pt x="21027" y="41124"/>
                    <a:pt x="39452" y="42641"/>
                  </a:cubicBezTo>
                  <a:cubicBezTo>
                    <a:pt x="39456" y="42641"/>
                    <a:pt x="39460" y="42641"/>
                    <a:pt x="39464" y="42641"/>
                  </a:cubicBezTo>
                  <a:cubicBezTo>
                    <a:pt x="40365" y="42717"/>
                    <a:pt x="41270" y="42757"/>
                    <a:pt x="42176" y="42753"/>
                  </a:cubicBezTo>
                  <a:lnTo>
                    <a:pt x="267879" y="42753"/>
                  </a:lnTo>
                  <a:cubicBezTo>
                    <a:pt x="281628" y="42822"/>
                    <a:pt x="293981" y="34376"/>
                    <a:pt x="298907" y="21540"/>
                  </a:cubicBezTo>
                  <a:cubicBezTo>
                    <a:pt x="300584" y="16832"/>
                    <a:pt x="301928" y="12007"/>
                    <a:pt x="302930" y="71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4"/>
            <p:cNvSpPr/>
            <p:nvPr/>
          </p:nvSpPr>
          <p:spPr>
            <a:xfrm>
              <a:off x="6195997" y="4249284"/>
              <a:ext cx="188356" cy="29048"/>
            </a:xfrm>
            <a:custGeom>
              <a:avLst/>
              <a:gdLst/>
              <a:ahLst/>
              <a:cxnLst/>
              <a:rect l="l" t="t" r="r" b="b"/>
              <a:pathLst>
                <a:path w="305030" h="47042" extrusionOk="0">
                  <a:moveTo>
                    <a:pt x="273460" y="53573"/>
                  </a:moveTo>
                  <a:lnTo>
                    <a:pt x="47580" y="53573"/>
                  </a:lnTo>
                  <a:cubicBezTo>
                    <a:pt x="46509" y="53573"/>
                    <a:pt x="45439" y="53529"/>
                    <a:pt x="44361" y="53433"/>
                  </a:cubicBezTo>
                  <a:cubicBezTo>
                    <a:pt x="23067" y="51698"/>
                    <a:pt x="7100" y="32883"/>
                    <a:pt x="8847" y="11505"/>
                  </a:cubicBezTo>
                  <a:cubicBezTo>
                    <a:pt x="9080" y="8696"/>
                    <a:pt x="11426" y="6531"/>
                    <a:pt x="14247" y="6531"/>
                  </a:cubicBezTo>
                  <a:lnTo>
                    <a:pt x="14247" y="6531"/>
                  </a:lnTo>
                  <a:lnTo>
                    <a:pt x="308354" y="7111"/>
                  </a:lnTo>
                  <a:cubicBezTo>
                    <a:pt x="309976" y="7115"/>
                    <a:pt x="311509" y="7843"/>
                    <a:pt x="312539" y="9094"/>
                  </a:cubicBezTo>
                  <a:cubicBezTo>
                    <a:pt x="313557" y="10362"/>
                    <a:pt x="313960" y="12012"/>
                    <a:pt x="313638" y="13605"/>
                  </a:cubicBezTo>
                  <a:cubicBezTo>
                    <a:pt x="312587" y="18759"/>
                    <a:pt x="311163" y="23833"/>
                    <a:pt x="309380" y="28783"/>
                  </a:cubicBezTo>
                  <a:cubicBezTo>
                    <a:pt x="303671" y="43667"/>
                    <a:pt x="289402" y="53513"/>
                    <a:pt x="273460" y="53573"/>
                  </a:cubicBezTo>
                  <a:close/>
                  <a:moveTo>
                    <a:pt x="19675" y="17359"/>
                  </a:moveTo>
                  <a:cubicBezTo>
                    <a:pt x="20990" y="30875"/>
                    <a:pt x="31778" y="41514"/>
                    <a:pt x="45310" y="42645"/>
                  </a:cubicBezTo>
                  <a:cubicBezTo>
                    <a:pt x="46063" y="42717"/>
                    <a:pt x="46823" y="42749"/>
                    <a:pt x="47580" y="42741"/>
                  </a:cubicBezTo>
                  <a:lnTo>
                    <a:pt x="273436" y="42741"/>
                  </a:lnTo>
                  <a:cubicBezTo>
                    <a:pt x="284872" y="42713"/>
                    <a:pt x="295124" y="35676"/>
                    <a:pt x="299257" y="25012"/>
                  </a:cubicBezTo>
                  <a:cubicBezTo>
                    <a:pt x="300085" y="22703"/>
                    <a:pt x="300846" y="20321"/>
                    <a:pt x="301510" y="179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4"/>
            <p:cNvSpPr/>
            <p:nvPr/>
          </p:nvSpPr>
          <p:spPr>
            <a:xfrm>
              <a:off x="4834229" y="1391809"/>
              <a:ext cx="3257831" cy="2319003"/>
            </a:xfrm>
            <a:custGeom>
              <a:avLst/>
              <a:gdLst/>
              <a:ahLst/>
              <a:cxnLst/>
              <a:rect l="l" t="t" r="r" b="b"/>
              <a:pathLst>
                <a:path w="5275839" h="3755471" extrusionOk="0">
                  <a:moveTo>
                    <a:pt x="146855" y="2760500"/>
                  </a:moveTo>
                  <a:cubicBezTo>
                    <a:pt x="-239172" y="1733436"/>
                    <a:pt x="252062" y="985472"/>
                    <a:pt x="781828" y="831348"/>
                  </a:cubicBezTo>
                  <a:cubicBezTo>
                    <a:pt x="1525897" y="614868"/>
                    <a:pt x="2223065" y="1402386"/>
                    <a:pt x="2704485" y="1290689"/>
                  </a:cubicBezTo>
                  <a:cubicBezTo>
                    <a:pt x="3091961" y="1200785"/>
                    <a:pt x="3156612" y="255256"/>
                    <a:pt x="3715824" y="62170"/>
                  </a:cubicBezTo>
                  <a:cubicBezTo>
                    <a:pt x="4408517" y="-176811"/>
                    <a:pt x="5275108" y="376912"/>
                    <a:pt x="5284487" y="1285064"/>
                  </a:cubicBezTo>
                  <a:cubicBezTo>
                    <a:pt x="5293722" y="2187442"/>
                    <a:pt x="4366380" y="2971194"/>
                    <a:pt x="3745841" y="3281896"/>
                  </a:cubicBezTo>
                  <a:cubicBezTo>
                    <a:pt x="3132803" y="3589278"/>
                    <a:pt x="2127226" y="3824506"/>
                    <a:pt x="1568179" y="3747156"/>
                  </a:cubicBezTo>
                  <a:cubicBezTo>
                    <a:pt x="931754" y="3658982"/>
                    <a:pt x="377178" y="3373087"/>
                    <a:pt x="146855" y="27605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4"/>
            <p:cNvSpPr/>
            <p:nvPr/>
          </p:nvSpPr>
          <p:spPr>
            <a:xfrm>
              <a:off x="4546486" y="4075429"/>
              <a:ext cx="3694113" cy="8912"/>
            </a:xfrm>
            <a:custGeom>
              <a:avLst/>
              <a:gdLst/>
              <a:ahLst/>
              <a:cxnLst/>
              <a:rect l="l" t="t" r="r" b="b"/>
              <a:pathLst>
                <a:path w="5982370" h="14433" extrusionOk="0">
                  <a:moveTo>
                    <a:pt x="5984039" y="20964"/>
                  </a:moveTo>
                  <a:lnTo>
                    <a:pt x="15935" y="20964"/>
                  </a:lnTo>
                  <a:cubicBezTo>
                    <a:pt x="11951" y="20968"/>
                    <a:pt x="8720" y="17737"/>
                    <a:pt x="8716" y="13754"/>
                  </a:cubicBezTo>
                  <a:cubicBezTo>
                    <a:pt x="8716" y="13754"/>
                    <a:pt x="8716" y="13750"/>
                    <a:pt x="8716" y="13750"/>
                  </a:cubicBezTo>
                  <a:cubicBezTo>
                    <a:pt x="8712" y="9766"/>
                    <a:pt x="11943" y="6535"/>
                    <a:pt x="15927" y="6531"/>
                  </a:cubicBezTo>
                  <a:cubicBezTo>
                    <a:pt x="15931" y="6531"/>
                    <a:pt x="15931" y="6531"/>
                    <a:pt x="15935" y="6531"/>
                  </a:cubicBezTo>
                  <a:lnTo>
                    <a:pt x="5984039" y="6531"/>
                  </a:lnTo>
                  <a:cubicBezTo>
                    <a:pt x="5988027" y="6624"/>
                    <a:pt x="5991182" y="9931"/>
                    <a:pt x="5991085" y="13919"/>
                  </a:cubicBezTo>
                  <a:cubicBezTo>
                    <a:pt x="5990997" y="17769"/>
                    <a:pt x="5987894" y="20872"/>
                    <a:pt x="5984039" y="209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4"/>
            <p:cNvSpPr/>
            <p:nvPr/>
          </p:nvSpPr>
          <p:spPr>
            <a:xfrm>
              <a:off x="6687933" y="2917305"/>
              <a:ext cx="607834" cy="1166956"/>
            </a:xfrm>
            <a:custGeom>
              <a:avLst/>
              <a:gdLst/>
              <a:ahLst/>
              <a:cxnLst/>
              <a:rect l="l" t="t" r="r" b="b"/>
              <a:pathLst>
                <a:path w="984346" h="1889807" extrusionOk="0">
                  <a:moveTo>
                    <a:pt x="497443" y="1742062"/>
                  </a:moveTo>
                  <a:lnTo>
                    <a:pt x="480249" y="1742062"/>
                  </a:lnTo>
                  <a:cubicBezTo>
                    <a:pt x="465848" y="1741627"/>
                    <a:pt x="454417" y="1730578"/>
                    <a:pt x="453499" y="1716374"/>
                  </a:cubicBezTo>
                  <a:lnTo>
                    <a:pt x="447934" y="1642694"/>
                  </a:lnTo>
                  <a:lnTo>
                    <a:pt x="118683" y="1738823"/>
                  </a:lnTo>
                  <a:cubicBezTo>
                    <a:pt x="104798" y="1742919"/>
                    <a:pt x="90222" y="1734984"/>
                    <a:pt x="86127" y="1721098"/>
                  </a:cubicBezTo>
                  <a:cubicBezTo>
                    <a:pt x="85419" y="1718700"/>
                    <a:pt x="85058" y="1716213"/>
                    <a:pt x="85056" y="1713710"/>
                  </a:cubicBezTo>
                  <a:lnTo>
                    <a:pt x="85056" y="1694372"/>
                  </a:lnTo>
                  <a:cubicBezTo>
                    <a:pt x="85170" y="1683069"/>
                    <a:pt x="92480" y="1673102"/>
                    <a:pt x="103223" y="1669593"/>
                  </a:cubicBezTo>
                  <a:lnTo>
                    <a:pt x="425047" y="1556174"/>
                  </a:lnTo>
                  <a:lnTo>
                    <a:pt x="425047" y="995900"/>
                  </a:lnTo>
                  <a:cubicBezTo>
                    <a:pt x="425047" y="992910"/>
                    <a:pt x="427470" y="990488"/>
                    <a:pt x="430459" y="990488"/>
                  </a:cubicBezTo>
                  <a:cubicBezTo>
                    <a:pt x="433448" y="990488"/>
                    <a:pt x="435871" y="992910"/>
                    <a:pt x="435871" y="995900"/>
                  </a:cubicBezTo>
                  <a:lnTo>
                    <a:pt x="435871" y="1560013"/>
                  </a:lnTo>
                  <a:cubicBezTo>
                    <a:pt x="435868" y="1562311"/>
                    <a:pt x="434416" y="1564355"/>
                    <a:pt x="432250" y="1565111"/>
                  </a:cubicBezTo>
                  <a:lnTo>
                    <a:pt x="106704" y="1679842"/>
                  </a:lnTo>
                  <a:cubicBezTo>
                    <a:pt x="100331" y="1681874"/>
                    <a:pt x="95972" y="1687757"/>
                    <a:pt x="95880" y="1694444"/>
                  </a:cubicBezTo>
                  <a:lnTo>
                    <a:pt x="95880" y="1713710"/>
                  </a:lnTo>
                  <a:cubicBezTo>
                    <a:pt x="95891" y="1722196"/>
                    <a:pt x="102770" y="1729065"/>
                    <a:pt x="111255" y="1729069"/>
                  </a:cubicBezTo>
                  <a:cubicBezTo>
                    <a:pt x="112725" y="1729073"/>
                    <a:pt x="114188" y="1728860"/>
                    <a:pt x="115596" y="1728437"/>
                  </a:cubicBezTo>
                  <a:lnTo>
                    <a:pt x="451302" y="1630434"/>
                  </a:lnTo>
                  <a:cubicBezTo>
                    <a:pt x="454171" y="1629593"/>
                    <a:pt x="457181" y="1631242"/>
                    <a:pt x="458022" y="1634111"/>
                  </a:cubicBezTo>
                  <a:cubicBezTo>
                    <a:pt x="458127" y="1634474"/>
                    <a:pt x="458195" y="1634848"/>
                    <a:pt x="458223" y="1635226"/>
                  </a:cubicBezTo>
                  <a:lnTo>
                    <a:pt x="464295" y="1715609"/>
                  </a:lnTo>
                  <a:cubicBezTo>
                    <a:pt x="464802" y="1724212"/>
                    <a:pt x="471803" y="1731000"/>
                    <a:pt x="480418" y="1731242"/>
                  </a:cubicBezTo>
                  <a:lnTo>
                    <a:pt x="497427" y="1731242"/>
                  </a:lnTo>
                  <a:cubicBezTo>
                    <a:pt x="506155" y="1731154"/>
                    <a:pt x="513381" y="1724438"/>
                    <a:pt x="514102" y="1715738"/>
                  </a:cubicBezTo>
                  <a:lnTo>
                    <a:pt x="519582" y="1635262"/>
                  </a:lnTo>
                  <a:cubicBezTo>
                    <a:pt x="519771" y="1632289"/>
                    <a:pt x="522330" y="1630031"/>
                    <a:pt x="525304" y="1630220"/>
                  </a:cubicBezTo>
                  <a:cubicBezTo>
                    <a:pt x="525710" y="1630245"/>
                    <a:pt x="526113" y="1630317"/>
                    <a:pt x="526503" y="1630434"/>
                  </a:cubicBezTo>
                  <a:lnTo>
                    <a:pt x="861026" y="1728743"/>
                  </a:lnTo>
                  <a:cubicBezTo>
                    <a:pt x="869178" y="1731073"/>
                    <a:pt x="877680" y="1726373"/>
                    <a:pt x="880038" y="1718229"/>
                  </a:cubicBezTo>
                  <a:cubicBezTo>
                    <a:pt x="880441" y="1716857"/>
                    <a:pt x="880642" y="1715432"/>
                    <a:pt x="880642" y="1714004"/>
                  </a:cubicBezTo>
                  <a:lnTo>
                    <a:pt x="880642" y="1694666"/>
                  </a:lnTo>
                  <a:cubicBezTo>
                    <a:pt x="880590" y="1688046"/>
                    <a:pt x="876284" y="1682208"/>
                    <a:pt x="869975" y="1680208"/>
                  </a:cubicBezTo>
                  <a:lnTo>
                    <a:pt x="544103" y="1565421"/>
                  </a:lnTo>
                  <a:cubicBezTo>
                    <a:pt x="541934" y="1564661"/>
                    <a:pt x="540482" y="1562617"/>
                    <a:pt x="540482" y="1560319"/>
                  </a:cubicBezTo>
                  <a:lnTo>
                    <a:pt x="540482" y="995900"/>
                  </a:lnTo>
                  <a:cubicBezTo>
                    <a:pt x="540482" y="992910"/>
                    <a:pt x="542904" y="990488"/>
                    <a:pt x="545894" y="990488"/>
                  </a:cubicBezTo>
                  <a:cubicBezTo>
                    <a:pt x="548883" y="990488"/>
                    <a:pt x="551306" y="992910"/>
                    <a:pt x="551306" y="995900"/>
                  </a:cubicBezTo>
                  <a:lnTo>
                    <a:pt x="551306" y="1556476"/>
                  </a:lnTo>
                  <a:lnTo>
                    <a:pt x="873411" y="1669947"/>
                  </a:lnTo>
                  <a:cubicBezTo>
                    <a:pt x="884123" y="1673416"/>
                    <a:pt x="891398" y="1683367"/>
                    <a:pt x="891450" y="1694625"/>
                  </a:cubicBezTo>
                  <a:lnTo>
                    <a:pt x="891450" y="1714004"/>
                  </a:lnTo>
                  <a:cubicBezTo>
                    <a:pt x="891446" y="1716454"/>
                    <a:pt x="891100" y="1718893"/>
                    <a:pt x="890420" y="1721247"/>
                  </a:cubicBezTo>
                  <a:cubicBezTo>
                    <a:pt x="886412" y="1735145"/>
                    <a:pt x="871898" y="1743161"/>
                    <a:pt x="858000" y="1739153"/>
                  </a:cubicBezTo>
                  <a:cubicBezTo>
                    <a:pt x="857996" y="1739149"/>
                    <a:pt x="857988" y="1739149"/>
                    <a:pt x="857980" y="1739145"/>
                  </a:cubicBezTo>
                  <a:lnTo>
                    <a:pt x="529927" y="1642722"/>
                  </a:lnTo>
                  <a:lnTo>
                    <a:pt x="524898" y="1716527"/>
                  </a:lnTo>
                  <a:cubicBezTo>
                    <a:pt x="523727" y="1730856"/>
                    <a:pt x="511820" y="1741929"/>
                    <a:pt x="497443" y="1742062"/>
                  </a:cubicBezTo>
                  <a:close/>
                  <a:moveTo>
                    <a:pt x="163870" y="1823238"/>
                  </a:moveTo>
                  <a:cubicBezTo>
                    <a:pt x="163870" y="1783089"/>
                    <a:pt x="131217" y="1750436"/>
                    <a:pt x="91067" y="1750436"/>
                  </a:cubicBezTo>
                  <a:lnTo>
                    <a:pt x="90926" y="1750436"/>
                  </a:lnTo>
                  <a:cubicBezTo>
                    <a:pt x="50688" y="1750436"/>
                    <a:pt x="17967" y="1783157"/>
                    <a:pt x="17967" y="1823379"/>
                  </a:cubicBezTo>
                  <a:cubicBezTo>
                    <a:pt x="17967" y="1863601"/>
                    <a:pt x="50688" y="1896338"/>
                    <a:pt x="90926" y="1896338"/>
                  </a:cubicBezTo>
                  <a:cubicBezTo>
                    <a:pt x="131164" y="1896338"/>
                    <a:pt x="163850" y="1863613"/>
                    <a:pt x="163850" y="1823238"/>
                  </a:cubicBezTo>
                  <a:close/>
                  <a:moveTo>
                    <a:pt x="91067" y="1761272"/>
                  </a:moveTo>
                  <a:cubicBezTo>
                    <a:pt x="125241" y="1761272"/>
                    <a:pt x="153034" y="1789076"/>
                    <a:pt x="153034" y="1823391"/>
                  </a:cubicBezTo>
                  <a:cubicBezTo>
                    <a:pt x="153034" y="1857706"/>
                    <a:pt x="125173" y="1885514"/>
                    <a:pt x="90906" y="1885514"/>
                  </a:cubicBezTo>
                  <a:cubicBezTo>
                    <a:pt x="56640" y="1885514"/>
                    <a:pt x="28771" y="1857638"/>
                    <a:pt x="28771" y="1823379"/>
                  </a:cubicBezTo>
                  <a:cubicBezTo>
                    <a:pt x="28771" y="1789120"/>
                    <a:pt x="56644" y="1761260"/>
                    <a:pt x="90906" y="1761260"/>
                  </a:cubicBezTo>
                  <a:close/>
                  <a:moveTo>
                    <a:pt x="131836" y="1823391"/>
                  </a:moveTo>
                  <a:cubicBezTo>
                    <a:pt x="131836" y="1820401"/>
                    <a:pt x="129413" y="1817979"/>
                    <a:pt x="126424" y="1817979"/>
                  </a:cubicBezTo>
                  <a:cubicBezTo>
                    <a:pt x="123435" y="1817979"/>
                    <a:pt x="121012" y="1820401"/>
                    <a:pt x="121012" y="1823391"/>
                  </a:cubicBezTo>
                  <a:cubicBezTo>
                    <a:pt x="121017" y="1840013"/>
                    <a:pt x="107547" y="1853489"/>
                    <a:pt x="90926" y="1853493"/>
                  </a:cubicBezTo>
                  <a:cubicBezTo>
                    <a:pt x="74306" y="1853497"/>
                    <a:pt x="60829" y="1840029"/>
                    <a:pt x="60824" y="1823407"/>
                  </a:cubicBezTo>
                  <a:cubicBezTo>
                    <a:pt x="60820" y="1806789"/>
                    <a:pt x="74290" y="1793309"/>
                    <a:pt x="90910" y="1793305"/>
                  </a:cubicBezTo>
                  <a:cubicBezTo>
                    <a:pt x="93899" y="1793305"/>
                    <a:pt x="96322" y="1790883"/>
                    <a:pt x="96322" y="1787893"/>
                  </a:cubicBezTo>
                  <a:cubicBezTo>
                    <a:pt x="96322" y="1784903"/>
                    <a:pt x="93899" y="1782481"/>
                    <a:pt x="90910" y="1782481"/>
                  </a:cubicBezTo>
                  <a:cubicBezTo>
                    <a:pt x="68314" y="1782489"/>
                    <a:pt x="50002" y="1800810"/>
                    <a:pt x="50008" y="1823407"/>
                  </a:cubicBezTo>
                  <a:cubicBezTo>
                    <a:pt x="50015" y="1846005"/>
                    <a:pt x="68338" y="1864317"/>
                    <a:pt x="90934" y="1864309"/>
                  </a:cubicBezTo>
                  <a:cubicBezTo>
                    <a:pt x="113528" y="1864301"/>
                    <a:pt x="131839" y="1845985"/>
                    <a:pt x="131836" y="1823391"/>
                  </a:cubicBezTo>
                  <a:close/>
                  <a:moveTo>
                    <a:pt x="561727" y="1823391"/>
                  </a:moveTo>
                  <a:cubicBezTo>
                    <a:pt x="561816" y="1783185"/>
                    <a:pt x="529296" y="1750520"/>
                    <a:pt x="489090" y="1750431"/>
                  </a:cubicBezTo>
                  <a:cubicBezTo>
                    <a:pt x="489086" y="1750431"/>
                    <a:pt x="489082" y="1750431"/>
                    <a:pt x="489078" y="1750431"/>
                  </a:cubicBezTo>
                  <a:lnTo>
                    <a:pt x="488780" y="1750431"/>
                  </a:lnTo>
                  <a:cubicBezTo>
                    <a:pt x="448562" y="1750431"/>
                    <a:pt x="415836" y="1783153"/>
                    <a:pt x="415836" y="1823375"/>
                  </a:cubicBezTo>
                  <a:cubicBezTo>
                    <a:pt x="415836" y="1863597"/>
                    <a:pt x="448562" y="1896335"/>
                    <a:pt x="488780" y="1896335"/>
                  </a:cubicBezTo>
                  <a:cubicBezTo>
                    <a:pt x="528998" y="1896335"/>
                    <a:pt x="561707" y="1863613"/>
                    <a:pt x="561707" y="1823395"/>
                  </a:cubicBezTo>
                  <a:close/>
                  <a:moveTo>
                    <a:pt x="489062" y="1761255"/>
                  </a:moveTo>
                  <a:cubicBezTo>
                    <a:pt x="523284" y="1761332"/>
                    <a:pt x="550968" y="1789136"/>
                    <a:pt x="550891" y="1823359"/>
                  </a:cubicBezTo>
                  <a:cubicBezTo>
                    <a:pt x="550891" y="1823367"/>
                    <a:pt x="550891" y="1823371"/>
                    <a:pt x="550891" y="1823379"/>
                  </a:cubicBezTo>
                  <a:cubicBezTo>
                    <a:pt x="550891" y="1857638"/>
                    <a:pt x="523031" y="1885514"/>
                    <a:pt x="488768" y="1885514"/>
                  </a:cubicBezTo>
                  <a:cubicBezTo>
                    <a:pt x="454505" y="1885514"/>
                    <a:pt x="426648" y="1857638"/>
                    <a:pt x="426648" y="1823379"/>
                  </a:cubicBezTo>
                  <a:cubicBezTo>
                    <a:pt x="426648" y="1789120"/>
                    <a:pt x="454509" y="1761260"/>
                    <a:pt x="488768" y="1761260"/>
                  </a:cubicBezTo>
                  <a:lnTo>
                    <a:pt x="488768" y="1755847"/>
                  </a:lnTo>
                  <a:close/>
                  <a:moveTo>
                    <a:pt x="530410" y="1823222"/>
                  </a:moveTo>
                  <a:cubicBezTo>
                    <a:pt x="530491" y="1820232"/>
                    <a:pt x="528137" y="1817746"/>
                    <a:pt x="525147" y="1817665"/>
                  </a:cubicBezTo>
                  <a:cubicBezTo>
                    <a:pt x="522161" y="1817585"/>
                    <a:pt x="519671" y="1819939"/>
                    <a:pt x="519590" y="1822928"/>
                  </a:cubicBezTo>
                  <a:cubicBezTo>
                    <a:pt x="519586" y="1823025"/>
                    <a:pt x="519586" y="1823126"/>
                    <a:pt x="519590" y="1823222"/>
                  </a:cubicBezTo>
                  <a:cubicBezTo>
                    <a:pt x="519594" y="1839840"/>
                    <a:pt x="506122" y="1853312"/>
                    <a:pt x="489504" y="1853316"/>
                  </a:cubicBezTo>
                  <a:cubicBezTo>
                    <a:pt x="472886" y="1853320"/>
                    <a:pt x="459414" y="1839848"/>
                    <a:pt x="459410" y="1823230"/>
                  </a:cubicBezTo>
                  <a:cubicBezTo>
                    <a:pt x="459406" y="1806612"/>
                    <a:pt x="472878" y="1793140"/>
                    <a:pt x="489496" y="1793136"/>
                  </a:cubicBezTo>
                  <a:cubicBezTo>
                    <a:pt x="489496" y="1793136"/>
                    <a:pt x="489500" y="1793136"/>
                    <a:pt x="489500" y="1793136"/>
                  </a:cubicBezTo>
                  <a:cubicBezTo>
                    <a:pt x="492490" y="1793136"/>
                    <a:pt x="494912" y="1790714"/>
                    <a:pt x="494912" y="1787724"/>
                  </a:cubicBezTo>
                  <a:cubicBezTo>
                    <a:pt x="494912" y="1784734"/>
                    <a:pt x="492490" y="1782312"/>
                    <a:pt x="489500" y="1782312"/>
                  </a:cubicBezTo>
                  <a:cubicBezTo>
                    <a:pt x="466902" y="1782308"/>
                    <a:pt x="448586" y="1800624"/>
                    <a:pt x="448582" y="1823222"/>
                  </a:cubicBezTo>
                  <a:cubicBezTo>
                    <a:pt x="448578" y="1845820"/>
                    <a:pt x="466894" y="1864136"/>
                    <a:pt x="489492" y="1864140"/>
                  </a:cubicBezTo>
                  <a:cubicBezTo>
                    <a:pt x="512090" y="1864140"/>
                    <a:pt x="530406" y="1845828"/>
                    <a:pt x="530410" y="1823230"/>
                  </a:cubicBezTo>
                  <a:cubicBezTo>
                    <a:pt x="530410" y="1823226"/>
                    <a:pt x="530410" y="1823226"/>
                    <a:pt x="530410" y="1823222"/>
                  </a:cubicBezTo>
                  <a:close/>
                  <a:moveTo>
                    <a:pt x="959597" y="1823379"/>
                  </a:moveTo>
                  <a:cubicBezTo>
                    <a:pt x="959686" y="1783173"/>
                    <a:pt x="927165" y="1750508"/>
                    <a:pt x="886959" y="1750419"/>
                  </a:cubicBezTo>
                  <a:cubicBezTo>
                    <a:pt x="886951" y="1750419"/>
                    <a:pt x="886943" y="1750419"/>
                    <a:pt x="886935" y="1750419"/>
                  </a:cubicBezTo>
                  <a:lnTo>
                    <a:pt x="886654" y="1750419"/>
                  </a:lnTo>
                  <a:cubicBezTo>
                    <a:pt x="846415" y="1750419"/>
                    <a:pt x="813706" y="1783141"/>
                    <a:pt x="813706" y="1823363"/>
                  </a:cubicBezTo>
                  <a:cubicBezTo>
                    <a:pt x="813706" y="1863585"/>
                    <a:pt x="846432" y="1896323"/>
                    <a:pt x="886654" y="1896323"/>
                  </a:cubicBezTo>
                  <a:cubicBezTo>
                    <a:pt x="926875" y="1896323"/>
                    <a:pt x="959577" y="1863613"/>
                    <a:pt x="959577" y="1823395"/>
                  </a:cubicBezTo>
                  <a:close/>
                  <a:moveTo>
                    <a:pt x="886919" y="1761243"/>
                  </a:moveTo>
                  <a:cubicBezTo>
                    <a:pt x="921142" y="1761304"/>
                    <a:pt x="948833" y="1789100"/>
                    <a:pt x="948773" y="1823323"/>
                  </a:cubicBezTo>
                  <a:cubicBezTo>
                    <a:pt x="948773" y="1823335"/>
                    <a:pt x="948773" y="1823351"/>
                    <a:pt x="948773" y="1823363"/>
                  </a:cubicBezTo>
                  <a:cubicBezTo>
                    <a:pt x="948773" y="1857622"/>
                    <a:pt x="920912" y="1885498"/>
                    <a:pt x="886654" y="1885498"/>
                  </a:cubicBezTo>
                  <a:cubicBezTo>
                    <a:pt x="852395" y="1885498"/>
                    <a:pt x="824510" y="1857638"/>
                    <a:pt x="824510" y="1823379"/>
                  </a:cubicBezTo>
                  <a:cubicBezTo>
                    <a:pt x="824510" y="1789120"/>
                    <a:pt x="852371" y="1761260"/>
                    <a:pt x="886633" y="1761260"/>
                  </a:cubicBezTo>
                  <a:lnTo>
                    <a:pt x="886633" y="1755847"/>
                  </a:lnTo>
                  <a:close/>
                  <a:moveTo>
                    <a:pt x="927560" y="1823363"/>
                  </a:moveTo>
                  <a:cubicBezTo>
                    <a:pt x="927560" y="1820373"/>
                    <a:pt x="925137" y="1817951"/>
                    <a:pt x="922147" y="1817951"/>
                  </a:cubicBezTo>
                  <a:cubicBezTo>
                    <a:pt x="919158" y="1817951"/>
                    <a:pt x="916735" y="1820373"/>
                    <a:pt x="916735" y="1823363"/>
                  </a:cubicBezTo>
                  <a:cubicBezTo>
                    <a:pt x="916739" y="1839981"/>
                    <a:pt x="903268" y="1853453"/>
                    <a:pt x="886649" y="1853457"/>
                  </a:cubicBezTo>
                  <a:cubicBezTo>
                    <a:pt x="870031" y="1853461"/>
                    <a:pt x="856560" y="1839989"/>
                    <a:pt x="856555" y="1823371"/>
                  </a:cubicBezTo>
                  <a:cubicBezTo>
                    <a:pt x="856551" y="1806753"/>
                    <a:pt x="870023" y="1793281"/>
                    <a:pt x="886641" y="1793277"/>
                  </a:cubicBezTo>
                  <a:cubicBezTo>
                    <a:pt x="886645" y="1793277"/>
                    <a:pt x="886645" y="1793277"/>
                    <a:pt x="886649" y="1793277"/>
                  </a:cubicBezTo>
                  <a:cubicBezTo>
                    <a:pt x="889639" y="1793277"/>
                    <a:pt x="892061" y="1790855"/>
                    <a:pt x="892061" y="1787865"/>
                  </a:cubicBezTo>
                  <a:cubicBezTo>
                    <a:pt x="892061" y="1784875"/>
                    <a:pt x="889639" y="1782453"/>
                    <a:pt x="886649" y="1782453"/>
                  </a:cubicBezTo>
                  <a:cubicBezTo>
                    <a:pt x="864052" y="1782449"/>
                    <a:pt x="845735" y="1800765"/>
                    <a:pt x="845731" y="1823363"/>
                  </a:cubicBezTo>
                  <a:cubicBezTo>
                    <a:pt x="845727" y="1845961"/>
                    <a:pt x="864044" y="1864277"/>
                    <a:pt x="886641" y="1864281"/>
                  </a:cubicBezTo>
                  <a:cubicBezTo>
                    <a:pt x="909239" y="1864281"/>
                    <a:pt x="927556" y="1845969"/>
                    <a:pt x="927560" y="1823371"/>
                  </a:cubicBezTo>
                  <a:cubicBezTo>
                    <a:pt x="927560" y="1823367"/>
                    <a:pt x="927560" y="1823367"/>
                    <a:pt x="927560" y="1823363"/>
                  </a:cubicBezTo>
                  <a:close/>
                  <a:moveTo>
                    <a:pt x="584510" y="785214"/>
                  </a:moveTo>
                  <a:lnTo>
                    <a:pt x="584510" y="604948"/>
                  </a:lnTo>
                  <a:cubicBezTo>
                    <a:pt x="584510" y="601958"/>
                    <a:pt x="582088" y="599536"/>
                    <a:pt x="579098" y="599536"/>
                  </a:cubicBezTo>
                  <a:cubicBezTo>
                    <a:pt x="576109" y="599536"/>
                    <a:pt x="573686" y="601958"/>
                    <a:pt x="573686" y="604948"/>
                  </a:cubicBezTo>
                  <a:lnTo>
                    <a:pt x="573686" y="785214"/>
                  </a:lnTo>
                  <a:cubicBezTo>
                    <a:pt x="573686" y="788204"/>
                    <a:pt x="576109" y="790626"/>
                    <a:pt x="579098" y="790626"/>
                  </a:cubicBezTo>
                  <a:cubicBezTo>
                    <a:pt x="582088" y="790626"/>
                    <a:pt x="584510" y="788204"/>
                    <a:pt x="584510" y="785214"/>
                  </a:cubicBezTo>
                  <a:close/>
                  <a:moveTo>
                    <a:pt x="660850" y="785214"/>
                  </a:moveTo>
                  <a:lnTo>
                    <a:pt x="660850" y="604948"/>
                  </a:lnTo>
                  <a:cubicBezTo>
                    <a:pt x="660850" y="601958"/>
                    <a:pt x="658427" y="599536"/>
                    <a:pt x="655438" y="599536"/>
                  </a:cubicBezTo>
                  <a:cubicBezTo>
                    <a:pt x="652448" y="599536"/>
                    <a:pt x="650026" y="601958"/>
                    <a:pt x="650026" y="604948"/>
                  </a:cubicBezTo>
                  <a:lnTo>
                    <a:pt x="650026" y="785214"/>
                  </a:lnTo>
                  <a:cubicBezTo>
                    <a:pt x="650026" y="788204"/>
                    <a:pt x="652448" y="790626"/>
                    <a:pt x="655438" y="790626"/>
                  </a:cubicBezTo>
                  <a:cubicBezTo>
                    <a:pt x="658427" y="790626"/>
                    <a:pt x="660850" y="788204"/>
                    <a:pt x="660850" y="785214"/>
                  </a:cubicBezTo>
                  <a:close/>
                  <a:moveTo>
                    <a:pt x="926823" y="525735"/>
                  </a:moveTo>
                  <a:cubicBezTo>
                    <a:pt x="965255" y="510630"/>
                    <a:pt x="991204" y="474331"/>
                    <a:pt x="993063" y="433079"/>
                  </a:cubicBezTo>
                  <a:lnTo>
                    <a:pt x="993063" y="117613"/>
                  </a:lnTo>
                  <a:cubicBezTo>
                    <a:pt x="993063" y="56210"/>
                    <a:pt x="955742" y="16483"/>
                    <a:pt x="895687" y="13915"/>
                  </a:cubicBezTo>
                  <a:cubicBezTo>
                    <a:pt x="892468" y="14016"/>
                    <a:pt x="890174" y="16100"/>
                    <a:pt x="890054" y="19102"/>
                  </a:cubicBezTo>
                  <a:cubicBezTo>
                    <a:pt x="889929" y="22088"/>
                    <a:pt x="892251" y="24611"/>
                    <a:pt x="895236" y="24735"/>
                  </a:cubicBezTo>
                  <a:cubicBezTo>
                    <a:pt x="895236" y="24735"/>
                    <a:pt x="895240" y="24735"/>
                    <a:pt x="895240" y="24735"/>
                  </a:cubicBezTo>
                  <a:cubicBezTo>
                    <a:pt x="948918" y="27017"/>
                    <a:pt x="982263" y="62603"/>
                    <a:pt x="982263" y="117609"/>
                  </a:cubicBezTo>
                  <a:lnTo>
                    <a:pt x="982263" y="432809"/>
                  </a:lnTo>
                  <a:cubicBezTo>
                    <a:pt x="980541" y="469700"/>
                    <a:pt x="957299" y="502135"/>
                    <a:pt x="922916" y="515619"/>
                  </a:cubicBezTo>
                  <a:cubicBezTo>
                    <a:pt x="920128" y="516706"/>
                    <a:pt x="918751" y="519848"/>
                    <a:pt x="919838" y="522633"/>
                  </a:cubicBezTo>
                  <a:cubicBezTo>
                    <a:pt x="920651" y="524713"/>
                    <a:pt x="922658" y="526085"/>
                    <a:pt x="924892" y="526081"/>
                  </a:cubicBezTo>
                  <a:cubicBezTo>
                    <a:pt x="925556" y="526089"/>
                    <a:pt x="926216" y="525968"/>
                    <a:pt x="926839" y="525735"/>
                  </a:cubicBezTo>
                  <a:close/>
                  <a:moveTo>
                    <a:pt x="858926" y="544084"/>
                  </a:moveTo>
                  <a:cubicBezTo>
                    <a:pt x="891221" y="535038"/>
                    <a:pt x="914019" y="506228"/>
                    <a:pt x="915408" y="472717"/>
                  </a:cubicBezTo>
                  <a:lnTo>
                    <a:pt x="915408" y="118220"/>
                  </a:lnTo>
                  <a:cubicBezTo>
                    <a:pt x="915408" y="89317"/>
                    <a:pt x="904612" y="64358"/>
                    <a:pt x="885008" y="47925"/>
                  </a:cubicBezTo>
                  <a:cubicBezTo>
                    <a:pt x="863179" y="29632"/>
                    <a:pt x="832513" y="22856"/>
                    <a:pt x="798605" y="28900"/>
                  </a:cubicBezTo>
                  <a:cubicBezTo>
                    <a:pt x="665863" y="53353"/>
                    <a:pt x="526978" y="47220"/>
                    <a:pt x="396945" y="11244"/>
                  </a:cubicBezTo>
                  <a:cubicBezTo>
                    <a:pt x="363515" y="2194"/>
                    <a:pt x="333288" y="6266"/>
                    <a:pt x="311781" y="22699"/>
                  </a:cubicBezTo>
                  <a:cubicBezTo>
                    <a:pt x="292221" y="37668"/>
                    <a:pt x="281876" y="61103"/>
                    <a:pt x="281876" y="90501"/>
                  </a:cubicBezTo>
                  <a:lnTo>
                    <a:pt x="281876" y="445066"/>
                  </a:lnTo>
                  <a:cubicBezTo>
                    <a:pt x="283582" y="478604"/>
                    <a:pt x="304775" y="508396"/>
                    <a:pt x="336197" y="521067"/>
                  </a:cubicBezTo>
                  <a:cubicBezTo>
                    <a:pt x="504726" y="578165"/>
                    <a:pt x="686019" y="586152"/>
                    <a:pt x="858917" y="544096"/>
                  </a:cubicBezTo>
                  <a:close/>
                  <a:moveTo>
                    <a:pt x="394100" y="21673"/>
                  </a:moveTo>
                  <a:cubicBezTo>
                    <a:pt x="525678" y="58089"/>
                    <a:pt x="666274" y="64261"/>
                    <a:pt x="800552" y="39543"/>
                  </a:cubicBezTo>
                  <a:cubicBezTo>
                    <a:pt x="831246" y="34075"/>
                    <a:pt x="858728" y="40010"/>
                    <a:pt x="878079" y="56214"/>
                  </a:cubicBezTo>
                  <a:cubicBezTo>
                    <a:pt x="895425" y="70760"/>
                    <a:pt x="904600" y="92195"/>
                    <a:pt x="904600" y="118208"/>
                  </a:cubicBezTo>
                  <a:lnTo>
                    <a:pt x="904600" y="472363"/>
                  </a:lnTo>
                  <a:cubicBezTo>
                    <a:pt x="903389" y="501093"/>
                    <a:pt x="883865" y="525795"/>
                    <a:pt x="856193" y="533614"/>
                  </a:cubicBezTo>
                  <a:cubicBezTo>
                    <a:pt x="685447" y="575119"/>
                    <a:pt x="506424" y="567245"/>
                    <a:pt x="339984" y="510907"/>
                  </a:cubicBezTo>
                  <a:cubicBezTo>
                    <a:pt x="312743" y="499914"/>
                    <a:pt x="294197" y="473856"/>
                    <a:pt x="292716" y="444784"/>
                  </a:cubicBezTo>
                  <a:lnTo>
                    <a:pt x="292716" y="90488"/>
                  </a:lnTo>
                  <a:cubicBezTo>
                    <a:pt x="292716" y="64599"/>
                    <a:pt x="301568" y="44122"/>
                    <a:pt x="318364" y="31286"/>
                  </a:cubicBezTo>
                  <a:cubicBezTo>
                    <a:pt x="330435" y="22031"/>
                    <a:pt x="345931" y="17332"/>
                    <a:pt x="363430" y="17332"/>
                  </a:cubicBezTo>
                  <a:cubicBezTo>
                    <a:pt x="373100" y="17332"/>
                    <a:pt x="383405" y="18772"/>
                    <a:pt x="394100" y="21673"/>
                  </a:cubicBezTo>
                  <a:close/>
                  <a:moveTo>
                    <a:pt x="910012" y="472512"/>
                  </a:moveTo>
                  <a:lnTo>
                    <a:pt x="910012" y="472512"/>
                  </a:lnTo>
                  <a:close/>
                  <a:moveTo>
                    <a:pt x="968964" y="924027"/>
                  </a:moveTo>
                  <a:cubicBezTo>
                    <a:pt x="968880" y="858878"/>
                    <a:pt x="915850" y="805916"/>
                    <a:pt x="850697" y="805916"/>
                  </a:cubicBezTo>
                  <a:lnTo>
                    <a:pt x="674631" y="805916"/>
                  </a:lnTo>
                  <a:cubicBezTo>
                    <a:pt x="671642" y="805836"/>
                    <a:pt x="669155" y="808190"/>
                    <a:pt x="669074" y="811180"/>
                  </a:cubicBezTo>
                  <a:cubicBezTo>
                    <a:pt x="668994" y="814165"/>
                    <a:pt x="671348" y="816656"/>
                    <a:pt x="674338" y="816736"/>
                  </a:cubicBezTo>
                  <a:cubicBezTo>
                    <a:pt x="674434" y="816740"/>
                    <a:pt x="674535" y="816740"/>
                    <a:pt x="674631" y="816736"/>
                  </a:cubicBezTo>
                  <a:lnTo>
                    <a:pt x="850665" y="816736"/>
                  </a:lnTo>
                  <a:cubicBezTo>
                    <a:pt x="909843" y="816736"/>
                    <a:pt x="958040" y="864853"/>
                    <a:pt x="958124" y="924325"/>
                  </a:cubicBezTo>
                  <a:cubicBezTo>
                    <a:pt x="958124" y="949832"/>
                    <a:pt x="937378" y="970574"/>
                    <a:pt x="911730" y="970574"/>
                  </a:cubicBezTo>
                  <a:lnTo>
                    <a:pt x="707103" y="970574"/>
                  </a:lnTo>
                  <a:cubicBezTo>
                    <a:pt x="704114" y="970574"/>
                    <a:pt x="701691" y="972997"/>
                    <a:pt x="701691" y="975986"/>
                  </a:cubicBezTo>
                  <a:cubicBezTo>
                    <a:pt x="701691" y="978976"/>
                    <a:pt x="704114" y="981398"/>
                    <a:pt x="707103" y="981398"/>
                  </a:cubicBezTo>
                  <a:lnTo>
                    <a:pt x="911887" y="981398"/>
                  </a:lnTo>
                  <a:cubicBezTo>
                    <a:pt x="943357" y="981398"/>
                    <a:pt x="968964" y="955791"/>
                    <a:pt x="968964" y="924027"/>
                  </a:cubicBezTo>
                  <a:close/>
                  <a:moveTo>
                    <a:pt x="704142" y="924325"/>
                  </a:moveTo>
                  <a:cubicBezTo>
                    <a:pt x="704142" y="859031"/>
                    <a:pt x="651028" y="805916"/>
                    <a:pt x="585733" y="805916"/>
                  </a:cubicBezTo>
                  <a:lnTo>
                    <a:pt x="126815" y="805916"/>
                  </a:lnTo>
                  <a:cubicBezTo>
                    <a:pt x="61509" y="806013"/>
                    <a:pt x="8640" y="859018"/>
                    <a:pt x="8716" y="924325"/>
                  </a:cubicBezTo>
                  <a:cubicBezTo>
                    <a:pt x="8716" y="955791"/>
                    <a:pt x="34324" y="981398"/>
                    <a:pt x="65790" y="981398"/>
                  </a:cubicBezTo>
                  <a:lnTo>
                    <a:pt x="647060" y="981398"/>
                  </a:lnTo>
                  <a:cubicBezTo>
                    <a:pt x="678538" y="981398"/>
                    <a:pt x="704142" y="955791"/>
                    <a:pt x="704142" y="924325"/>
                  </a:cubicBezTo>
                  <a:close/>
                  <a:moveTo>
                    <a:pt x="585733" y="816736"/>
                  </a:moveTo>
                  <a:cubicBezTo>
                    <a:pt x="645052" y="816736"/>
                    <a:pt x="693322" y="865022"/>
                    <a:pt x="693322" y="924325"/>
                  </a:cubicBezTo>
                  <a:cubicBezTo>
                    <a:pt x="693294" y="949868"/>
                    <a:pt x="672591" y="970562"/>
                    <a:pt x="647048" y="970574"/>
                  </a:cubicBezTo>
                  <a:lnTo>
                    <a:pt x="65790" y="970574"/>
                  </a:lnTo>
                  <a:cubicBezTo>
                    <a:pt x="40248" y="970546"/>
                    <a:pt x="19553" y="949844"/>
                    <a:pt x="19540" y="924301"/>
                  </a:cubicBezTo>
                  <a:cubicBezTo>
                    <a:pt x="19427" y="895792"/>
                    <a:pt x="30729" y="868422"/>
                    <a:pt x="50926" y="848299"/>
                  </a:cubicBezTo>
                  <a:cubicBezTo>
                    <a:pt x="71190" y="827975"/>
                    <a:pt x="98149" y="816773"/>
                    <a:pt x="127141" y="8167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4"/>
            <p:cNvSpPr/>
            <p:nvPr/>
          </p:nvSpPr>
          <p:spPr>
            <a:xfrm>
              <a:off x="5318498" y="3247940"/>
              <a:ext cx="680367" cy="835957"/>
            </a:xfrm>
            <a:custGeom>
              <a:avLst/>
              <a:gdLst/>
              <a:ahLst/>
              <a:cxnLst/>
              <a:rect l="l" t="t" r="r" b="b"/>
              <a:pathLst>
                <a:path w="1101809" h="1353776" extrusionOk="0">
                  <a:moveTo>
                    <a:pt x="1105114" y="1360307"/>
                  </a:moveTo>
                  <a:lnTo>
                    <a:pt x="235357" y="1360307"/>
                  </a:lnTo>
                  <a:cubicBezTo>
                    <a:pt x="232371" y="1360307"/>
                    <a:pt x="229949" y="1357885"/>
                    <a:pt x="229945" y="1354899"/>
                  </a:cubicBezTo>
                  <a:lnTo>
                    <a:pt x="229945" y="11943"/>
                  </a:lnTo>
                  <a:cubicBezTo>
                    <a:pt x="229945" y="8953"/>
                    <a:pt x="232367" y="6531"/>
                    <a:pt x="235357" y="6531"/>
                  </a:cubicBezTo>
                  <a:lnTo>
                    <a:pt x="1105114" y="6531"/>
                  </a:lnTo>
                  <a:cubicBezTo>
                    <a:pt x="1108103" y="6531"/>
                    <a:pt x="1110526" y="8953"/>
                    <a:pt x="1110526" y="11943"/>
                  </a:cubicBezTo>
                  <a:lnTo>
                    <a:pt x="1110526" y="1354899"/>
                  </a:lnTo>
                  <a:cubicBezTo>
                    <a:pt x="1110522" y="1357885"/>
                    <a:pt x="1108099" y="1360307"/>
                    <a:pt x="1105114" y="1360307"/>
                  </a:cubicBezTo>
                  <a:close/>
                  <a:moveTo>
                    <a:pt x="240769" y="1349487"/>
                  </a:moveTo>
                  <a:lnTo>
                    <a:pt x="1099714" y="1349487"/>
                  </a:lnTo>
                  <a:lnTo>
                    <a:pt x="1099714" y="17355"/>
                  </a:lnTo>
                  <a:lnTo>
                    <a:pt x="240769" y="17355"/>
                  </a:lnTo>
                  <a:close/>
                  <a:moveTo>
                    <a:pt x="212047" y="1354899"/>
                  </a:moveTo>
                  <a:cubicBezTo>
                    <a:pt x="212047" y="1351909"/>
                    <a:pt x="209624" y="1349487"/>
                    <a:pt x="206635" y="1349487"/>
                  </a:cubicBezTo>
                  <a:lnTo>
                    <a:pt x="19528" y="1349487"/>
                  </a:lnTo>
                  <a:lnTo>
                    <a:pt x="19528" y="17355"/>
                  </a:lnTo>
                  <a:lnTo>
                    <a:pt x="206635" y="17355"/>
                  </a:lnTo>
                  <a:cubicBezTo>
                    <a:pt x="209624" y="17355"/>
                    <a:pt x="212047" y="14933"/>
                    <a:pt x="212047" y="11943"/>
                  </a:cubicBezTo>
                  <a:cubicBezTo>
                    <a:pt x="212047" y="8953"/>
                    <a:pt x="209624" y="6531"/>
                    <a:pt x="206635" y="6531"/>
                  </a:cubicBezTo>
                  <a:lnTo>
                    <a:pt x="14128" y="6531"/>
                  </a:lnTo>
                  <a:cubicBezTo>
                    <a:pt x="11138" y="6531"/>
                    <a:pt x="8716" y="8953"/>
                    <a:pt x="8716" y="11943"/>
                  </a:cubicBezTo>
                  <a:lnTo>
                    <a:pt x="8716" y="1354899"/>
                  </a:lnTo>
                  <a:cubicBezTo>
                    <a:pt x="8720" y="1357885"/>
                    <a:pt x="11142" y="1360307"/>
                    <a:pt x="14128" y="1360307"/>
                  </a:cubicBezTo>
                  <a:lnTo>
                    <a:pt x="206635" y="1360307"/>
                  </a:lnTo>
                  <a:cubicBezTo>
                    <a:pt x="209624" y="1360315"/>
                    <a:pt x="212055" y="1357901"/>
                    <a:pt x="212063" y="1354911"/>
                  </a:cubicBezTo>
                  <a:cubicBezTo>
                    <a:pt x="212063" y="1354907"/>
                    <a:pt x="212063" y="1354903"/>
                    <a:pt x="212063" y="1354899"/>
                  </a:cubicBezTo>
                  <a:close/>
                  <a:moveTo>
                    <a:pt x="1034395" y="443073"/>
                  </a:moveTo>
                  <a:lnTo>
                    <a:pt x="300856" y="443073"/>
                  </a:lnTo>
                  <a:cubicBezTo>
                    <a:pt x="297867" y="443069"/>
                    <a:pt x="295448" y="440651"/>
                    <a:pt x="295444" y="437661"/>
                  </a:cubicBezTo>
                  <a:lnTo>
                    <a:pt x="295444" y="111524"/>
                  </a:lnTo>
                  <a:cubicBezTo>
                    <a:pt x="295444" y="108534"/>
                    <a:pt x="297867" y="106112"/>
                    <a:pt x="300856" y="106112"/>
                  </a:cubicBezTo>
                  <a:lnTo>
                    <a:pt x="1034395" y="106112"/>
                  </a:lnTo>
                  <a:cubicBezTo>
                    <a:pt x="1037385" y="106112"/>
                    <a:pt x="1039807" y="108534"/>
                    <a:pt x="1039807" y="111524"/>
                  </a:cubicBezTo>
                  <a:lnTo>
                    <a:pt x="1039807" y="437661"/>
                  </a:lnTo>
                  <a:cubicBezTo>
                    <a:pt x="1039807" y="440651"/>
                    <a:pt x="1037385" y="443073"/>
                    <a:pt x="1034395" y="443073"/>
                  </a:cubicBezTo>
                  <a:close/>
                  <a:moveTo>
                    <a:pt x="306272" y="432249"/>
                  </a:moveTo>
                  <a:lnTo>
                    <a:pt x="1028987" y="432249"/>
                  </a:lnTo>
                  <a:lnTo>
                    <a:pt x="1028987" y="116936"/>
                  </a:lnTo>
                  <a:lnTo>
                    <a:pt x="306272" y="116936"/>
                  </a:lnTo>
                  <a:close/>
                  <a:moveTo>
                    <a:pt x="1034395" y="804854"/>
                  </a:moveTo>
                  <a:lnTo>
                    <a:pt x="300856" y="804854"/>
                  </a:lnTo>
                  <a:cubicBezTo>
                    <a:pt x="297867" y="804854"/>
                    <a:pt x="295444" y="802431"/>
                    <a:pt x="295444" y="799441"/>
                  </a:cubicBezTo>
                  <a:lnTo>
                    <a:pt x="295444" y="473300"/>
                  </a:lnTo>
                  <a:cubicBezTo>
                    <a:pt x="295448" y="470314"/>
                    <a:pt x="297870" y="467892"/>
                    <a:pt x="300856" y="467892"/>
                  </a:cubicBezTo>
                  <a:lnTo>
                    <a:pt x="1034395" y="467892"/>
                  </a:lnTo>
                  <a:cubicBezTo>
                    <a:pt x="1037381" y="467892"/>
                    <a:pt x="1039803" y="470314"/>
                    <a:pt x="1039807" y="473300"/>
                  </a:cubicBezTo>
                  <a:lnTo>
                    <a:pt x="1039807" y="799453"/>
                  </a:lnTo>
                  <a:cubicBezTo>
                    <a:pt x="1039807" y="802443"/>
                    <a:pt x="1037385" y="804866"/>
                    <a:pt x="1034395" y="804866"/>
                  </a:cubicBezTo>
                  <a:close/>
                  <a:moveTo>
                    <a:pt x="306272" y="794029"/>
                  </a:moveTo>
                  <a:lnTo>
                    <a:pt x="1028987" y="794029"/>
                  </a:lnTo>
                  <a:lnTo>
                    <a:pt x="1028987" y="478712"/>
                  </a:lnTo>
                  <a:lnTo>
                    <a:pt x="306272" y="478712"/>
                  </a:lnTo>
                  <a:close/>
                  <a:moveTo>
                    <a:pt x="1034395" y="1166633"/>
                  </a:moveTo>
                  <a:lnTo>
                    <a:pt x="300856" y="1166633"/>
                  </a:lnTo>
                  <a:cubicBezTo>
                    <a:pt x="297867" y="1166629"/>
                    <a:pt x="295448" y="1164211"/>
                    <a:pt x="295444" y="1161222"/>
                  </a:cubicBezTo>
                  <a:lnTo>
                    <a:pt x="295444" y="835096"/>
                  </a:lnTo>
                  <a:cubicBezTo>
                    <a:pt x="295444" y="832107"/>
                    <a:pt x="297867" y="829684"/>
                    <a:pt x="300856" y="829684"/>
                  </a:cubicBezTo>
                  <a:lnTo>
                    <a:pt x="1034395" y="829684"/>
                  </a:lnTo>
                  <a:cubicBezTo>
                    <a:pt x="1037385" y="829684"/>
                    <a:pt x="1039807" y="832107"/>
                    <a:pt x="1039807" y="835096"/>
                  </a:cubicBezTo>
                  <a:lnTo>
                    <a:pt x="1039807" y="1161234"/>
                  </a:lnTo>
                  <a:cubicBezTo>
                    <a:pt x="1039807" y="1164223"/>
                    <a:pt x="1037385" y="1166646"/>
                    <a:pt x="1034395" y="1166646"/>
                  </a:cubicBezTo>
                  <a:close/>
                  <a:moveTo>
                    <a:pt x="306272" y="1155809"/>
                  </a:moveTo>
                  <a:lnTo>
                    <a:pt x="1028987" y="1155809"/>
                  </a:lnTo>
                  <a:lnTo>
                    <a:pt x="1028987" y="840508"/>
                  </a:lnTo>
                  <a:lnTo>
                    <a:pt x="306272" y="840508"/>
                  </a:lnTo>
                  <a:close/>
                  <a:moveTo>
                    <a:pt x="695724" y="334402"/>
                  </a:moveTo>
                  <a:cubicBezTo>
                    <a:pt x="662817" y="334402"/>
                    <a:pt x="636055" y="307640"/>
                    <a:pt x="636055" y="274734"/>
                  </a:cubicBezTo>
                  <a:cubicBezTo>
                    <a:pt x="636055" y="241827"/>
                    <a:pt x="662797" y="215085"/>
                    <a:pt x="695724" y="215085"/>
                  </a:cubicBezTo>
                  <a:cubicBezTo>
                    <a:pt x="728651" y="215085"/>
                    <a:pt x="755393" y="241847"/>
                    <a:pt x="755393" y="274754"/>
                  </a:cubicBezTo>
                  <a:cubicBezTo>
                    <a:pt x="755393" y="307660"/>
                    <a:pt x="728610" y="334402"/>
                    <a:pt x="695724" y="334402"/>
                  </a:cubicBezTo>
                  <a:close/>
                  <a:moveTo>
                    <a:pt x="695724" y="225889"/>
                  </a:moveTo>
                  <a:cubicBezTo>
                    <a:pt x="668760" y="225921"/>
                    <a:pt x="646907" y="247770"/>
                    <a:pt x="646875" y="274734"/>
                  </a:cubicBezTo>
                  <a:cubicBezTo>
                    <a:pt x="646907" y="301697"/>
                    <a:pt x="668760" y="323546"/>
                    <a:pt x="695724" y="323579"/>
                  </a:cubicBezTo>
                  <a:cubicBezTo>
                    <a:pt x="722687" y="323546"/>
                    <a:pt x="744537" y="301697"/>
                    <a:pt x="744569" y="274734"/>
                  </a:cubicBezTo>
                  <a:cubicBezTo>
                    <a:pt x="744537" y="247770"/>
                    <a:pt x="722687" y="225921"/>
                    <a:pt x="695724" y="225889"/>
                  </a:cubicBezTo>
                  <a:close/>
                  <a:moveTo>
                    <a:pt x="695567" y="696195"/>
                  </a:moveTo>
                  <a:cubicBezTo>
                    <a:pt x="679782" y="696247"/>
                    <a:pt x="664632" y="689998"/>
                    <a:pt x="653474" y="678832"/>
                  </a:cubicBezTo>
                  <a:cubicBezTo>
                    <a:pt x="642215" y="667694"/>
                    <a:pt x="635882" y="652516"/>
                    <a:pt x="635886" y="636683"/>
                  </a:cubicBezTo>
                  <a:cubicBezTo>
                    <a:pt x="635793" y="620845"/>
                    <a:pt x="642042" y="605631"/>
                    <a:pt x="653245" y="594433"/>
                  </a:cubicBezTo>
                  <a:cubicBezTo>
                    <a:pt x="664383" y="583178"/>
                    <a:pt x="679560" y="576845"/>
                    <a:pt x="695398" y="576845"/>
                  </a:cubicBezTo>
                  <a:cubicBezTo>
                    <a:pt x="728518" y="576845"/>
                    <a:pt x="755224" y="603551"/>
                    <a:pt x="755224" y="636373"/>
                  </a:cubicBezTo>
                  <a:cubicBezTo>
                    <a:pt x="755312" y="652211"/>
                    <a:pt x="749064" y="667425"/>
                    <a:pt x="737869" y="678627"/>
                  </a:cubicBezTo>
                  <a:cubicBezTo>
                    <a:pt x="726731" y="689877"/>
                    <a:pt x="711554" y="696203"/>
                    <a:pt x="695724" y="696195"/>
                  </a:cubicBezTo>
                  <a:close/>
                  <a:moveTo>
                    <a:pt x="695724" y="587689"/>
                  </a:moveTo>
                  <a:cubicBezTo>
                    <a:pt x="682671" y="587629"/>
                    <a:pt x="670137" y="592811"/>
                    <a:pt x="660942" y="602078"/>
                  </a:cubicBezTo>
                  <a:cubicBezTo>
                    <a:pt x="651780" y="611248"/>
                    <a:pt x="646666" y="623702"/>
                    <a:pt x="646734" y="636663"/>
                  </a:cubicBezTo>
                  <a:cubicBezTo>
                    <a:pt x="646730" y="649623"/>
                    <a:pt x="651913" y="662045"/>
                    <a:pt x="661123" y="671159"/>
                  </a:cubicBezTo>
                  <a:cubicBezTo>
                    <a:pt x="670257" y="680293"/>
                    <a:pt x="682651" y="685411"/>
                    <a:pt x="695567" y="685379"/>
                  </a:cubicBezTo>
                  <a:lnTo>
                    <a:pt x="695708" y="685379"/>
                  </a:lnTo>
                  <a:cubicBezTo>
                    <a:pt x="708673" y="685371"/>
                    <a:pt x="721098" y="680188"/>
                    <a:pt x="730224" y="670978"/>
                  </a:cubicBezTo>
                  <a:cubicBezTo>
                    <a:pt x="739390" y="661819"/>
                    <a:pt x="744505" y="649366"/>
                    <a:pt x="744428" y="636409"/>
                  </a:cubicBezTo>
                  <a:lnTo>
                    <a:pt x="744428" y="636409"/>
                  </a:lnTo>
                  <a:cubicBezTo>
                    <a:pt x="744408" y="609518"/>
                    <a:pt x="722615" y="587717"/>
                    <a:pt x="695724" y="587689"/>
                  </a:cubicBezTo>
                  <a:close/>
                  <a:moveTo>
                    <a:pt x="695724" y="1057842"/>
                  </a:moveTo>
                  <a:cubicBezTo>
                    <a:pt x="662817" y="1057842"/>
                    <a:pt x="636055" y="1031080"/>
                    <a:pt x="636055" y="998173"/>
                  </a:cubicBezTo>
                  <a:cubicBezTo>
                    <a:pt x="636055" y="965266"/>
                    <a:pt x="662817" y="938504"/>
                    <a:pt x="695724" y="938504"/>
                  </a:cubicBezTo>
                  <a:cubicBezTo>
                    <a:pt x="728631" y="938504"/>
                    <a:pt x="755393" y="965266"/>
                    <a:pt x="755393" y="998173"/>
                  </a:cubicBezTo>
                  <a:cubicBezTo>
                    <a:pt x="755393" y="1031080"/>
                    <a:pt x="728610" y="1057834"/>
                    <a:pt x="695724" y="1057834"/>
                  </a:cubicBezTo>
                  <a:close/>
                  <a:moveTo>
                    <a:pt x="695724" y="949324"/>
                  </a:moveTo>
                  <a:cubicBezTo>
                    <a:pt x="668760" y="949356"/>
                    <a:pt x="646907" y="971209"/>
                    <a:pt x="646875" y="998173"/>
                  </a:cubicBezTo>
                  <a:cubicBezTo>
                    <a:pt x="646911" y="1025133"/>
                    <a:pt x="668764" y="1046978"/>
                    <a:pt x="695724" y="1047010"/>
                  </a:cubicBezTo>
                  <a:cubicBezTo>
                    <a:pt x="722687" y="1046978"/>
                    <a:pt x="744537" y="1025128"/>
                    <a:pt x="744569" y="998165"/>
                  </a:cubicBezTo>
                  <a:cubicBezTo>
                    <a:pt x="744537" y="971201"/>
                    <a:pt x="722687" y="949348"/>
                    <a:pt x="695724" y="9493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4"/>
            <p:cNvSpPr/>
            <p:nvPr/>
          </p:nvSpPr>
          <p:spPr>
            <a:xfrm>
              <a:off x="6494602" y="4125830"/>
              <a:ext cx="201683" cy="149265"/>
            </a:xfrm>
            <a:custGeom>
              <a:avLst/>
              <a:gdLst/>
              <a:ahLst/>
              <a:cxnLst/>
              <a:rect l="l" t="t" r="r" b="b"/>
              <a:pathLst>
                <a:path w="326612" h="241725" extrusionOk="0">
                  <a:moveTo>
                    <a:pt x="167566" y="31064"/>
                  </a:moveTo>
                  <a:cubicBezTo>
                    <a:pt x="188588" y="86359"/>
                    <a:pt x="232788" y="129659"/>
                    <a:pt x="288501" y="149545"/>
                  </a:cubicBezTo>
                  <a:cubicBezTo>
                    <a:pt x="317364" y="159359"/>
                    <a:pt x="325733" y="187067"/>
                    <a:pt x="332658" y="202217"/>
                  </a:cubicBezTo>
                  <a:cubicBezTo>
                    <a:pt x="339834" y="219000"/>
                    <a:pt x="332048" y="238419"/>
                    <a:pt x="315266" y="245597"/>
                  </a:cubicBezTo>
                  <a:cubicBezTo>
                    <a:pt x="315265" y="245597"/>
                    <a:pt x="315264" y="245597"/>
                    <a:pt x="315263" y="245597"/>
                  </a:cubicBezTo>
                  <a:cubicBezTo>
                    <a:pt x="311003" y="247416"/>
                    <a:pt x="306408" y="248321"/>
                    <a:pt x="301775" y="248253"/>
                  </a:cubicBezTo>
                  <a:lnTo>
                    <a:pt x="76217" y="248253"/>
                  </a:lnTo>
                  <a:cubicBezTo>
                    <a:pt x="62508" y="248253"/>
                    <a:pt x="19936" y="239884"/>
                    <a:pt x="15172" y="227039"/>
                  </a:cubicBezTo>
                  <a:cubicBezTo>
                    <a:pt x="8102" y="207556"/>
                    <a:pt x="3342" y="173354"/>
                    <a:pt x="20226" y="119527"/>
                  </a:cubicBezTo>
                  <a:lnTo>
                    <a:pt x="42305" y="6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4"/>
            <p:cNvSpPr/>
            <p:nvPr/>
          </p:nvSpPr>
          <p:spPr>
            <a:xfrm>
              <a:off x="6491283" y="4122493"/>
              <a:ext cx="208353" cy="155942"/>
            </a:xfrm>
            <a:custGeom>
              <a:avLst/>
              <a:gdLst/>
              <a:ahLst/>
              <a:cxnLst/>
              <a:rect l="l" t="t" r="r" b="b"/>
              <a:pathLst>
                <a:path w="337413" h="252538" extrusionOk="0">
                  <a:moveTo>
                    <a:pt x="307674" y="259069"/>
                  </a:moveTo>
                  <a:lnTo>
                    <a:pt x="81596" y="259069"/>
                  </a:lnTo>
                  <a:cubicBezTo>
                    <a:pt x="71939" y="259069"/>
                    <a:pt x="22153" y="252334"/>
                    <a:pt x="15473" y="234335"/>
                  </a:cubicBezTo>
                  <a:cubicBezTo>
                    <a:pt x="8158" y="214168"/>
                    <a:pt x="3112" y="178585"/>
                    <a:pt x="20446" y="123310"/>
                  </a:cubicBezTo>
                  <a:lnTo>
                    <a:pt x="42376" y="10893"/>
                  </a:lnTo>
                  <a:cubicBezTo>
                    <a:pt x="42655" y="9485"/>
                    <a:pt x="43481" y="8242"/>
                    <a:pt x="44674" y="7441"/>
                  </a:cubicBezTo>
                  <a:cubicBezTo>
                    <a:pt x="45867" y="6644"/>
                    <a:pt x="47327" y="6355"/>
                    <a:pt x="48734" y="6636"/>
                  </a:cubicBezTo>
                  <a:lnTo>
                    <a:pt x="173991" y="31181"/>
                  </a:lnTo>
                  <a:cubicBezTo>
                    <a:pt x="175827" y="31548"/>
                    <a:pt x="177347" y="32827"/>
                    <a:pt x="178014" y="34577"/>
                  </a:cubicBezTo>
                  <a:cubicBezTo>
                    <a:pt x="198443" y="88396"/>
                    <a:pt x="241465" y="130537"/>
                    <a:pt x="295695" y="149847"/>
                  </a:cubicBezTo>
                  <a:cubicBezTo>
                    <a:pt x="323262" y="159223"/>
                    <a:pt x="333563" y="183446"/>
                    <a:pt x="340383" y="199469"/>
                  </a:cubicBezTo>
                  <a:cubicBezTo>
                    <a:pt x="341288" y="201585"/>
                    <a:pt x="342133" y="203573"/>
                    <a:pt x="342950" y="205376"/>
                  </a:cubicBezTo>
                  <a:cubicBezTo>
                    <a:pt x="347045" y="214780"/>
                    <a:pt x="347190" y="225430"/>
                    <a:pt x="343353" y="234943"/>
                  </a:cubicBezTo>
                  <a:cubicBezTo>
                    <a:pt x="339579" y="244423"/>
                    <a:pt x="332169" y="252000"/>
                    <a:pt x="322775" y="255983"/>
                  </a:cubicBezTo>
                  <a:cubicBezTo>
                    <a:pt x="318004" y="258027"/>
                    <a:pt x="312865" y="259082"/>
                    <a:pt x="307674" y="259069"/>
                  </a:cubicBezTo>
                  <a:close/>
                  <a:moveTo>
                    <a:pt x="51973" y="18293"/>
                  </a:moveTo>
                  <a:lnTo>
                    <a:pt x="30932" y="125974"/>
                  </a:lnTo>
                  <a:cubicBezTo>
                    <a:pt x="14358" y="178935"/>
                    <a:pt x="18925" y="212055"/>
                    <a:pt x="25645" y="230593"/>
                  </a:cubicBezTo>
                  <a:cubicBezTo>
                    <a:pt x="28635" y="238705"/>
                    <a:pt x="64849" y="248237"/>
                    <a:pt x="81596" y="248237"/>
                  </a:cubicBezTo>
                  <a:lnTo>
                    <a:pt x="307154" y="248237"/>
                  </a:lnTo>
                  <a:cubicBezTo>
                    <a:pt x="311049" y="248253"/>
                    <a:pt x="314909" y="247501"/>
                    <a:pt x="318514" y="246024"/>
                  </a:cubicBezTo>
                  <a:cubicBezTo>
                    <a:pt x="325267" y="243167"/>
                    <a:pt x="330591" y="237719"/>
                    <a:pt x="333297" y="230903"/>
                  </a:cubicBezTo>
                  <a:cubicBezTo>
                    <a:pt x="336046" y="224103"/>
                    <a:pt x="335959" y="216485"/>
                    <a:pt x="333056" y="209750"/>
                  </a:cubicBezTo>
                  <a:cubicBezTo>
                    <a:pt x="332251" y="207987"/>
                    <a:pt x="331366" y="205915"/>
                    <a:pt x="330420" y="203714"/>
                  </a:cubicBezTo>
                  <a:cubicBezTo>
                    <a:pt x="323982" y="188605"/>
                    <a:pt x="315202" y="167902"/>
                    <a:pt x="292130" y="160080"/>
                  </a:cubicBezTo>
                  <a:cubicBezTo>
                    <a:pt x="235877" y="140045"/>
                    <a:pt x="191001" y="96721"/>
                    <a:pt x="169001" y="41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4"/>
            <p:cNvSpPr/>
            <p:nvPr/>
          </p:nvSpPr>
          <p:spPr>
            <a:xfrm>
              <a:off x="6491283" y="4164899"/>
              <a:ext cx="208697" cy="113511"/>
            </a:xfrm>
            <a:custGeom>
              <a:avLst/>
              <a:gdLst/>
              <a:ahLst/>
              <a:cxnLst/>
              <a:rect l="l" t="t" r="r" b="b"/>
              <a:pathLst>
                <a:path w="337971" h="183824" extrusionOk="0">
                  <a:moveTo>
                    <a:pt x="343458" y="136505"/>
                  </a:moveTo>
                  <a:cubicBezTo>
                    <a:pt x="342359" y="134276"/>
                    <a:pt x="341245" y="131769"/>
                    <a:pt x="340062" y="129093"/>
                  </a:cubicBezTo>
                  <a:cubicBezTo>
                    <a:pt x="333221" y="113590"/>
                    <a:pt x="322856" y="90167"/>
                    <a:pt x="295587" y="81090"/>
                  </a:cubicBezTo>
                  <a:cubicBezTo>
                    <a:pt x="257439" y="68056"/>
                    <a:pt x="224503" y="43081"/>
                    <a:pt x="201655" y="9868"/>
                  </a:cubicBezTo>
                  <a:cubicBezTo>
                    <a:pt x="200756" y="8552"/>
                    <a:pt x="199323" y="7703"/>
                    <a:pt x="197740" y="7542"/>
                  </a:cubicBezTo>
                  <a:cubicBezTo>
                    <a:pt x="172539" y="4979"/>
                    <a:pt x="128064" y="5205"/>
                    <a:pt x="105824" y="34148"/>
                  </a:cubicBezTo>
                  <a:cubicBezTo>
                    <a:pt x="83290" y="23094"/>
                    <a:pt x="59515" y="14777"/>
                    <a:pt x="35005" y="9373"/>
                  </a:cubicBezTo>
                  <a:cubicBezTo>
                    <a:pt x="33583" y="9051"/>
                    <a:pt x="32091" y="9325"/>
                    <a:pt x="30877" y="10134"/>
                  </a:cubicBezTo>
                  <a:cubicBezTo>
                    <a:pt x="29654" y="10922"/>
                    <a:pt x="28804" y="12174"/>
                    <a:pt x="28523" y="13602"/>
                  </a:cubicBezTo>
                  <a:lnTo>
                    <a:pt x="20447" y="54597"/>
                  </a:lnTo>
                  <a:cubicBezTo>
                    <a:pt x="3112" y="109872"/>
                    <a:pt x="8158" y="145454"/>
                    <a:pt x="15469" y="165622"/>
                  </a:cubicBezTo>
                  <a:cubicBezTo>
                    <a:pt x="22153" y="183620"/>
                    <a:pt x="71927" y="190356"/>
                    <a:pt x="81597" y="190356"/>
                  </a:cubicBezTo>
                  <a:lnTo>
                    <a:pt x="306970" y="190356"/>
                  </a:lnTo>
                  <a:cubicBezTo>
                    <a:pt x="307404" y="190356"/>
                    <a:pt x="307843" y="190356"/>
                    <a:pt x="308278" y="190356"/>
                  </a:cubicBezTo>
                  <a:cubicBezTo>
                    <a:pt x="318032" y="190384"/>
                    <a:pt x="327426" y="186666"/>
                    <a:pt x="334521" y="179970"/>
                  </a:cubicBezTo>
                  <a:cubicBezTo>
                    <a:pt x="341984" y="173013"/>
                    <a:pt x="346358" y="163364"/>
                    <a:pt x="346669" y="153168"/>
                  </a:cubicBezTo>
                  <a:cubicBezTo>
                    <a:pt x="346850" y="147446"/>
                    <a:pt x="345753" y="141752"/>
                    <a:pt x="343458" y="1365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4"/>
            <p:cNvSpPr/>
            <p:nvPr/>
          </p:nvSpPr>
          <p:spPr>
            <a:xfrm>
              <a:off x="6496094" y="4252624"/>
              <a:ext cx="200482" cy="22367"/>
            </a:xfrm>
            <a:custGeom>
              <a:avLst/>
              <a:gdLst/>
              <a:ahLst/>
              <a:cxnLst/>
              <a:rect l="l" t="t" r="r" b="b"/>
              <a:pathLst>
                <a:path w="324668" h="36222" extrusionOk="0">
                  <a:moveTo>
                    <a:pt x="13335" y="21540"/>
                  </a:moveTo>
                  <a:cubicBezTo>
                    <a:pt x="18095" y="34384"/>
                    <a:pt x="60667" y="42753"/>
                    <a:pt x="74380" y="42753"/>
                  </a:cubicBezTo>
                  <a:lnTo>
                    <a:pt x="299939" y="42753"/>
                  </a:lnTo>
                  <a:cubicBezTo>
                    <a:pt x="318426" y="42737"/>
                    <a:pt x="333400" y="27737"/>
                    <a:pt x="333385" y="9251"/>
                  </a:cubicBezTo>
                  <a:cubicBezTo>
                    <a:pt x="333385" y="9247"/>
                    <a:pt x="333385" y="9247"/>
                    <a:pt x="333385" y="9243"/>
                  </a:cubicBezTo>
                  <a:cubicBezTo>
                    <a:pt x="333385" y="8338"/>
                    <a:pt x="333347" y="7436"/>
                    <a:pt x="333272" y="6531"/>
                  </a:cubicBezTo>
                  <a:lnTo>
                    <a:pt x="8716" y="6531"/>
                  </a:lnTo>
                  <a:cubicBezTo>
                    <a:pt x="9883" y="11641"/>
                    <a:pt x="11427" y="16659"/>
                    <a:pt x="13335" y="215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4"/>
            <p:cNvSpPr/>
            <p:nvPr/>
          </p:nvSpPr>
          <p:spPr>
            <a:xfrm>
              <a:off x="6462361" y="2946673"/>
              <a:ext cx="179643" cy="1218389"/>
            </a:xfrm>
            <a:custGeom>
              <a:avLst/>
              <a:gdLst/>
              <a:ahLst/>
              <a:cxnLst/>
              <a:rect l="l" t="t" r="r" b="b"/>
              <a:pathLst>
                <a:path w="290920" h="1973100" extrusionOk="0">
                  <a:moveTo>
                    <a:pt x="284475" y="51557"/>
                  </a:moveTo>
                  <a:lnTo>
                    <a:pt x="299637" y="1064187"/>
                  </a:lnTo>
                  <a:lnTo>
                    <a:pt x="236866" y="1950261"/>
                  </a:lnTo>
                  <a:cubicBezTo>
                    <a:pt x="236866" y="1950261"/>
                    <a:pt x="135868" y="2012312"/>
                    <a:pt x="69753" y="1956031"/>
                  </a:cubicBezTo>
                  <a:cubicBezTo>
                    <a:pt x="69753" y="1956031"/>
                    <a:pt x="48540" y="1349926"/>
                    <a:pt x="93711" y="1086266"/>
                  </a:cubicBezTo>
                  <a:cubicBezTo>
                    <a:pt x="93711" y="1086266"/>
                    <a:pt x="37430" y="663867"/>
                    <a:pt x="18812" y="290245"/>
                  </a:cubicBezTo>
                  <a:lnTo>
                    <a:pt x="8716" y="29044"/>
                  </a:lnTo>
                  <a:lnTo>
                    <a:pt x="288370" y="6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4"/>
            <p:cNvSpPr/>
            <p:nvPr/>
          </p:nvSpPr>
          <p:spPr>
            <a:xfrm>
              <a:off x="6464387" y="2957982"/>
              <a:ext cx="158673" cy="1207069"/>
            </a:xfrm>
            <a:custGeom>
              <a:avLst/>
              <a:gdLst/>
              <a:ahLst/>
              <a:cxnLst/>
              <a:rect l="l" t="t" r="r" b="b"/>
              <a:pathLst>
                <a:path w="256961" h="1954768" extrusionOk="0">
                  <a:moveTo>
                    <a:pt x="90411" y="1067938"/>
                  </a:moveTo>
                  <a:cubicBezTo>
                    <a:pt x="45244" y="1331597"/>
                    <a:pt x="66458" y="1937703"/>
                    <a:pt x="66458" y="1937703"/>
                  </a:cubicBezTo>
                  <a:cubicBezTo>
                    <a:pt x="132549" y="1993975"/>
                    <a:pt x="233582" y="1931932"/>
                    <a:pt x="233582" y="1931932"/>
                  </a:cubicBezTo>
                  <a:lnTo>
                    <a:pt x="233876" y="1927784"/>
                  </a:lnTo>
                  <a:cubicBezTo>
                    <a:pt x="69335" y="1989952"/>
                    <a:pt x="81140" y="1573186"/>
                    <a:pt x="109895" y="1367095"/>
                  </a:cubicBezTo>
                  <a:cubicBezTo>
                    <a:pt x="139908" y="1151927"/>
                    <a:pt x="274983" y="1131300"/>
                    <a:pt x="265169" y="1110654"/>
                  </a:cubicBezTo>
                  <a:cubicBezTo>
                    <a:pt x="255355" y="1090008"/>
                    <a:pt x="245980" y="1126963"/>
                    <a:pt x="178581" y="1126963"/>
                  </a:cubicBezTo>
                  <a:cubicBezTo>
                    <a:pt x="111182" y="1126963"/>
                    <a:pt x="85068" y="414633"/>
                    <a:pt x="91140" y="352590"/>
                  </a:cubicBezTo>
                  <a:cubicBezTo>
                    <a:pt x="97212" y="290547"/>
                    <a:pt x="242233" y="190238"/>
                    <a:pt x="221020" y="167149"/>
                  </a:cubicBezTo>
                  <a:cubicBezTo>
                    <a:pt x="199806" y="144061"/>
                    <a:pt x="85225" y="205375"/>
                    <a:pt x="88975" y="170899"/>
                  </a:cubicBezTo>
                  <a:cubicBezTo>
                    <a:pt x="92725" y="136423"/>
                    <a:pt x="72381" y="6531"/>
                    <a:pt x="72381" y="6531"/>
                  </a:cubicBezTo>
                  <a:lnTo>
                    <a:pt x="8716" y="95996"/>
                  </a:lnTo>
                  <a:lnTo>
                    <a:pt x="15520" y="271917"/>
                  </a:lnTo>
                  <a:cubicBezTo>
                    <a:pt x="34130" y="645539"/>
                    <a:pt x="90411" y="1067938"/>
                    <a:pt x="90411" y="1067938"/>
                  </a:cubicBezTo>
                  <a:close/>
                </a:path>
              </a:pathLst>
            </a:custGeom>
            <a:solidFill>
              <a:srgbClr val="263238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4"/>
            <p:cNvSpPr/>
            <p:nvPr/>
          </p:nvSpPr>
          <p:spPr>
            <a:xfrm>
              <a:off x="6266375" y="2946942"/>
              <a:ext cx="229599" cy="1218389"/>
            </a:xfrm>
            <a:custGeom>
              <a:avLst/>
              <a:gdLst/>
              <a:ahLst/>
              <a:cxnLst/>
              <a:rect l="l" t="t" r="r" b="b"/>
              <a:pathLst>
                <a:path w="371820" h="1973099" extrusionOk="0">
                  <a:moveTo>
                    <a:pt x="311616" y="29040"/>
                  </a:moveTo>
                  <a:lnTo>
                    <a:pt x="31962" y="6531"/>
                  </a:lnTo>
                  <a:lnTo>
                    <a:pt x="35985" y="51553"/>
                  </a:lnTo>
                  <a:lnTo>
                    <a:pt x="20695" y="1064187"/>
                  </a:lnTo>
                  <a:lnTo>
                    <a:pt x="8716" y="1950257"/>
                  </a:lnTo>
                  <a:cubicBezTo>
                    <a:pt x="8716" y="1950257"/>
                    <a:pt x="109713" y="2012312"/>
                    <a:pt x="175829" y="1956031"/>
                  </a:cubicBezTo>
                  <a:cubicBezTo>
                    <a:pt x="175829" y="1956031"/>
                    <a:pt x="271796" y="1349922"/>
                    <a:pt x="226770" y="1086266"/>
                  </a:cubicBezTo>
                  <a:cubicBezTo>
                    <a:pt x="226770" y="1086266"/>
                    <a:pt x="282906" y="663867"/>
                    <a:pt x="301524" y="290245"/>
                  </a:cubicBezTo>
                  <a:cubicBezTo>
                    <a:pt x="301524" y="290245"/>
                    <a:pt x="395613" y="237715"/>
                    <a:pt x="378443" y="24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4"/>
            <p:cNvSpPr/>
            <p:nvPr/>
          </p:nvSpPr>
          <p:spPr>
            <a:xfrm>
              <a:off x="6266380" y="3061664"/>
              <a:ext cx="212831" cy="1103570"/>
            </a:xfrm>
            <a:custGeom>
              <a:avLst/>
              <a:gdLst/>
              <a:ahLst/>
              <a:cxnLst/>
              <a:rect l="l" t="t" r="r" b="b"/>
              <a:pathLst>
                <a:path w="344666" h="1787158" extrusionOk="0">
                  <a:moveTo>
                    <a:pt x="175812" y="1770091"/>
                  </a:moveTo>
                  <a:cubicBezTo>
                    <a:pt x="175812" y="1770091"/>
                    <a:pt x="271780" y="1163986"/>
                    <a:pt x="226754" y="900330"/>
                  </a:cubicBezTo>
                  <a:cubicBezTo>
                    <a:pt x="226754" y="900330"/>
                    <a:pt x="282894" y="477931"/>
                    <a:pt x="301508" y="104309"/>
                  </a:cubicBezTo>
                  <a:cubicBezTo>
                    <a:pt x="301508" y="104309"/>
                    <a:pt x="330516" y="88049"/>
                    <a:pt x="353383" y="37184"/>
                  </a:cubicBezTo>
                  <a:cubicBezTo>
                    <a:pt x="275321" y="18964"/>
                    <a:pt x="137264" y="-9492"/>
                    <a:pt x="140166" y="17870"/>
                  </a:cubicBezTo>
                  <a:cubicBezTo>
                    <a:pt x="144189" y="55967"/>
                    <a:pt x="252731" y="70831"/>
                    <a:pt x="256482" y="118867"/>
                  </a:cubicBezTo>
                  <a:cubicBezTo>
                    <a:pt x="260232" y="166904"/>
                    <a:pt x="234403" y="847494"/>
                    <a:pt x="163129" y="883716"/>
                  </a:cubicBezTo>
                  <a:cubicBezTo>
                    <a:pt x="91856" y="919938"/>
                    <a:pt x="226915" y="1136841"/>
                    <a:pt x="163129" y="1563424"/>
                  </a:cubicBezTo>
                  <a:cubicBezTo>
                    <a:pt x="134307" y="1756193"/>
                    <a:pt x="70357" y="1780826"/>
                    <a:pt x="8913" y="1749936"/>
                  </a:cubicBezTo>
                  <a:lnTo>
                    <a:pt x="8716" y="1764305"/>
                  </a:lnTo>
                  <a:cubicBezTo>
                    <a:pt x="8716" y="1764305"/>
                    <a:pt x="109717" y="1826376"/>
                    <a:pt x="175812" y="1770091"/>
                  </a:cubicBezTo>
                  <a:close/>
                </a:path>
              </a:pathLst>
            </a:custGeom>
            <a:solidFill>
              <a:srgbClr val="263238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4"/>
            <p:cNvSpPr/>
            <p:nvPr/>
          </p:nvSpPr>
          <p:spPr>
            <a:xfrm>
              <a:off x="6459022" y="2943334"/>
              <a:ext cx="186337" cy="1225198"/>
            </a:xfrm>
            <a:custGeom>
              <a:avLst/>
              <a:gdLst/>
              <a:ahLst/>
              <a:cxnLst/>
              <a:rect l="l" t="t" r="r" b="b"/>
              <a:pathLst>
                <a:path w="301761" h="1984126" extrusionOk="0">
                  <a:moveTo>
                    <a:pt x="143292" y="1990657"/>
                  </a:moveTo>
                  <a:cubicBezTo>
                    <a:pt x="118912" y="1990657"/>
                    <a:pt x="93598" y="1984244"/>
                    <a:pt x="71669" y="1965557"/>
                  </a:cubicBezTo>
                  <a:cubicBezTo>
                    <a:pt x="70512" y="1964571"/>
                    <a:pt x="69822" y="1963147"/>
                    <a:pt x="69765" y="1961626"/>
                  </a:cubicBezTo>
                  <a:cubicBezTo>
                    <a:pt x="69556" y="1955566"/>
                    <a:pt x="49107" y="1353195"/>
                    <a:pt x="93667" y="1091587"/>
                  </a:cubicBezTo>
                  <a:cubicBezTo>
                    <a:pt x="90850" y="1070406"/>
                    <a:pt x="36875" y="657709"/>
                    <a:pt x="18824" y="295933"/>
                  </a:cubicBezTo>
                  <a:lnTo>
                    <a:pt x="8720" y="34663"/>
                  </a:lnTo>
                  <a:cubicBezTo>
                    <a:pt x="8607" y="31762"/>
                    <a:pt x="10800" y="29287"/>
                    <a:pt x="13694" y="29054"/>
                  </a:cubicBezTo>
                  <a:lnTo>
                    <a:pt x="293368" y="6549"/>
                  </a:lnTo>
                  <a:cubicBezTo>
                    <a:pt x="294954" y="6420"/>
                    <a:pt x="296516" y="6995"/>
                    <a:pt x="297637" y="8126"/>
                  </a:cubicBezTo>
                  <a:cubicBezTo>
                    <a:pt x="298759" y="9257"/>
                    <a:pt x="299331" y="10822"/>
                    <a:pt x="299203" y="12411"/>
                  </a:cubicBezTo>
                  <a:lnTo>
                    <a:pt x="295311" y="57168"/>
                  </a:lnTo>
                  <a:lnTo>
                    <a:pt x="310477" y="1069517"/>
                  </a:lnTo>
                  <a:lnTo>
                    <a:pt x="247658" y="1956061"/>
                  </a:lnTo>
                  <a:cubicBezTo>
                    <a:pt x="247537" y="1957799"/>
                    <a:pt x="246582" y="1959376"/>
                    <a:pt x="245094" y="1960286"/>
                  </a:cubicBezTo>
                  <a:cubicBezTo>
                    <a:pt x="242205" y="1962064"/>
                    <a:pt x="194797" y="1990657"/>
                    <a:pt x="143292" y="1990657"/>
                  </a:cubicBezTo>
                  <a:close/>
                  <a:moveTo>
                    <a:pt x="80493" y="1958837"/>
                  </a:moveTo>
                  <a:cubicBezTo>
                    <a:pt x="137373" y="2004805"/>
                    <a:pt x="221929" y="1960966"/>
                    <a:pt x="237079" y="1952439"/>
                  </a:cubicBezTo>
                  <a:lnTo>
                    <a:pt x="299665" y="1069215"/>
                  </a:lnTo>
                  <a:lnTo>
                    <a:pt x="284487" y="57048"/>
                  </a:lnTo>
                  <a:cubicBezTo>
                    <a:pt x="284487" y="56867"/>
                    <a:pt x="284487" y="56681"/>
                    <a:pt x="284487" y="56500"/>
                  </a:cubicBezTo>
                  <a:lnTo>
                    <a:pt x="287839" y="17844"/>
                  </a:lnTo>
                  <a:lnTo>
                    <a:pt x="19721" y="39419"/>
                  </a:lnTo>
                  <a:lnTo>
                    <a:pt x="29632" y="295442"/>
                  </a:lnTo>
                  <a:cubicBezTo>
                    <a:pt x="48021" y="664493"/>
                    <a:pt x="103915" y="1086747"/>
                    <a:pt x="104475" y="1090947"/>
                  </a:cubicBezTo>
                  <a:cubicBezTo>
                    <a:pt x="104545" y="1091491"/>
                    <a:pt x="104530" y="1092042"/>
                    <a:pt x="104430" y="1092581"/>
                  </a:cubicBezTo>
                  <a:cubicBezTo>
                    <a:pt x="61319" y="1344286"/>
                    <a:pt x="79092" y="1916644"/>
                    <a:pt x="80473" y="1958837"/>
                  </a:cubicBezTo>
                  <a:close/>
                  <a:moveTo>
                    <a:pt x="242282" y="1955678"/>
                  </a:moveTo>
                  <a:lnTo>
                    <a:pt x="242282" y="1955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4"/>
            <p:cNvSpPr/>
            <p:nvPr/>
          </p:nvSpPr>
          <p:spPr>
            <a:xfrm>
              <a:off x="6549014" y="3612010"/>
              <a:ext cx="71402" cy="55213"/>
            </a:xfrm>
            <a:custGeom>
              <a:avLst/>
              <a:gdLst/>
              <a:ahLst/>
              <a:cxnLst/>
              <a:rect l="l" t="t" r="r" b="b"/>
              <a:pathLst>
                <a:path w="115631" h="89414" extrusionOk="0">
                  <a:moveTo>
                    <a:pt x="82989" y="40755"/>
                  </a:moveTo>
                  <a:cubicBezTo>
                    <a:pt x="71374" y="40747"/>
                    <a:pt x="59821" y="39069"/>
                    <a:pt x="48686" y="35765"/>
                  </a:cubicBezTo>
                  <a:cubicBezTo>
                    <a:pt x="45824" y="34912"/>
                    <a:pt x="44191" y="31906"/>
                    <a:pt x="45036" y="29041"/>
                  </a:cubicBezTo>
                  <a:cubicBezTo>
                    <a:pt x="45868" y="26184"/>
                    <a:pt x="48858" y="24543"/>
                    <a:pt x="51715" y="25376"/>
                  </a:cubicBezTo>
                  <a:cubicBezTo>
                    <a:pt x="51730" y="25380"/>
                    <a:pt x="51745" y="25384"/>
                    <a:pt x="51760" y="25388"/>
                  </a:cubicBezTo>
                  <a:cubicBezTo>
                    <a:pt x="73170" y="31761"/>
                    <a:pt x="96020" y="31427"/>
                    <a:pt x="117235" y="24430"/>
                  </a:cubicBezTo>
                  <a:cubicBezTo>
                    <a:pt x="120078" y="23496"/>
                    <a:pt x="123139" y="25042"/>
                    <a:pt x="124076" y="27883"/>
                  </a:cubicBezTo>
                  <a:cubicBezTo>
                    <a:pt x="125008" y="30723"/>
                    <a:pt x="123463" y="33785"/>
                    <a:pt x="120623" y="34723"/>
                  </a:cubicBezTo>
                  <a:cubicBezTo>
                    <a:pt x="108476" y="38710"/>
                    <a:pt x="95773" y="40747"/>
                    <a:pt x="82989" y="40755"/>
                  </a:cubicBezTo>
                  <a:close/>
                  <a:moveTo>
                    <a:pt x="34425" y="24502"/>
                  </a:moveTo>
                  <a:cubicBezTo>
                    <a:pt x="35768" y="21835"/>
                    <a:pt x="34697" y="18579"/>
                    <a:pt x="32031" y="17231"/>
                  </a:cubicBezTo>
                  <a:cubicBezTo>
                    <a:pt x="26880" y="14636"/>
                    <a:pt x="22039" y="11469"/>
                    <a:pt x="17598" y="7792"/>
                  </a:cubicBezTo>
                  <a:cubicBezTo>
                    <a:pt x="15312" y="5876"/>
                    <a:pt x="11906" y="6178"/>
                    <a:pt x="9991" y="8464"/>
                  </a:cubicBezTo>
                  <a:cubicBezTo>
                    <a:pt x="9978" y="8476"/>
                    <a:pt x="9965" y="8492"/>
                    <a:pt x="9953" y="8508"/>
                  </a:cubicBezTo>
                  <a:cubicBezTo>
                    <a:pt x="8055" y="10813"/>
                    <a:pt x="8377" y="14222"/>
                    <a:pt x="10673" y="16133"/>
                  </a:cubicBezTo>
                  <a:cubicBezTo>
                    <a:pt x="15742" y="20326"/>
                    <a:pt x="21263" y="23935"/>
                    <a:pt x="27134" y="26901"/>
                  </a:cubicBezTo>
                  <a:cubicBezTo>
                    <a:pt x="27891" y="27279"/>
                    <a:pt x="28726" y="27476"/>
                    <a:pt x="29573" y="27476"/>
                  </a:cubicBezTo>
                  <a:cubicBezTo>
                    <a:pt x="31623" y="27484"/>
                    <a:pt x="33501" y="26333"/>
                    <a:pt x="34425" y="24502"/>
                  </a:cubicBezTo>
                  <a:close/>
                  <a:moveTo>
                    <a:pt x="113119" y="70418"/>
                  </a:moveTo>
                  <a:cubicBezTo>
                    <a:pt x="115026" y="68133"/>
                    <a:pt x="114723" y="64732"/>
                    <a:pt x="112443" y="62821"/>
                  </a:cubicBezTo>
                  <a:cubicBezTo>
                    <a:pt x="110158" y="60922"/>
                    <a:pt x="106772" y="61203"/>
                    <a:pt x="104834" y="63457"/>
                  </a:cubicBezTo>
                  <a:cubicBezTo>
                    <a:pt x="103860" y="64600"/>
                    <a:pt x="80635" y="90940"/>
                    <a:pt x="24784" y="83946"/>
                  </a:cubicBezTo>
                  <a:cubicBezTo>
                    <a:pt x="21848" y="83556"/>
                    <a:pt x="19151" y="85620"/>
                    <a:pt x="18759" y="88553"/>
                  </a:cubicBezTo>
                  <a:cubicBezTo>
                    <a:pt x="18755" y="88586"/>
                    <a:pt x="18752" y="88614"/>
                    <a:pt x="18749" y="88642"/>
                  </a:cubicBezTo>
                  <a:cubicBezTo>
                    <a:pt x="18381" y="91603"/>
                    <a:pt x="20480" y="94303"/>
                    <a:pt x="23440" y="94678"/>
                  </a:cubicBezTo>
                  <a:cubicBezTo>
                    <a:pt x="29933" y="95506"/>
                    <a:pt x="36471" y="95929"/>
                    <a:pt x="43016" y="95945"/>
                  </a:cubicBezTo>
                  <a:cubicBezTo>
                    <a:pt x="91165" y="95953"/>
                    <a:pt x="112149" y="71589"/>
                    <a:pt x="113119" y="704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4"/>
            <p:cNvSpPr/>
            <p:nvPr/>
          </p:nvSpPr>
          <p:spPr>
            <a:xfrm>
              <a:off x="6176797" y="4040709"/>
              <a:ext cx="2713" cy="4392"/>
            </a:xfrm>
            <a:custGeom>
              <a:avLst/>
              <a:gdLst/>
              <a:ahLst/>
              <a:cxnLst/>
              <a:rect l="l" t="t" r="r" b="b"/>
              <a:pathLst>
                <a:path w="4393" h="7113" extrusionOk="0">
                  <a:moveTo>
                    <a:pt x="13110" y="13645"/>
                  </a:moveTo>
                  <a:lnTo>
                    <a:pt x="8716" y="6531"/>
                  </a:lnTo>
                  <a:cubicBezTo>
                    <a:pt x="8716" y="6531"/>
                    <a:pt x="10265" y="9134"/>
                    <a:pt x="13110" y="136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4"/>
            <p:cNvSpPr/>
            <p:nvPr/>
          </p:nvSpPr>
          <p:spPr>
            <a:xfrm>
              <a:off x="6263046" y="2943580"/>
              <a:ext cx="236276" cy="1225212"/>
            </a:xfrm>
            <a:custGeom>
              <a:avLst/>
              <a:gdLst/>
              <a:ahLst/>
              <a:cxnLst/>
              <a:rect l="l" t="t" r="r" b="b"/>
              <a:pathLst>
                <a:path w="382633" h="1984149" extrusionOk="0">
                  <a:moveTo>
                    <a:pt x="113098" y="1990681"/>
                  </a:moveTo>
                  <a:cubicBezTo>
                    <a:pt x="61593" y="1990681"/>
                    <a:pt x="14169" y="1962088"/>
                    <a:pt x="11296" y="1960313"/>
                  </a:cubicBezTo>
                  <a:cubicBezTo>
                    <a:pt x="9674" y="1959315"/>
                    <a:pt x="8692" y="1957537"/>
                    <a:pt x="8716" y="1955634"/>
                  </a:cubicBezTo>
                  <a:lnTo>
                    <a:pt x="20679" y="1069568"/>
                  </a:lnTo>
                  <a:lnTo>
                    <a:pt x="35970" y="56926"/>
                  </a:lnTo>
                  <a:lnTo>
                    <a:pt x="31946" y="12463"/>
                  </a:lnTo>
                  <a:cubicBezTo>
                    <a:pt x="31797" y="10878"/>
                    <a:pt x="32360" y="9308"/>
                    <a:pt x="33483" y="8178"/>
                  </a:cubicBezTo>
                  <a:cubicBezTo>
                    <a:pt x="34610" y="7051"/>
                    <a:pt x="35990" y="6359"/>
                    <a:pt x="37764" y="6568"/>
                  </a:cubicBezTo>
                  <a:lnTo>
                    <a:pt x="317044" y="29045"/>
                  </a:lnTo>
                  <a:lnTo>
                    <a:pt x="383477" y="24889"/>
                  </a:lnTo>
                  <a:cubicBezTo>
                    <a:pt x="386430" y="24679"/>
                    <a:pt x="388996" y="26896"/>
                    <a:pt x="389215" y="29850"/>
                  </a:cubicBezTo>
                  <a:cubicBezTo>
                    <a:pt x="405069" y="226332"/>
                    <a:pt x="327897" y="288287"/>
                    <a:pt x="312167" y="298773"/>
                  </a:cubicBezTo>
                  <a:cubicBezTo>
                    <a:pt x="294012" y="659917"/>
                    <a:pt x="240415" y="1070518"/>
                    <a:pt x="237627" y="1091611"/>
                  </a:cubicBezTo>
                  <a:cubicBezTo>
                    <a:pt x="281949" y="1353560"/>
                    <a:pt x="187510" y="1956265"/>
                    <a:pt x="186552" y="1962325"/>
                  </a:cubicBezTo>
                  <a:cubicBezTo>
                    <a:pt x="186359" y="1963601"/>
                    <a:pt x="185707" y="1964764"/>
                    <a:pt x="184722" y="1965596"/>
                  </a:cubicBezTo>
                  <a:cubicBezTo>
                    <a:pt x="162792" y="1984283"/>
                    <a:pt x="137482" y="1990681"/>
                    <a:pt x="113098" y="1990681"/>
                  </a:cubicBezTo>
                  <a:close/>
                  <a:moveTo>
                    <a:pt x="19565" y="1952604"/>
                  </a:moveTo>
                  <a:cubicBezTo>
                    <a:pt x="35447" y="1961480"/>
                    <a:pt x="119641" y="2004748"/>
                    <a:pt x="176179" y="1958639"/>
                  </a:cubicBezTo>
                  <a:cubicBezTo>
                    <a:pt x="182183" y="1919954"/>
                    <a:pt x="269897" y="1344865"/>
                    <a:pt x="226815" y="1092629"/>
                  </a:cubicBezTo>
                  <a:cubicBezTo>
                    <a:pt x="226730" y="1092089"/>
                    <a:pt x="226718" y="1091538"/>
                    <a:pt x="226786" y="1090995"/>
                  </a:cubicBezTo>
                  <a:cubicBezTo>
                    <a:pt x="227350" y="1086782"/>
                    <a:pt x="283120" y="664544"/>
                    <a:pt x="301492" y="295437"/>
                  </a:cubicBezTo>
                  <a:cubicBezTo>
                    <a:pt x="301597" y="293578"/>
                    <a:pt x="302639" y="291900"/>
                    <a:pt x="304257" y="290983"/>
                  </a:cubicBezTo>
                  <a:cubicBezTo>
                    <a:pt x="305158" y="290476"/>
                    <a:pt x="393533" y="237868"/>
                    <a:pt x="378834" y="36043"/>
                  </a:cubicBezTo>
                  <a:lnTo>
                    <a:pt x="317350" y="39889"/>
                  </a:lnTo>
                  <a:cubicBezTo>
                    <a:pt x="317093" y="39905"/>
                    <a:pt x="316831" y="39905"/>
                    <a:pt x="316574" y="39889"/>
                  </a:cubicBezTo>
                  <a:lnTo>
                    <a:pt x="43297" y="17891"/>
                  </a:lnTo>
                  <a:lnTo>
                    <a:pt x="46765" y="56520"/>
                  </a:lnTo>
                  <a:lnTo>
                    <a:pt x="31475" y="10697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4"/>
            <p:cNvSpPr/>
            <p:nvPr/>
          </p:nvSpPr>
          <p:spPr>
            <a:xfrm>
              <a:off x="6293141" y="3611999"/>
              <a:ext cx="72026" cy="54474"/>
            </a:xfrm>
            <a:custGeom>
              <a:avLst/>
              <a:gdLst/>
              <a:ahLst/>
              <a:cxnLst/>
              <a:rect l="l" t="t" r="r" b="b"/>
              <a:pathLst>
                <a:path w="116641" h="88217" extrusionOk="0">
                  <a:moveTo>
                    <a:pt x="119612" y="94749"/>
                  </a:moveTo>
                  <a:lnTo>
                    <a:pt x="119499" y="94749"/>
                  </a:lnTo>
                  <a:cubicBezTo>
                    <a:pt x="116514" y="94680"/>
                    <a:pt x="114144" y="92210"/>
                    <a:pt x="114200" y="89224"/>
                  </a:cubicBezTo>
                  <a:cubicBezTo>
                    <a:pt x="114651" y="68212"/>
                    <a:pt x="114397" y="44660"/>
                    <a:pt x="113395" y="29837"/>
                  </a:cubicBezTo>
                  <a:cubicBezTo>
                    <a:pt x="106651" y="47904"/>
                    <a:pt x="93470" y="62844"/>
                    <a:pt x="76376" y="71777"/>
                  </a:cubicBezTo>
                  <a:cubicBezTo>
                    <a:pt x="73725" y="73153"/>
                    <a:pt x="70457" y="72119"/>
                    <a:pt x="69081" y="69467"/>
                  </a:cubicBezTo>
                  <a:cubicBezTo>
                    <a:pt x="69077" y="69467"/>
                    <a:pt x="69077" y="69463"/>
                    <a:pt x="69077" y="69463"/>
                  </a:cubicBezTo>
                  <a:cubicBezTo>
                    <a:pt x="67701" y="66811"/>
                    <a:pt x="68735" y="63544"/>
                    <a:pt x="71387" y="62164"/>
                  </a:cubicBezTo>
                  <a:cubicBezTo>
                    <a:pt x="87136" y="53951"/>
                    <a:pt x="98998" y="39840"/>
                    <a:pt x="104382" y="22916"/>
                  </a:cubicBezTo>
                  <a:cubicBezTo>
                    <a:pt x="106708" y="13601"/>
                    <a:pt x="109440" y="5738"/>
                    <a:pt x="115753" y="6595"/>
                  </a:cubicBezTo>
                  <a:cubicBezTo>
                    <a:pt x="120674" y="7259"/>
                    <a:pt x="126791" y="8076"/>
                    <a:pt x="125056" y="89449"/>
                  </a:cubicBezTo>
                  <a:cubicBezTo>
                    <a:pt x="124988" y="92403"/>
                    <a:pt x="122566" y="94757"/>
                    <a:pt x="119612" y="94749"/>
                  </a:cubicBezTo>
                  <a:close/>
                  <a:moveTo>
                    <a:pt x="15142" y="94648"/>
                  </a:moveTo>
                  <a:cubicBezTo>
                    <a:pt x="24168" y="92926"/>
                    <a:pt x="33056" y="90552"/>
                    <a:pt x="41735" y="87534"/>
                  </a:cubicBezTo>
                  <a:cubicBezTo>
                    <a:pt x="44552" y="86544"/>
                    <a:pt x="46041" y="83466"/>
                    <a:pt x="45075" y="80641"/>
                  </a:cubicBezTo>
                  <a:cubicBezTo>
                    <a:pt x="44093" y="77816"/>
                    <a:pt x="41007" y="76320"/>
                    <a:pt x="38182" y="77301"/>
                  </a:cubicBezTo>
                  <a:cubicBezTo>
                    <a:pt x="29998" y="80142"/>
                    <a:pt x="21620" y="82387"/>
                    <a:pt x="13110" y="84021"/>
                  </a:cubicBezTo>
                  <a:cubicBezTo>
                    <a:pt x="10177" y="84584"/>
                    <a:pt x="8253" y="87417"/>
                    <a:pt x="8813" y="90351"/>
                  </a:cubicBezTo>
                  <a:cubicBezTo>
                    <a:pt x="9300" y="92902"/>
                    <a:pt x="11533" y="94749"/>
                    <a:pt x="14128" y="94749"/>
                  </a:cubicBezTo>
                  <a:cubicBezTo>
                    <a:pt x="14462" y="94749"/>
                    <a:pt x="14796" y="94716"/>
                    <a:pt x="15126" y="94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4"/>
            <p:cNvSpPr/>
            <p:nvPr/>
          </p:nvSpPr>
          <p:spPr>
            <a:xfrm>
              <a:off x="6220203" y="2289485"/>
              <a:ext cx="454386" cy="701380"/>
            </a:xfrm>
            <a:custGeom>
              <a:avLst/>
              <a:gdLst/>
              <a:ahLst/>
              <a:cxnLst/>
              <a:rect l="l" t="t" r="r" b="b"/>
              <a:pathLst>
                <a:path w="735848" h="1135838" extrusionOk="0">
                  <a:moveTo>
                    <a:pt x="740492" y="52060"/>
                  </a:moveTo>
                  <a:cubicBezTo>
                    <a:pt x="503112" y="-8651"/>
                    <a:pt x="252188" y="-8639"/>
                    <a:pt x="14808" y="52060"/>
                  </a:cubicBezTo>
                  <a:cubicBezTo>
                    <a:pt x="12510" y="52653"/>
                    <a:pt x="10860" y="54665"/>
                    <a:pt x="10731" y="57033"/>
                  </a:cubicBezTo>
                  <a:cubicBezTo>
                    <a:pt x="1360" y="250502"/>
                    <a:pt x="26589" y="501567"/>
                    <a:pt x="46865" y="703292"/>
                  </a:cubicBezTo>
                  <a:cubicBezTo>
                    <a:pt x="50744" y="741852"/>
                    <a:pt x="54462" y="779012"/>
                    <a:pt x="57818" y="814176"/>
                  </a:cubicBezTo>
                  <a:cubicBezTo>
                    <a:pt x="62453" y="861162"/>
                    <a:pt x="65512" y="904667"/>
                    <a:pt x="68220" y="943054"/>
                  </a:cubicBezTo>
                  <a:cubicBezTo>
                    <a:pt x="75772" y="1050385"/>
                    <a:pt x="80323" y="1115185"/>
                    <a:pt x="109001" y="1121965"/>
                  </a:cubicBezTo>
                  <a:cubicBezTo>
                    <a:pt x="153170" y="1132394"/>
                    <a:pt x="298639" y="1142369"/>
                    <a:pt x="434209" y="1142369"/>
                  </a:cubicBezTo>
                  <a:cubicBezTo>
                    <a:pt x="535242" y="1142369"/>
                    <a:pt x="630791" y="1136833"/>
                    <a:pt x="674804" y="1121808"/>
                  </a:cubicBezTo>
                  <a:cubicBezTo>
                    <a:pt x="698987" y="1113579"/>
                    <a:pt x="702033" y="1052755"/>
                    <a:pt x="705695" y="936938"/>
                  </a:cubicBezTo>
                  <a:cubicBezTo>
                    <a:pt x="707119" y="891872"/>
                    <a:pt x="708741" y="840769"/>
                    <a:pt x="712660" y="791542"/>
                  </a:cubicBezTo>
                  <a:cubicBezTo>
                    <a:pt x="737205" y="480808"/>
                    <a:pt x="744492" y="61588"/>
                    <a:pt x="744564" y="57387"/>
                  </a:cubicBezTo>
                  <a:cubicBezTo>
                    <a:pt x="744599" y="54885"/>
                    <a:pt x="742916" y="52684"/>
                    <a:pt x="740492" y="52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4"/>
            <p:cNvSpPr/>
            <p:nvPr/>
          </p:nvSpPr>
          <p:spPr>
            <a:xfrm>
              <a:off x="6444093" y="2356827"/>
              <a:ext cx="18446" cy="515381"/>
            </a:xfrm>
            <a:custGeom>
              <a:avLst/>
              <a:gdLst/>
              <a:ahLst/>
              <a:cxnLst/>
              <a:rect l="l" t="t" r="r" b="b"/>
              <a:pathLst>
                <a:path w="29872" h="834625" extrusionOk="0">
                  <a:moveTo>
                    <a:pt x="38589" y="21467"/>
                  </a:moveTo>
                  <a:cubicBezTo>
                    <a:pt x="38591" y="29714"/>
                    <a:pt x="31909" y="36402"/>
                    <a:pt x="23660" y="36404"/>
                  </a:cubicBezTo>
                  <a:cubicBezTo>
                    <a:pt x="23656" y="36404"/>
                    <a:pt x="23656" y="36404"/>
                    <a:pt x="23652" y="36404"/>
                  </a:cubicBezTo>
                  <a:cubicBezTo>
                    <a:pt x="15404" y="36404"/>
                    <a:pt x="8716" y="29717"/>
                    <a:pt x="8716" y="21467"/>
                  </a:cubicBezTo>
                  <a:cubicBezTo>
                    <a:pt x="8716" y="13218"/>
                    <a:pt x="15404" y="6531"/>
                    <a:pt x="23652" y="6531"/>
                  </a:cubicBezTo>
                  <a:cubicBezTo>
                    <a:pt x="31901" y="6529"/>
                    <a:pt x="38586" y="13212"/>
                    <a:pt x="38589" y="21459"/>
                  </a:cubicBezTo>
                  <a:cubicBezTo>
                    <a:pt x="38589" y="21462"/>
                    <a:pt x="38589" y="21465"/>
                    <a:pt x="38589" y="21467"/>
                  </a:cubicBezTo>
                  <a:close/>
                  <a:moveTo>
                    <a:pt x="24159" y="208498"/>
                  </a:moveTo>
                  <a:cubicBezTo>
                    <a:pt x="16192" y="208495"/>
                    <a:pt x="9734" y="214952"/>
                    <a:pt x="9730" y="222919"/>
                  </a:cubicBezTo>
                  <a:cubicBezTo>
                    <a:pt x="9730" y="222922"/>
                    <a:pt x="9730" y="222924"/>
                    <a:pt x="9730" y="222927"/>
                  </a:cubicBezTo>
                  <a:cubicBezTo>
                    <a:pt x="9738" y="230891"/>
                    <a:pt x="16196" y="237343"/>
                    <a:pt x="24159" y="237340"/>
                  </a:cubicBezTo>
                  <a:cubicBezTo>
                    <a:pt x="32126" y="237343"/>
                    <a:pt x="38587" y="230886"/>
                    <a:pt x="38589" y="222919"/>
                  </a:cubicBezTo>
                  <a:cubicBezTo>
                    <a:pt x="38589" y="222916"/>
                    <a:pt x="38589" y="222914"/>
                    <a:pt x="38589" y="222911"/>
                  </a:cubicBezTo>
                  <a:cubicBezTo>
                    <a:pt x="38582" y="214947"/>
                    <a:pt x="32122" y="208495"/>
                    <a:pt x="24159" y="208498"/>
                  </a:cubicBezTo>
                  <a:close/>
                  <a:moveTo>
                    <a:pt x="24159" y="409953"/>
                  </a:moveTo>
                  <a:cubicBezTo>
                    <a:pt x="16192" y="409953"/>
                    <a:pt x="9730" y="416414"/>
                    <a:pt x="9730" y="424383"/>
                  </a:cubicBezTo>
                  <a:cubicBezTo>
                    <a:pt x="9730" y="424384"/>
                    <a:pt x="9730" y="424386"/>
                    <a:pt x="9730" y="424387"/>
                  </a:cubicBezTo>
                  <a:cubicBezTo>
                    <a:pt x="9730" y="432356"/>
                    <a:pt x="16192" y="438816"/>
                    <a:pt x="24159" y="438816"/>
                  </a:cubicBezTo>
                  <a:cubicBezTo>
                    <a:pt x="32126" y="438816"/>
                    <a:pt x="38589" y="432356"/>
                    <a:pt x="38589" y="424387"/>
                  </a:cubicBezTo>
                  <a:cubicBezTo>
                    <a:pt x="38587" y="416419"/>
                    <a:pt x="32126" y="409962"/>
                    <a:pt x="24159" y="409962"/>
                  </a:cubicBezTo>
                  <a:close/>
                  <a:moveTo>
                    <a:pt x="24159" y="611413"/>
                  </a:moveTo>
                  <a:cubicBezTo>
                    <a:pt x="16192" y="611413"/>
                    <a:pt x="9730" y="617875"/>
                    <a:pt x="9730" y="625843"/>
                  </a:cubicBezTo>
                  <a:cubicBezTo>
                    <a:pt x="9726" y="633810"/>
                    <a:pt x="16188" y="640272"/>
                    <a:pt x="24155" y="640276"/>
                  </a:cubicBezTo>
                  <a:cubicBezTo>
                    <a:pt x="24155" y="640276"/>
                    <a:pt x="24159" y="640276"/>
                    <a:pt x="24159" y="640276"/>
                  </a:cubicBezTo>
                  <a:cubicBezTo>
                    <a:pt x="32126" y="640276"/>
                    <a:pt x="38589" y="633814"/>
                    <a:pt x="38589" y="625847"/>
                  </a:cubicBezTo>
                  <a:cubicBezTo>
                    <a:pt x="38589" y="625847"/>
                    <a:pt x="38589" y="625843"/>
                    <a:pt x="38589" y="625843"/>
                  </a:cubicBezTo>
                  <a:cubicBezTo>
                    <a:pt x="38589" y="617875"/>
                    <a:pt x="32126" y="611413"/>
                    <a:pt x="24159" y="611413"/>
                  </a:cubicBezTo>
                  <a:close/>
                  <a:moveTo>
                    <a:pt x="24159" y="812293"/>
                  </a:moveTo>
                  <a:cubicBezTo>
                    <a:pt x="16192" y="812293"/>
                    <a:pt x="9730" y="818756"/>
                    <a:pt x="9730" y="826723"/>
                  </a:cubicBezTo>
                  <a:cubicBezTo>
                    <a:pt x="9730" y="826723"/>
                    <a:pt x="9730" y="826727"/>
                    <a:pt x="9730" y="826727"/>
                  </a:cubicBezTo>
                  <a:cubicBezTo>
                    <a:pt x="9730" y="834694"/>
                    <a:pt x="16192" y="841156"/>
                    <a:pt x="24159" y="841156"/>
                  </a:cubicBezTo>
                  <a:cubicBezTo>
                    <a:pt x="32126" y="841156"/>
                    <a:pt x="38589" y="834694"/>
                    <a:pt x="38589" y="826727"/>
                  </a:cubicBezTo>
                  <a:cubicBezTo>
                    <a:pt x="38591" y="818760"/>
                    <a:pt x="32130" y="812297"/>
                    <a:pt x="24163" y="812293"/>
                  </a:cubicBezTo>
                  <a:cubicBezTo>
                    <a:pt x="24163" y="812293"/>
                    <a:pt x="24159" y="812293"/>
                    <a:pt x="24159" y="812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4"/>
            <p:cNvSpPr/>
            <p:nvPr/>
          </p:nvSpPr>
          <p:spPr>
            <a:xfrm>
              <a:off x="6540187" y="2460825"/>
              <a:ext cx="11429" cy="72453"/>
            </a:xfrm>
            <a:custGeom>
              <a:avLst/>
              <a:gdLst/>
              <a:ahLst/>
              <a:cxnLst/>
              <a:rect l="l" t="t" r="r" b="b"/>
              <a:pathLst>
                <a:path w="18508" h="117333" extrusionOk="0">
                  <a:moveTo>
                    <a:pt x="20515" y="123865"/>
                  </a:moveTo>
                  <a:cubicBezTo>
                    <a:pt x="18612" y="123868"/>
                    <a:pt x="16849" y="122866"/>
                    <a:pt x="15879" y="121229"/>
                  </a:cubicBezTo>
                  <a:cubicBezTo>
                    <a:pt x="6029" y="104812"/>
                    <a:pt x="8508" y="83405"/>
                    <a:pt x="10709" y="64493"/>
                  </a:cubicBezTo>
                  <a:cubicBezTo>
                    <a:pt x="11960" y="53726"/>
                    <a:pt x="13147" y="43570"/>
                    <a:pt x="11328" y="37816"/>
                  </a:cubicBezTo>
                  <a:cubicBezTo>
                    <a:pt x="6464" y="27909"/>
                    <a:pt x="9240" y="15238"/>
                    <a:pt x="18374" y="7742"/>
                  </a:cubicBezTo>
                  <a:cubicBezTo>
                    <a:pt x="20695" y="5871"/>
                    <a:pt x="24086" y="6204"/>
                    <a:pt x="25999" y="8490"/>
                  </a:cubicBezTo>
                  <a:cubicBezTo>
                    <a:pt x="27890" y="10805"/>
                    <a:pt x="27556" y="14212"/>
                    <a:pt x="25251" y="16115"/>
                  </a:cubicBezTo>
                  <a:cubicBezTo>
                    <a:pt x="19996" y="20395"/>
                    <a:pt x="18384" y="27732"/>
                    <a:pt x="21360" y="33820"/>
                  </a:cubicBezTo>
                  <a:cubicBezTo>
                    <a:pt x="24176" y="42499"/>
                    <a:pt x="22913" y="53279"/>
                    <a:pt x="21460" y="65753"/>
                  </a:cubicBezTo>
                  <a:cubicBezTo>
                    <a:pt x="19448" y="82931"/>
                    <a:pt x="17203" y="102394"/>
                    <a:pt x="25154" y="115648"/>
                  </a:cubicBezTo>
                  <a:cubicBezTo>
                    <a:pt x="26705" y="118200"/>
                    <a:pt x="25894" y="121527"/>
                    <a:pt x="23341" y="123078"/>
                  </a:cubicBezTo>
                  <a:cubicBezTo>
                    <a:pt x="23325" y="123088"/>
                    <a:pt x="23308" y="123098"/>
                    <a:pt x="23291" y="123108"/>
                  </a:cubicBezTo>
                  <a:cubicBezTo>
                    <a:pt x="22452" y="123609"/>
                    <a:pt x="21492" y="123871"/>
                    <a:pt x="20515" y="1238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4"/>
            <p:cNvSpPr/>
            <p:nvPr/>
          </p:nvSpPr>
          <p:spPr>
            <a:xfrm>
              <a:off x="6478821" y="2385016"/>
              <a:ext cx="104578" cy="261254"/>
            </a:xfrm>
            <a:custGeom>
              <a:avLst/>
              <a:gdLst/>
              <a:ahLst/>
              <a:cxnLst/>
              <a:rect l="l" t="t" r="r" b="b"/>
              <a:pathLst>
                <a:path w="169357" h="423084" extrusionOk="0">
                  <a:moveTo>
                    <a:pt x="136862" y="16188"/>
                  </a:moveTo>
                  <a:lnTo>
                    <a:pt x="83748" y="6531"/>
                  </a:lnTo>
                  <a:lnTo>
                    <a:pt x="8716" y="419252"/>
                  </a:lnTo>
                  <a:lnTo>
                    <a:pt x="61830" y="428777"/>
                  </a:lnTo>
                  <a:cubicBezTo>
                    <a:pt x="88706" y="433762"/>
                    <a:pt x="114534" y="416013"/>
                    <a:pt x="119517" y="389138"/>
                  </a:cubicBezTo>
                  <a:cubicBezTo>
                    <a:pt x="119518" y="389134"/>
                    <a:pt x="119519" y="389130"/>
                    <a:pt x="119519" y="389126"/>
                  </a:cubicBezTo>
                  <a:cubicBezTo>
                    <a:pt x="119519" y="389066"/>
                    <a:pt x="119544" y="389006"/>
                    <a:pt x="119552" y="388945"/>
                  </a:cubicBezTo>
                  <a:lnTo>
                    <a:pt x="177277" y="73914"/>
                  </a:lnTo>
                  <a:cubicBezTo>
                    <a:pt x="182141" y="46932"/>
                    <a:pt x="164211" y="21117"/>
                    <a:pt x="137229" y="16253"/>
                  </a:cubicBezTo>
                  <a:cubicBezTo>
                    <a:pt x="137229" y="16253"/>
                    <a:pt x="137229" y="16253"/>
                    <a:pt x="137228" y="16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44"/>
            <p:cNvSpPr/>
            <p:nvPr/>
          </p:nvSpPr>
          <p:spPr>
            <a:xfrm>
              <a:off x="6475480" y="2381670"/>
              <a:ext cx="111271" cy="267946"/>
            </a:xfrm>
            <a:custGeom>
              <a:avLst/>
              <a:gdLst/>
              <a:ahLst/>
              <a:cxnLst/>
              <a:rect l="l" t="t" r="r" b="b"/>
              <a:pathLst>
                <a:path w="180196" h="433921" extrusionOk="0">
                  <a:moveTo>
                    <a:pt x="76379" y="440453"/>
                  </a:moveTo>
                  <a:cubicBezTo>
                    <a:pt x="72981" y="440453"/>
                    <a:pt x="69589" y="440139"/>
                    <a:pt x="66248" y="439519"/>
                  </a:cubicBezTo>
                  <a:lnTo>
                    <a:pt x="13174" y="429995"/>
                  </a:lnTo>
                  <a:cubicBezTo>
                    <a:pt x="11761" y="429741"/>
                    <a:pt x="10509" y="428933"/>
                    <a:pt x="9693" y="427754"/>
                  </a:cubicBezTo>
                  <a:cubicBezTo>
                    <a:pt x="8865" y="426575"/>
                    <a:pt x="8545" y="425110"/>
                    <a:pt x="8804" y="423694"/>
                  </a:cubicBezTo>
                  <a:lnTo>
                    <a:pt x="83844" y="10968"/>
                  </a:lnTo>
                  <a:cubicBezTo>
                    <a:pt x="84104" y="9558"/>
                    <a:pt x="84909" y="8308"/>
                    <a:pt x="86085" y="7488"/>
                  </a:cubicBezTo>
                  <a:cubicBezTo>
                    <a:pt x="87273" y="6679"/>
                    <a:pt x="88729" y="6366"/>
                    <a:pt x="90145" y="6614"/>
                  </a:cubicBezTo>
                  <a:lnTo>
                    <a:pt x="143259" y="16272"/>
                  </a:lnTo>
                  <a:cubicBezTo>
                    <a:pt x="143299" y="16272"/>
                    <a:pt x="143356" y="16272"/>
                    <a:pt x="143400" y="16300"/>
                  </a:cubicBezTo>
                  <a:cubicBezTo>
                    <a:pt x="157859" y="18826"/>
                    <a:pt x="170702" y="27044"/>
                    <a:pt x="179055" y="39115"/>
                  </a:cubicBezTo>
                  <a:cubicBezTo>
                    <a:pt x="187423" y="51088"/>
                    <a:pt x="190650" y="65914"/>
                    <a:pt x="188016" y="80282"/>
                  </a:cubicBezTo>
                  <a:lnTo>
                    <a:pt x="130298" y="395338"/>
                  </a:lnTo>
                  <a:cubicBezTo>
                    <a:pt x="127702" y="409747"/>
                    <a:pt x="119441" y="422511"/>
                    <a:pt x="107363" y="430784"/>
                  </a:cubicBezTo>
                  <a:cubicBezTo>
                    <a:pt x="98254" y="437073"/>
                    <a:pt x="87449" y="440445"/>
                    <a:pt x="76379" y="440453"/>
                  </a:cubicBezTo>
                  <a:close/>
                  <a:moveTo>
                    <a:pt x="20449" y="420298"/>
                  </a:moveTo>
                  <a:lnTo>
                    <a:pt x="68207" y="428868"/>
                  </a:lnTo>
                  <a:cubicBezTo>
                    <a:pt x="79716" y="431049"/>
                    <a:pt x="91620" y="428526"/>
                    <a:pt x="101255" y="421863"/>
                  </a:cubicBezTo>
                  <a:cubicBezTo>
                    <a:pt x="110911" y="415260"/>
                    <a:pt x="117524" y="405071"/>
                    <a:pt x="119619" y="393563"/>
                  </a:cubicBezTo>
                  <a:lnTo>
                    <a:pt x="177353" y="78375"/>
                  </a:lnTo>
                  <a:cubicBezTo>
                    <a:pt x="179466" y="66836"/>
                    <a:pt x="176878" y="54930"/>
                    <a:pt x="170162" y="45311"/>
                  </a:cubicBezTo>
                  <a:cubicBezTo>
                    <a:pt x="163488" y="35661"/>
                    <a:pt x="153235" y="29075"/>
                    <a:pt x="141682" y="27019"/>
                  </a:cubicBezTo>
                  <a:lnTo>
                    <a:pt x="141300" y="26951"/>
                  </a:lnTo>
                  <a:lnTo>
                    <a:pt x="93525" y="18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4"/>
            <p:cNvSpPr/>
            <p:nvPr/>
          </p:nvSpPr>
          <p:spPr>
            <a:xfrm rot="621748">
              <a:off x="6341185" y="2378293"/>
              <a:ext cx="213482" cy="255315"/>
            </a:xfrm>
            <a:prstGeom prst="roundRect">
              <a:avLst>
                <a:gd name="adj" fmla="val 13541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237" name="Google Shape;1237;p44"/>
            <p:cNvSpPr/>
            <p:nvPr/>
          </p:nvSpPr>
          <p:spPr>
            <a:xfrm>
              <a:off x="6315666" y="2358256"/>
              <a:ext cx="252591" cy="289928"/>
            </a:xfrm>
            <a:custGeom>
              <a:avLst/>
              <a:gdLst/>
              <a:ahLst/>
              <a:cxnLst/>
              <a:rect l="l" t="t" r="r" b="b"/>
              <a:pathLst>
                <a:path w="409054" h="469519" extrusionOk="0">
                  <a:moveTo>
                    <a:pt x="306671" y="476050"/>
                  </a:moveTo>
                  <a:cubicBezTo>
                    <a:pt x="303432" y="476046"/>
                    <a:pt x="300200" y="475757"/>
                    <a:pt x="297014" y="475177"/>
                  </a:cubicBezTo>
                  <a:lnTo>
                    <a:pt x="52367" y="430630"/>
                  </a:lnTo>
                  <a:cubicBezTo>
                    <a:pt x="23532" y="425375"/>
                    <a:pt x="4339" y="397635"/>
                    <a:pt x="9578" y="368776"/>
                  </a:cubicBezTo>
                  <a:lnTo>
                    <a:pt x="67601" y="50179"/>
                  </a:lnTo>
                  <a:cubicBezTo>
                    <a:pt x="72832" y="21329"/>
                    <a:pt x="100564" y="2163"/>
                    <a:pt x="129439" y="7390"/>
                  </a:cubicBezTo>
                  <a:lnTo>
                    <a:pt x="129439" y="7390"/>
                  </a:lnTo>
                  <a:lnTo>
                    <a:pt x="374094" y="51918"/>
                  </a:lnTo>
                  <a:cubicBezTo>
                    <a:pt x="387981" y="54413"/>
                    <a:pt x="400295" y="62355"/>
                    <a:pt x="408296" y="73976"/>
                  </a:cubicBezTo>
                  <a:cubicBezTo>
                    <a:pt x="416360" y="85557"/>
                    <a:pt x="419455" y="99882"/>
                    <a:pt x="416891" y="113759"/>
                  </a:cubicBezTo>
                  <a:lnTo>
                    <a:pt x="358872" y="432356"/>
                  </a:lnTo>
                  <a:cubicBezTo>
                    <a:pt x="356376" y="446242"/>
                    <a:pt x="348436" y="458555"/>
                    <a:pt x="336818" y="466558"/>
                  </a:cubicBezTo>
                  <a:cubicBezTo>
                    <a:pt x="327974" y="472727"/>
                    <a:pt x="317454" y="476038"/>
                    <a:pt x="306671" y="476050"/>
                  </a:cubicBezTo>
                  <a:close/>
                  <a:moveTo>
                    <a:pt x="119926" y="17337"/>
                  </a:moveTo>
                  <a:cubicBezTo>
                    <a:pt x="99474" y="17364"/>
                    <a:pt x="81958" y="31986"/>
                    <a:pt x="78276" y="52103"/>
                  </a:cubicBezTo>
                  <a:lnTo>
                    <a:pt x="20253" y="370699"/>
                  </a:lnTo>
                  <a:cubicBezTo>
                    <a:pt x="16084" y="393706"/>
                    <a:pt x="31330" y="415744"/>
                    <a:pt x="54330" y="419955"/>
                  </a:cubicBezTo>
                  <a:lnTo>
                    <a:pt x="298978" y="464502"/>
                  </a:lnTo>
                  <a:cubicBezTo>
                    <a:pt x="310027" y="466530"/>
                    <a:pt x="321429" y="464068"/>
                    <a:pt x="330657" y="457662"/>
                  </a:cubicBezTo>
                  <a:cubicBezTo>
                    <a:pt x="339918" y="451288"/>
                    <a:pt x="346242" y="441470"/>
                    <a:pt x="348217" y="430404"/>
                  </a:cubicBezTo>
                  <a:lnTo>
                    <a:pt x="406236" y="111816"/>
                  </a:lnTo>
                  <a:cubicBezTo>
                    <a:pt x="408276" y="100765"/>
                    <a:pt x="405813" y="89357"/>
                    <a:pt x="399396" y="80132"/>
                  </a:cubicBezTo>
                  <a:cubicBezTo>
                    <a:pt x="393021" y="70873"/>
                    <a:pt x="383206" y="64549"/>
                    <a:pt x="372138" y="62573"/>
                  </a:cubicBezTo>
                  <a:lnTo>
                    <a:pt x="127523" y="18025"/>
                  </a:lnTo>
                  <a:cubicBezTo>
                    <a:pt x="125017" y="17569"/>
                    <a:pt x="122474" y="17338"/>
                    <a:pt x="119926" y="173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4"/>
            <p:cNvSpPr/>
            <p:nvPr/>
          </p:nvSpPr>
          <p:spPr>
            <a:xfrm rot="-4783116">
              <a:off x="6375981" y="2391437"/>
              <a:ext cx="38864" cy="38864"/>
            </a:xfrm>
            <a:custGeom>
              <a:avLst/>
              <a:gdLst/>
              <a:ahLst/>
              <a:cxnLst/>
              <a:rect l="l" t="t" r="r" b="b"/>
              <a:pathLst>
                <a:path w="71144" h="71144" extrusionOk="0">
                  <a:moveTo>
                    <a:pt x="56917" y="6531"/>
                  </a:moveTo>
                  <a:cubicBezTo>
                    <a:pt x="69589" y="6531"/>
                    <a:pt x="79861" y="6531"/>
                    <a:pt x="79861" y="6531"/>
                  </a:cubicBezTo>
                  <a:lnTo>
                    <a:pt x="79861" y="77676"/>
                  </a:lnTo>
                  <a:cubicBezTo>
                    <a:pt x="79861" y="77676"/>
                    <a:pt x="69589" y="77676"/>
                    <a:pt x="56917" y="77676"/>
                  </a:cubicBezTo>
                  <a:lnTo>
                    <a:pt x="31660" y="77676"/>
                  </a:lnTo>
                  <a:cubicBezTo>
                    <a:pt x="18988" y="77676"/>
                    <a:pt x="8716" y="77676"/>
                    <a:pt x="8716" y="77676"/>
                  </a:cubicBezTo>
                  <a:lnTo>
                    <a:pt x="8716" y="6531"/>
                  </a:lnTo>
                  <a:cubicBezTo>
                    <a:pt x="8716" y="6531"/>
                    <a:pt x="18988" y="6531"/>
                    <a:pt x="31660" y="65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44"/>
            <p:cNvSpPr/>
            <p:nvPr/>
          </p:nvSpPr>
          <p:spPr>
            <a:xfrm>
              <a:off x="6366483" y="2377198"/>
              <a:ext cx="53157" cy="53157"/>
            </a:xfrm>
            <a:custGeom>
              <a:avLst/>
              <a:gdLst/>
              <a:ahLst/>
              <a:cxnLst/>
              <a:rect l="l" t="t" r="r" b="b"/>
              <a:pathLst>
                <a:path w="86084" h="86085" extrusionOk="0">
                  <a:moveTo>
                    <a:pt x="61990" y="92616"/>
                  </a:moveTo>
                  <a:cubicBezTo>
                    <a:pt x="60263" y="92614"/>
                    <a:pt x="58541" y="92458"/>
                    <a:pt x="56843" y="92149"/>
                  </a:cubicBezTo>
                  <a:lnTo>
                    <a:pt x="32000" y="87635"/>
                  </a:lnTo>
                  <a:cubicBezTo>
                    <a:pt x="24588" y="86300"/>
                    <a:pt x="18017" y="82058"/>
                    <a:pt x="13748" y="75853"/>
                  </a:cubicBezTo>
                  <a:cubicBezTo>
                    <a:pt x="9455" y="69675"/>
                    <a:pt x="7813" y="62035"/>
                    <a:pt x="9193" y="54639"/>
                  </a:cubicBezTo>
                  <a:lnTo>
                    <a:pt x="13720" y="29792"/>
                  </a:lnTo>
                  <a:cubicBezTo>
                    <a:pt x="15048" y="22401"/>
                    <a:pt x="19277" y="15846"/>
                    <a:pt x="25462" y="11585"/>
                  </a:cubicBezTo>
                  <a:cubicBezTo>
                    <a:pt x="31642" y="7290"/>
                    <a:pt x="39279" y="5638"/>
                    <a:pt x="46683" y="6994"/>
                  </a:cubicBezTo>
                  <a:lnTo>
                    <a:pt x="46683" y="6994"/>
                  </a:lnTo>
                  <a:lnTo>
                    <a:pt x="71530" y="11516"/>
                  </a:lnTo>
                  <a:cubicBezTo>
                    <a:pt x="86921" y="14357"/>
                    <a:pt x="97121" y="29107"/>
                    <a:pt x="94345" y="44512"/>
                  </a:cubicBezTo>
                  <a:lnTo>
                    <a:pt x="89822" y="69359"/>
                  </a:lnTo>
                  <a:cubicBezTo>
                    <a:pt x="88494" y="76765"/>
                    <a:pt x="84253" y="83332"/>
                    <a:pt x="78053" y="87594"/>
                  </a:cubicBezTo>
                  <a:cubicBezTo>
                    <a:pt x="73337" y="90866"/>
                    <a:pt x="67732" y="92619"/>
                    <a:pt x="61990" y="92616"/>
                  </a:cubicBezTo>
                  <a:close/>
                  <a:moveTo>
                    <a:pt x="41569" y="17331"/>
                  </a:moveTo>
                  <a:cubicBezTo>
                    <a:pt x="38016" y="17330"/>
                    <a:pt x="34547" y="18421"/>
                    <a:pt x="31634" y="20457"/>
                  </a:cubicBezTo>
                  <a:cubicBezTo>
                    <a:pt x="27795" y="23097"/>
                    <a:pt x="25176" y="27163"/>
                    <a:pt x="24359" y="31748"/>
                  </a:cubicBezTo>
                  <a:lnTo>
                    <a:pt x="19836" y="56591"/>
                  </a:lnTo>
                  <a:cubicBezTo>
                    <a:pt x="18983" y="61156"/>
                    <a:pt x="19997" y="65874"/>
                    <a:pt x="22653" y="69684"/>
                  </a:cubicBezTo>
                  <a:cubicBezTo>
                    <a:pt x="25276" y="73527"/>
                    <a:pt x="29336" y="76153"/>
                    <a:pt x="33920" y="76972"/>
                  </a:cubicBezTo>
                  <a:lnTo>
                    <a:pt x="58767" y="81494"/>
                  </a:lnTo>
                  <a:cubicBezTo>
                    <a:pt x="63338" y="82346"/>
                    <a:pt x="68057" y="81331"/>
                    <a:pt x="71872" y="78678"/>
                  </a:cubicBezTo>
                  <a:cubicBezTo>
                    <a:pt x="75703" y="76045"/>
                    <a:pt x="78322" y="71988"/>
                    <a:pt x="79143" y="67411"/>
                  </a:cubicBezTo>
                  <a:lnTo>
                    <a:pt x="83666" y="42568"/>
                  </a:lnTo>
                  <a:cubicBezTo>
                    <a:pt x="85388" y="33044"/>
                    <a:pt x="79079" y="23922"/>
                    <a:pt x="69558" y="22175"/>
                  </a:cubicBezTo>
                  <a:lnTo>
                    <a:pt x="44740" y="17620"/>
                  </a:lnTo>
                  <a:cubicBezTo>
                    <a:pt x="43693" y="17427"/>
                    <a:pt x="42631" y="17330"/>
                    <a:pt x="41569" y="17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4"/>
            <p:cNvSpPr/>
            <p:nvPr/>
          </p:nvSpPr>
          <p:spPr>
            <a:xfrm>
              <a:off x="6386203" y="2396128"/>
              <a:ext cx="14154" cy="14580"/>
            </a:xfrm>
            <a:custGeom>
              <a:avLst/>
              <a:gdLst/>
              <a:ahLst/>
              <a:cxnLst/>
              <a:rect l="l" t="t" r="r" b="b"/>
              <a:pathLst>
                <a:path w="22922" h="23612" extrusionOk="0">
                  <a:moveTo>
                    <a:pt x="31252" y="20836"/>
                  </a:moveTo>
                  <a:cubicBezTo>
                    <a:pt x="30254" y="26890"/>
                    <a:pt x="24540" y="30991"/>
                    <a:pt x="18485" y="29995"/>
                  </a:cubicBezTo>
                  <a:cubicBezTo>
                    <a:pt x="18485" y="29994"/>
                    <a:pt x="18485" y="29994"/>
                    <a:pt x="18485" y="29994"/>
                  </a:cubicBezTo>
                  <a:lnTo>
                    <a:pt x="18122" y="29930"/>
                  </a:lnTo>
                  <a:cubicBezTo>
                    <a:pt x="11998" y="28903"/>
                    <a:pt x="7858" y="23114"/>
                    <a:pt x="8868" y="16985"/>
                  </a:cubicBezTo>
                  <a:cubicBezTo>
                    <a:pt x="8868" y="16921"/>
                    <a:pt x="8892" y="16861"/>
                    <a:pt x="8900" y="16796"/>
                  </a:cubicBezTo>
                  <a:cubicBezTo>
                    <a:pt x="9528" y="10534"/>
                    <a:pt x="15113" y="5966"/>
                    <a:pt x="21374" y="6588"/>
                  </a:cubicBezTo>
                  <a:cubicBezTo>
                    <a:pt x="27635" y="7216"/>
                    <a:pt x="32206" y="12799"/>
                    <a:pt x="31582" y="19062"/>
                  </a:cubicBezTo>
                  <a:cubicBezTo>
                    <a:pt x="31518" y="19661"/>
                    <a:pt x="31409" y="20254"/>
                    <a:pt x="31252" y="208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4"/>
            <p:cNvSpPr/>
            <p:nvPr/>
          </p:nvSpPr>
          <p:spPr>
            <a:xfrm>
              <a:off x="6470129" y="2442675"/>
              <a:ext cx="204478" cy="182800"/>
            </a:xfrm>
            <a:custGeom>
              <a:avLst/>
              <a:gdLst/>
              <a:ahLst/>
              <a:cxnLst/>
              <a:rect l="l" t="t" r="r" b="b"/>
              <a:pathLst>
                <a:path w="331139" h="296032" extrusionOk="0">
                  <a:moveTo>
                    <a:pt x="339855" y="222904"/>
                  </a:moveTo>
                  <a:lnTo>
                    <a:pt x="243022" y="169943"/>
                  </a:lnTo>
                  <a:cubicBezTo>
                    <a:pt x="243022" y="169943"/>
                    <a:pt x="168703" y="24189"/>
                    <a:pt x="126127" y="13654"/>
                  </a:cubicBezTo>
                  <a:cubicBezTo>
                    <a:pt x="83551" y="3120"/>
                    <a:pt x="32614" y="1531"/>
                    <a:pt x="26409" y="28084"/>
                  </a:cubicBezTo>
                  <a:cubicBezTo>
                    <a:pt x="20204" y="54637"/>
                    <a:pt x="68554" y="12644"/>
                    <a:pt x="115593" y="60556"/>
                  </a:cubicBezTo>
                  <a:cubicBezTo>
                    <a:pt x="115593" y="60556"/>
                    <a:pt x="-28717" y="80325"/>
                    <a:pt x="18039" y="120877"/>
                  </a:cubicBezTo>
                  <a:cubicBezTo>
                    <a:pt x="18039" y="120877"/>
                    <a:pt x="-2164" y="135310"/>
                    <a:pt x="25834" y="147719"/>
                  </a:cubicBezTo>
                  <a:cubicBezTo>
                    <a:pt x="38674" y="137349"/>
                    <a:pt x="55232" y="132752"/>
                    <a:pt x="71580" y="135020"/>
                  </a:cubicBezTo>
                  <a:cubicBezTo>
                    <a:pt x="86140" y="137385"/>
                    <a:pt x="100314" y="141705"/>
                    <a:pt x="113717" y="147864"/>
                  </a:cubicBezTo>
                  <a:cubicBezTo>
                    <a:pt x="113717" y="147864"/>
                    <a:pt x="29729" y="168933"/>
                    <a:pt x="36943" y="187531"/>
                  </a:cubicBezTo>
                  <a:cubicBezTo>
                    <a:pt x="44158" y="206129"/>
                    <a:pt x="112414" y="159698"/>
                    <a:pt x="129736" y="182207"/>
                  </a:cubicBezTo>
                  <a:cubicBezTo>
                    <a:pt x="129736" y="182207"/>
                    <a:pt x="161198" y="251912"/>
                    <a:pt x="213150" y="256962"/>
                  </a:cubicBezTo>
                  <a:lnTo>
                    <a:pt x="287324" y="302563"/>
                  </a:ln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4"/>
            <p:cNvSpPr/>
            <p:nvPr/>
          </p:nvSpPr>
          <p:spPr>
            <a:xfrm>
              <a:off x="6466774" y="2439318"/>
              <a:ext cx="211175" cy="189504"/>
            </a:xfrm>
            <a:custGeom>
              <a:avLst/>
              <a:gdLst/>
              <a:ahLst/>
              <a:cxnLst/>
              <a:rect l="l" t="t" r="r" b="b"/>
              <a:pathLst>
                <a:path w="341983" h="306889" extrusionOk="0">
                  <a:moveTo>
                    <a:pt x="292763" y="313421"/>
                  </a:moveTo>
                  <a:cubicBezTo>
                    <a:pt x="291767" y="313421"/>
                    <a:pt x="290791" y="313143"/>
                    <a:pt x="289946" y="312616"/>
                  </a:cubicBezTo>
                  <a:lnTo>
                    <a:pt x="216801" y="267662"/>
                  </a:lnTo>
                  <a:cubicBezTo>
                    <a:pt x="163120" y="261417"/>
                    <a:pt x="131565" y="192819"/>
                    <a:pt x="130241" y="189882"/>
                  </a:cubicBezTo>
                  <a:cubicBezTo>
                    <a:pt x="123916" y="181879"/>
                    <a:pt x="100803" y="189415"/>
                    <a:pt x="82241" y="195435"/>
                  </a:cubicBezTo>
                  <a:cubicBezTo>
                    <a:pt x="60975" y="202368"/>
                    <a:pt x="42542" y="208343"/>
                    <a:pt x="37344" y="194956"/>
                  </a:cubicBezTo>
                  <a:cubicBezTo>
                    <a:pt x="36060" y="191644"/>
                    <a:pt x="36314" y="188091"/>
                    <a:pt x="38076" y="184683"/>
                  </a:cubicBezTo>
                  <a:cubicBezTo>
                    <a:pt x="45178" y="170970"/>
                    <a:pt x="80326" y="158766"/>
                    <a:pt x="102183" y="152340"/>
                  </a:cubicBezTo>
                  <a:cubicBezTo>
                    <a:pt x="93703" y="149427"/>
                    <a:pt x="84991" y="147239"/>
                    <a:pt x="76141" y="145801"/>
                  </a:cubicBezTo>
                  <a:cubicBezTo>
                    <a:pt x="61314" y="143807"/>
                    <a:pt x="46318" y="147989"/>
                    <a:pt x="34664" y="157370"/>
                  </a:cubicBezTo>
                  <a:cubicBezTo>
                    <a:pt x="33082" y="158638"/>
                    <a:pt x="30926" y="158920"/>
                    <a:pt x="29071" y="158102"/>
                  </a:cubicBezTo>
                  <a:cubicBezTo>
                    <a:pt x="17893" y="153157"/>
                    <a:pt x="11849" y="146900"/>
                    <a:pt x="11088" y="139540"/>
                  </a:cubicBezTo>
                  <a:cubicBezTo>
                    <a:pt x="10521" y="134003"/>
                    <a:pt x="13100" y="129408"/>
                    <a:pt x="15708" y="126294"/>
                  </a:cubicBezTo>
                  <a:cubicBezTo>
                    <a:pt x="9495" y="119417"/>
                    <a:pt x="7407" y="112400"/>
                    <a:pt x="9507" y="105370"/>
                  </a:cubicBezTo>
                  <a:cubicBezTo>
                    <a:pt x="16923" y="80422"/>
                    <a:pt x="81533" y="67011"/>
                    <a:pt x="108991" y="62388"/>
                  </a:cubicBezTo>
                  <a:cubicBezTo>
                    <a:pt x="85991" y="44023"/>
                    <a:pt x="63820" y="46293"/>
                    <a:pt x="48614" y="47902"/>
                  </a:cubicBezTo>
                  <a:cubicBezTo>
                    <a:pt x="39259" y="48848"/>
                    <a:pt x="32519" y="49564"/>
                    <a:pt x="28423" y="44872"/>
                  </a:cubicBezTo>
                  <a:cubicBezTo>
                    <a:pt x="24644" y="40587"/>
                    <a:pt x="26097" y="34330"/>
                    <a:pt x="26576" y="32286"/>
                  </a:cubicBezTo>
                  <a:cubicBezTo>
                    <a:pt x="28278" y="25003"/>
                    <a:pt x="32692" y="19140"/>
                    <a:pt x="39710" y="14839"/>
                  </a:cubicBezTo>
                  <a:cubicBezTo>
                    <a:pt x="65683" y="-1043"/>
                    <a:pt x="117586" y="10050"/>
                    <a:pt x="132865" y="13825"/>
                  </a:cubicBezTo>
                  <a:cubicBezTo>
                    <a:pt x="175396" y="24355"/>
                    <a:pt x="241829" y="150634"/>
                    <a:pt x="252512" y="171425"/>
                  </a:cubicBezTo>
                  <a:lnTo>
                    <a:pt x="347877" y="223585"/>
                  </a:lnTo>
                  <a:cubicBezTo>
                    <a:pt x="349201" y="224312"/>
                    <a:pt x="350165" y="225557"/>
                    <a:pt x="350536" y="227022"/>
                  </a:cubicBezTo>
                  <a:cubicBezTo>
                    <a:pt x="350906" y="228490"/>
                    <a:pt x="350641" y="230046"/>
                    <a:pt x="349804" y="231307"/>
                  </a:cubicBezTo>
                  <a:lnTo>
                    <a:pt x="297281" y="310978"/>
                  </a:lnTo>
                  <a:cubicBezTo>
                    <a:pt x="296281" y="312499"/>
                    <a:pt x="294584" y="313417"/>
                    <a:pt x="292763" y="313421"/>
                  </a:cubicBezTo>
                  <a:close/>
                  <a:moveTo>
                    <a:pt x="119292" y="175960"/>
                  </a:moveTo>
                  <a:cubicBezTo>
                    <a:pt x="127622" y="175960"/>
                    <a:pt x="134736" y="178201"/>
                    <a:pt x="139460" y="184357"/>
                  </a:cubicBezTo>
                  <a:cubicBezTo>
                    <a:pt x="140401" y="186092"/>
                    <a:pt x="170914" y="252360"/>
                    <a:pt x="219111" y="257019"/>
                  </a:cubicBezTo>
                  <a:cubicBezTo>
                    <a:pt x="219933" y="257093"/>
                    <a:pt x="220725" y="257359"/>
                    <a:pt x="221425" y="257796"/>
                  </a:cubicBezTo>
                  <a:lnTo>
                    <a:pt x="291125" y="300653"/>
                  </a:lnTo>
                  <a:lnTo>
                    <a:pt x="337551" y="230273"/>
                  </a:lnTo>
                  <a:lnTo>
                    <a:pt x="245861" y="180128"/>
                  </a:lnTo>
                  <a:cubicBezTo>
                    <a:pt x="244902" y="179606"/>
                    <a:pt x="244125" y="178805"/>
                    <a:pt x="243632" y="177831"/>
                  </a:cubicBezTo>
                  <a:cubicBezTo>
                    <a:pt x="223275" y="137907"/>
                    <a:pt x="163220" y="32507"/>
                    <a:pt x="130269" y="24347"/>
                  </a:cubicBezTo>
                  <a:cubicBezTo>
                    <a:pt x="93347" y="15213"/>
                    <a:pt x="60018" y="15116"/>
                    <a:pt x="45367" y="24077"/>
                  </a:cubicBezTo>
                  <a:cubicBezTo>
                    <a:pt x="40844" y="26842"/>
                    <a:pt x="38152" y="30338"/>
                    <a:pt x="37122" y="34748"/>
                  </a:cubicBezTo>
                  <a:cubicBezTo>
                    <a:pt x="36531" y="37255"/>
                    <a:pt x="36772" y="38088"/>
                    <a:pt x="36772" y="38100"/>
                  </a:cubicBezTo>
                  <a:cubicBezTo>
                    <a:pt x="37464" y="38016"/>
                    <a:pt x="43327" y="37581"/>
                    <a:pt x="47512" y="37142"/>
                  </a:cubicBezTo>
                  <a:cubicBezTo>
                    <a:pt x="65410" y="35267"/>
                    <a:pt x="95395" y="32169"/>
                    <a:pt x="124894" y="62199"/>
                  </a:cubicBezTo>
                  <a:cubicBezTo>
                    <a:pt x="126329" y="63658"/>
                    <a:pt x="126815" y="65804"/>
                    <a:pt x="126149" y="67739"/>
                  </a:cubicBezTo>
                  <a:cubicBezTo>
                    <a:pt x="125500" y="69685"/>
                    <a:pt x="123799" y="71090"/>
                    <a:pt x="121767" y="71361"/>
                  </a:cubicBezTo>
                  <a:cubicBezTo>
                    <a:pt x="85150" y="76395"/>
                    <a:pt x="25103" y="90909"/>
                    <a:pt x="19888" y="108468"/>
                  </a:cubicBezTo>
                  <a:cubicBezTo>
                    <a:pt x="18681" y="112472"/>
                    <a:pt x="21095" y="117107"/>
                    <a:pt x="27035" y="122254"/>
                  </a:cubicBezTo>
                  <a:cubicBezTo>
                    <a:pt x="28272" y="123343"/>
                    <a:pt x="28952" y="124932"/>
                    <a:pt x="28886" y="126580"/>
                  </a:cubicBezTo>
                  <a:cubicBezTo>
                    <a:pt x="28806" y="128236"/>
                    <a:pt x="27969" y="129764"/>
                    <a:pt x="26616" y="130724"/>
                  </a:cubicBezTo>
                  <a:cubicBezTo>
                    <a:pt x="25292" y="131698"/>
                    <a:pt x="21514" y="135247"/>
                    <a:pt x="21868" y="138474"/>
                  </a:cubicBezTo>
                  <a:cubicBezTo>
                    <a:pt x="22150" y="141097"/>
                    <a:pt x="25292" y="144083"/>
                    <a:pt x="30620" y="146847"/>
                  </a:cubicBezTo>
                  <a:cubicBezTo>
                    <a:pt x="44238" y="137016"/>
                    <a:pt x="61120" y="132810"/>
                    <a:pt x="77759" y="135106"/>
                  </a:cubicBezTo>
                  <a:cubicBezTo>
                    <a:pt x="92841" y="137540"/>
                    <a:pt x="107523" y="142007"/>
                    <a:pt x="121405" y="148385"/>
                  </a:cubicBezTo>
                  <a:cubicBezTo>
                    <a:pt x="123490" y="149342"/>
                    <a:pt x="124745" y="151511"/>
                    <a:pt x="124535" y="153797"/>
                  </a:cubicBezTo>
                  <a:cubicBezTo>
                    <a:pt x="124333" y="156087"/>
                    <a:pt x="122697" y="157996"/>
                    <a:pt x="120463" y="158545"/>
                  </a:cubicBezTo>
                  <a:cubicBezTo>
                    <a:pt x="93415" y="165337"/>
                    <a:pt x="52944" y="179468"/>
                    <a:pt x="47685" y="189649"/>
                  </a:cubicBezTo>
                  <a:cubicBezTo>
                    <a:pt x="47234" y="190522"/>
                    <a:pt x="47363" y="190856"/>
                    <a:pt x="47431" y="191029"/>
                  </a:cubicBezTo>
                  <a:cubicBezTo>
                    <a:pt x="48940" y="194892"/>
                    <a:pt x="68432" y="188534"/>
                    <a:pt x="78901" y="185138"/>
                  </a:cubicBezTo>
                  <a:cubicBezTo>
                    <a:pt x="92502" y="180720"/>
                    <a:pt x="107185" y="175960"/>
                    <a:pt x="119292" y="175960"/>
                  </a:cubicBezTo>
                  <a:close/>
                  <a:moveTo>
                    <a:pt x="37963" y="123489"/>
                  </a:moveTo>
                  <a:cubicBezTo>
                    <a:pt x="61898" y="107876"/>
                    <a:pt x="91658" y="104061"/>
                    <a:pt x="118757" y="113132"/>
                  </a:cubicBezTo>
                  <a:cubicBezTo>
                    <a:pt x="121594" y="114041"/>
                    <a:pt x="124636" y="112512"/>
                    <a:pt x="125598" y="109692"/>
                  </a:cubicBezTo>
                  <a:cubicBezTo>
                    <a:pt x="126524" y="106854"/>
                    <a:pt x="124988" y="103800"/>
                    <a:pt x="122157" y="102851"/>
                  </a:cubicBezTo>
                  <a:cubicBezTo>
                    <a:pt x="91934" y="92755"/>
                    <a:pt x="58755" y="97017"/>
                    <a:pt x="32064" y="114424"/>
                  </a:cubicBezTo>
                  <a:cubicBezTo>
                    <a:pt x="29556" y="116036"/>
                    <a:pt x="28828" y="119377"/>
                    <a:pt x="30440" y="121886"/>
                  </a:cubicBezTo>
                  <a:cubicBezTo>
                    <a:pt x="30445" y="121893"/>
                    <a:pt x="30450" y="121901"/>
                    <a:pt x="30455" y="121908"/>
                  </a:cubicBezTo>
                  <a:cubicBezTo>
                    <a:pt x="31454" y="123444"/>
                    <a:pt x="33162" y="124370"/>
                    <a:pt x="34994" y="124370"/>
                  </a:cubicBezTo>
                  <a:cubicBezTo>
                    <a:pt x="36048" y="124373"/>
                    <a:pt x="37081" y="124067"/>
                    <a:pt x="37963" y="1234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4"/>
            <p:cNvSpPr/>
            <p:nvPr/>
          </p:nvSpPr>
          <p:spPr>
            <a:xfrm>
              <a:off x="6617812" y="2532460"/>
              <a:ext cx="48476" cy="121191"/>
            </a:xfrm>
            <a:custGeom>
              <a:avLst/>
              <a:gdLst/>
              <a:ahLst/>
              <a:cxnLst/>
              <a:rect l="l" t="t" r="r" b="b"/>
              <a:pathLst>
                <a:path w="78504" h="196260" extrusionOk="0">
                  <a:moveTo>
                    <a:pt x="87220" y="51413"/>
                  </a:moveTo>
                  <a:lnTo>
                    <a:pt x="31084" y="6531"/>
                  </a:lnTo>
                  <a:cubicBezTo>
                    <a:pt x="30935" y="55486"/>
                    <a:pt x="23394" y="104138"/>
                    <a:pt x="8716" y="150841"/>
                  </a:cubicBezTo>
                  <a:lnTo>
                    <a:pt x="72212" y="2027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4"/>
            <p:cNvSpPr/>
            <p:nvPr/>
          </p:nvSpPr>
          <p:spPr>
            <a:xfrm>
              <a:off x="6614475" y="2529122"/>
              <a:ext cx="55159" cy="127868"/>
            </a:xfrm>
            <a:custGeom>
              <a:avLst/>
              <a:gdLst/>
              <a:ahLst/>
              <a:cxnLst/>
              <a:rect l="l" t="t" r="r" b="b"/>
              <a:pathLst>
                <a:path w="89326" h="207074" extrusionOk="0">
                  <a:moveTo>
                    <a:pt x="77616" y="213605"/>
                  </a:moveTo>
                  <a:cubicBezTo>
                    <a:pt x="76370" y="213609"/>
                    <a:pt x="75160" y="213183"/>
                    <a:pt x="74191" y="212398"/>
                  </a:cubicBezTo>
                  <a:lnTo>
                    <a:pt x="10700" y="160451"/>
                  </a:lnTo>
                  <a:cubicBezTo>
                    <a:pt x="8985" y="159054"/>
                    <a:pt x="8299" y="156752"/>
                    <a:pt x="8970" y="154644"/>
                  </a:cubicBezTo>
                  <a:cubicBezTo>
                    <a:pt x="23486" y="108459"/>
                    <a:pt x="30940" y="60345"/>
                    <a:pt x="31080" y="11932"/>
                  </a:cubicBezTo>
                  <a:cubicBezTo>
                    <a:pt x="31082" y="9856"/>
                    <a:pt x="32276" y="7965"/>
                    <a:pt x="34151" y="7071"/>
                  </a:cubicBezTo>
                  <a:cubicBezTo>
                    <a:pt x="36022" y="6162"/>
                    <a:pt x="38251" y="6415"/>
                    <a:pt x="39872" y="7719"/>
                  </a:cubicBezTo>
                  <a:lnTo>
                    <a:pt x="96005" y="52589"/>
                  </a:lnTo>
                  <a:cubicBezTo>
                    <a:pt x="97438" y="53734"/>
                    <a:pt x="98195" y="55527"/>
                    <a:pt x="98016" y="57353"/>
                  </a:cubicBezTo>
                  <a:lnTo>
                    <a:pt x="83008" y="208740"/>
                  </a:lnTo>
                  <a:cubicBezTo>
                    <a:pt x="82808" y="210724"/>
                    <a:pt x="81537" y="212438"/>
                    <a:pt x="79696" y="213207"/>
                  </a:cubicBezTo>
                  <a:cubicBezTo>
                    <a:pt x="79035" y="213472"/>
                    <a:pt x="78328" y="213609"/>
                    <a:pt x="77616" y="213605"/>
                  </a:cubicBezTo>
                  <a:close/>
                  <a:moveTo>
                    <a:pt x="20369" y="154383"/>
                  </a:moveTo>
                  <a:lnTo>
                    <a:pt x="73218" y="197619"/>
                  </a:lnTo>
                  <a:lnTo>
                    <a:pt x="86927" y="59200"/>
                  </a:lnTo>
                  <a:lnTo>
                    <a:pt x="41748" y="23078"/>
                  </a:lnTo>
                  <a:cubicBezTo>
                    <a:pt x="40608" y="67613"/>
                    <a:pt x="33416" y="111786"/>
                    <a:pt x="20369" y="1543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4"/>
            <p:cNvSpPr/>
            <p:nvPr/>
          </p:nvSpPr>
          <p:spPr>
            <a:xfrm>
              <a:off x="6635486" y="2317475"/>
              <a:ext cx="227269" cy="400940"/>
            </a:xfrm>
            <a:custGeom>
              <a:avLst/>
              <a:gdLst/>
              <a:ahLst/>
              <a:cxnLst/>
              <a:rect l="l" t="t" r="r" b="b"/>
              <a:pathLst>
                <a:path w="368047" h="649295" extrusionOk="0">
                  <a:moveTo>
                    <a:pt x="70211" y="8441"/>
                  </a:moveTo>
                  <a:cubicBezTo>
                    <a:pt x="68839" y="6838"/>
                    <a:pt x="66666" y="6169"/>
                    <a:pt x="64630" y="6723"/>
                  </a:cubicBezTo>
                  <a:cubicBezTo>
                    <a:pt x="62597" y="7293"/>
                    <a:pt x="61080" y="8992"/>
                    <a:pt x="60743" y="11076"/>
                  </a:cubicBezTo>
                  <a:cubicBezTo>
                    <a:pt x="35530" y="167284"/>
                    <a:pt x="42845" y="258564"/>
                    <a:pt x="53384" y="307309"/>
                  </a:cubicBezTo>
                  <a:cubicBezTo>
                    <a:pt x="57306" y="332572"/>
                    <a:pt x="68693" y="356086"/>
                    <a:pt x="86081" y="374828"/>
                  </a:cubicBezTo>
                  <a:cubicBezTo>
                    <a:pt x="89618" y="378337"/>
                    <a:pt x="94761" y="382876"/>
                    <a:pt x="100752" y="387881"/>
                  </a:cubicBezTo>
                  <a:lnTo>
                    <a:pt x="41518" y="353325"/>
                  </a:lnTo>
                  <a:cubicBezTo>
                    <a:pt x="39776" y="352304"/>
                    <a:pt x="37608" y="352347"/>
                    <a:pt x="35908" y="353438"/>
                  </a:cubicBezTo>
                  <a:cubicBezTo>
                    <a:pt x="34195" y="354510"/>
                    <a:pt x="33227" y="356453"/>
                    <a:pt x="33402" y="358467"/>
                  </a:cubicBezTo>
                  <a:cubicBezTo>
                    <a:pt x="43224" y="472506"/>
                    <a:pt x="9709" y="535305"/>
                    <a:pt x="9371" y="535917"/>
                  </a:cubicBezTo>
                  <a:cubicBezTo>
                    <a:pt x="7987" y="538472"/>
                    <a:pt x="8864" y="541667"/>
                    <a:pt x="11359" y="543160"/>
                  </a:cubicBezTo>
                  <a:cubicBezTo>
                    <a:pt x="20871" y="548825"/>
                    <a:pt x="202120" y="655826"/>
                    <a:pt x="302336" y="655826"/>
                  </a:cubicBezTo>
                  <a:cubicBezTo>
                    <a:pt x="327364" y="655826"/>
                    <a:pt x="347351" y="649159"/>
                    <a:pt x="358340" y="632573"/>
                  </a:cubicBezTo>
                  <a:cubicBezTo>
                    <a:pt x="463293" y="475158"/>
                    <a:pt x="86307" y="27425"/>
                    <a:pt x="70211" y="8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4"/>
            <p:cNvSpPr/>
            <p:nvPr/>
          </p:nvSpPr>
          <p:spPr>
            <a:xfrm>
              <a:off x="5925264" y="2029958"/>
              <a:ext cx="105122" cy="272198"/>
            </a:xfrm>
            <a:custGeom>
              <a:avLst/>
              <a:gdLst/>
              <a:ahLst/>
              <a:cxnLst/>
              <a:rect l="l" t="t" r="r" b="b"/>
              <a:pathLst>
                <a:path w="170238" h="440806" extrusionOk="0">
                  <a:moveTo>
                    <a:pt x="158212" y="407220"/>
                  </a:moveTo>
                  <a:lnTo>
                    <a:pt x="143783" y="336071"/>
                  </a:lnTo>
                  <a:cubicBezTo>
                    <a:pt x="164011" y="306049"/>
                    <a:pt x="175913" y="271198"/>
                    <a:pt x="178271" y="235074"/>
                  </a:cubicBezTo>
                  <a:cubicBezTo>
                    <a:pt x="184910" y="169413"/>
                    <a:pt x="141473" y="1870"/>
                    <a:pt x="120550" y="6630"/>
                  </a:cubicBezTo>
                  <a:cubicBezTo>
                    <a:pt x="87788" y="14135"/>
                    <a:pt x="130794" y="85135"/>
                    <a:pt x="130794" y="139416"/>
                  </a:cubicBezTo>
                  <a:cubicBezTo>
                    <a:pt x="130794" y="139416"/>
                    <a:pt x="130794" y="125852"/>
                    <a:pt x="112035" y="148075"/>
                  </a:cubicBezTo>
                  <a:cubicBezTo>
                    <a:pt x="112035" y="148075"/>
                    <a:pt x="71914" y="149085"/>
                    <a:pt x="63689" y="167558"/>
                  </a:cubicBezTo>
                  <a:cubicBezTo>
                    <a:pt x="46902" y="168869"/>
                    <a:pt x="31970" y="178720"/>
                    <a:pt x="24155" y="193637"/>
                  </a:cubicBezTo>
                  <a:cubicBezTo>
                    <a:pt x="24155" y="193637"/>
                    <a:pt x="8716" y="203885"/>
                    <a:pt x="8716" y="239106"/>
                  </a:cubicBezTo>
                  <a:cubicBezTo>
                    <a:pt x="8716" y="274326"/>
                    <a:pt x="12889" y="290904"/>
                    <a:pt x="24155" y="292779"/>
                  </a:cubicBezTo>
                  <a:cubicBezTo>
                    <a:pt x="24155" y="292779"/>
                    <a:pt x="15351" y="342272"/>
                    <a:pt x="54334" y="355844"/>
                  </a:cubicBezTo>
                  <a:lnTo>
                    <a:pt x="78432" y="447337"/>
                  </a:ln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4"/>
            <p:cNvSpPr/>
            <p:nvPr/>
          </p:nvSpPr>
          <p:spPr>
            <a:xfrm>
              <a:off x="5921920" y="2026610"/>
              <a:ext cx="111795" cy="278890"/>
            </a:xfrm>
            <a:custGeom>
              <a:avLst/>
              <a:gdLst/>
              <a:ahLst/>
              <a:cxnLst/>
              <a:rect l="l" t="t" r="r" b="b"/>
              <a:pathLst>
                <a:path w="181044" h="451644" extrusionOk="0">
                  <a:moveTo>
                    <a:pt x="135031" y="10060"/>
                  </a:moveTo>
                  <a:cubicBezTo>
                    <a:pt x="130830" y="6367"/>
                    <a:pt x="127165" y="6226"/>
                    <a:pt x="124754" y="6761"/>
                  </a:cubicBezTo>
                  <a:cubicBezTo>
                    <a:pt x="118908" y="8101"/>
                    <a:pt x="114526" y="11159"/>
                    <a:pt x="111733" y="15851"/>
                  </a:cubicBezTo>
                  <a:cubicBezTo>
                    <a:pt x="104088" y="28775"/>
                    <a:pt x="110241" y="50761"/>
                    <a:pt x="118063" y="78582"/>
                  </a:cubicBezTo>
                  <a:cubicBezTo>
                    <a:pt x="123177" y="96802"/>
                    <a:pt x="128887" y="117110"/>
                    <a:pt x="130408" y="135671"/>
                  </a:cubicBezTo>
                  <a:cubicBezTo>
                    <a:pt x="126167" y="136879"/>
                    <a:pt x="121205" y="140902"/>
                    <a:pt x="114876" y="148145"/>
                  </a:cubicBezTo>
                  <a:cubicBezTo>
                    <a:pt x="105549" y="148668"/>
                    <a:pt x="75938" y="151598"/>
                    <a:pt x="65705" y="167862"/>
                  </a:cubicBezTo>
                  <a:cubicBezTo>
                    <a:pt x="48596" y="170095"/>
                    <a:pt x="33591" y="180379"/>
                    <a:pt x="25330" y="195526"/>
                  </a:cubicBezTo>
                  <a:cubicBezTo>
                    <a:pt x="21242" y="199006"/>
                    <a:pt x="8716" y="212313"/>
                    <a:pt x="8716" y="244527"/>
                  </a:cubicBezTo>
                  <a:cubicBezTo>
                    <a:pt x="8716" y="274223"/>
                    <a:pt x="11392" y="295545"/>
                    <a:pt x="23604" y="301871"/>
                  </a:cubicBezTo>
                  <a:cubicBezTo>
                    <a:pt x="21592" y="321096"/>
                    <a:pt x="26018" y="353375"/>
                    <a:pt x="55215" y="365346"/>
                  </a:cubicBezTo>
                  <a:lnTo>
                    <a:pt x="78610" y="454147"/>
                  </a:lnTo>
                  <a:cubicBezTo>
                    <a:pt x="79024" y="455722"/>
                    <a:pt x="80126" y="457026"/>
                    <a:pt x="81611" y="457696"/>
                  </a:cubicBezTo>
                  <a:cubicBezTo>
                    <a:pt x="82311" y="458015"/>
                    <a:pt x="83068" y="458179"/>
                    <a:pt x="83836" y="458175"/>
                  </a:cubicBezTo>
                  <a:cubicBezTo>
                    <a:pt x="84673" y="458171"/>
                    <a:pt x="85502" y="457974"/>
                    <a:pt x="86251" y="457600"/>
                  </a:cubicBezTo>
                  <a:lnTo>
                    <a:pt x="166059" y="417474"/>
                  </a:lnTo>
                  <a:cubicBezTo>
                    <a:pt x="168244" y="416384"/>
                    <a:pt x="169419" y="413962"/>
                    <a:pt x="168932" y="411572"/>
                  </a:cubicBezTo>
                  <a:lnTo>
                    <a:pt x="154953" y="342628"/>
                  </a:lnTo>
                  <a:cubicBezTo>
                    <a:pt x="174923" y="312284"/>
                    <a:pt x="186677" y="277280"/>
                    <a:pt x="189071" y="241035"/>
                  </a:cubicBezTo>
                  <a:cubicBezTo>
                    <a:pt x="195107" y="181301"/>
                    <a:pt x="160256" y="32356"/>
                    <a:pt x="135031" y="10060"/>
                  </a:cubicBezTo>
                  <a:close/>
                  <a:moveTo>
                    <a:pt x="178295" y="240125"/>
                  </a:moveTo>
                  <a:cubicBezTo>
                    <a:pt x="175994" y="275303"/>
                    <a:pt x="164405" y="309241"/>
                    <a:pt x="144712" y="338479"/>
                  </a:cubicBezTo>
                  <a:cubicBezTo>
                    <a:pt x="143908" y="339679"/>
                    <a:pt x="143618" y="341152"/>
                    <a:pt x="143908" y="342567"/>
                  </a:cubicBezTo>
                  <a:lnTo>
                    <a:pt x="157508" y="409664"/>
                  </a:lnTo>
                  <a:lnTo>
                    <a:pt x="87369" y="444925"/>
                  </a:lnTo>
                  <a:lnTo>
                    <a:pt x="64961" y="359890"/>
                  </a:lnTo>
                  <a:cubicBezTo>
                    <a:pt x="64502" y="358147"/>
                    <a:pt x="63210" y="356746"/>
                    <a:pt x="61508" y="356152"/>
                  </a:cubicBezTo>
                  <a:cubicBezTo>
                    <a:pt x="27431" y="344285"/>
                    <a:pt x="34577" y="300981"/>
                    <a:pt x="34899" y="299146"/>
                  </a:cubicBezTo>
                  <a:cubicBezTo>
                    <a:pt x="35152" y="297724"/>
                    <a:pt x="34831" y="296259"/>
                    <a:pt x="34002" y="295074"/>
                  </a:cubicBezTo>
                  <a:cubicBezTo>
                    <a:pt x="33165" y="293899"/>
                    <a:pt x="31897" y="293104"/>
                    <a:pt x="30477" y="292861"/>
                  </a:cubicBezTo>
                  <a:cubicBezTo>
                    <a:pt x="23133" y="291654"/>
                    <a:pt x="19556" y="275825"/>
                    <a:pt x="19556" y="244523"/>
                  </a:cubicBezTo>
                  <a:cubicBezTo>
                    <a:pt x="19556" y="213222"/>
                    <a:pt x="32521" y="203613"/>
                    <a:pt x="32577" y="203569"/>
                  </a:cubicBezTo>
                  <a:cubicBezTo>
                    <a:pt x="33338" y="203059"/>
                    <a:pt x="33957" y="202368"/>
                    <a:pt x="34380" y="201557"/>
                  </a:cubicBezTo>
                  <a:cubicBezTo>
                    <a:pt x="41277" y="188234"/>
                    <a:pt x="54595" y="179443"/>
                    <a:pt x="69556" y="178332"/>
                  </a:cubicBezTo>
                  <a:cubicBezTo>
                    <a:pt x="71536" y="178176"/>
                    <a:pt x="73274" y="176948"/>
                    <a:pt x="74079" y="175133"/>
                  </a:cubicBezTo>
                  <a:cubicBezTo>
                    <a:pt x="79660" y="162575"/>
                    <a:pt x="107396" y="159122"/>
                    <a:pt x="117612" y="158857"/>
                  </a:cubicBezTo>
                  <a:cubicBezTo>
                    <a:pt x="119153" y="158812"/>
                    <a:pt x="120602" y="158112"/>
                    <a:pt x="121600" y="156937"/>
                  </a:cubicBezTo>
                  <a:cubicBezTo>
                    <a:pt x="126477" y="151159"/>
                    <a:pt x="129591" y="148439"/>
                    <a:pt x="131366" y="147171"/>
                  </a:cubicBezTo>
                  <a:cubicBezTo>
                    <a:pt x="132255" y="148946"/>
                    <a:pt x="134049" y="150089"/>
                    <a:pt x="136033" y="150145"/>
                  </a:cubicBezTo>
                  <a:cubicBezTo>
                    <a:pt x="123463" y="162619"/>
                    <a:pt x="123962" y="180919"/>
                    <a:pt x="124517" y="197224"/>
                  </a:cubicBezTo>
                  <a:cubicBezTo>
                    <a:pt x="124956" y="209778"/>
                    <a:pt x="125362" y="221644"/>
                    <a:pt x="120445" y="230114"/>
                  </a:cubicBezTo>
                  <a:cubicBezTo>
                    <a:pt x="119491" y="231721"/>
                    <a:pt x="118393" y="233238"/>
                    <a:pt x="117162" y="234645"/>
                  </a:cubicBezTo>
                  <a:cubicBezTo>
                    <a:pt x="120039" y="217866"/>
                    <a:pt x="119612" y="196560"/>
                    <a:pt x="119274" y="187892"/>
                  </a:cubicBezTo>
                  <a:cubicBezTo>
                    <a:pt x="119165" y="184912"/>
                    <a:pt x="116663" y="182584"/>
                    <a:pt x="113681" y="182692"/>
                  </a:cubicBezTo>
                  <a:cubicBezTo>
                    <a:pt x="113669" y="182692"/>
                    <a:pt x="113653" y="182693"/>
                    <a:pt x="113641" y="182694"/>
                  </a:cubicBezTo>
                  <a:cubicBezTo>
                    <a:pt x="110651" y="182814"/>
                    <a:pt x="108321" y="185335"/>
                    <a:pt x="108442" y="188326"/>
                  </a:cubicBezTo>
                  <a:cubicBezTo>
                    <a:pt x="108442" y="188327"/>
                    <a:pt x="108442" y="188327"/>
                    <a:pt x="108442" y="188327"/>
                  </a:cubicBezTo>
                  <a:cubicBezTo>
                    <a:pt x="109428" y="213572"/>
                    <a:pt x="107009" y="238158"/>
                    <a:pt x="103988" y="245264"/>
                  </a:cubicBezTo>
                  <a:cubicBezTo>
                    <a:pt x="103376" y="245666"/>
                    <a:pt x="102805" y="246068"/>
                    <a:pt x="102177" y="246447"/>
                  </a:cubicBezTo>
                  <a:cubicBezTo>
                    <a:pt x="98366" y="242986"/>
                    <a:pt x="92250" y="226625"/>
                    <a:pt x="88540" y="209480"/>
                  </a:cubicBezTo>
                  <a:cubicBezTo>
                    <a:pt x="87949" y="206610"/>
                    <a:pt x="85168" y="204744"/>
                    <a:pt x="82287" y="205287"/>
                  </a:cubicBezTo>
                  <a:cubicBezTo>
                    <a:pt x="79414" y="205821"/>
                    <a:pt x="77483" y="208542"/>
                    <a:pt x="77929" y="211432"/>
                  </a:cubicBezTo>
                  <a:cubicBezTo>
                    <a:pt x="80988" y="231052"/>
                    <a:pt x="82428" y="253951"/>
                    <a:pt x="80581" y="263435"/>
                  </a:cubicBezTo>
                  <a:cubicBezTo>
                    <a:pt x="77016" y="258474"/>
                    <a:pt x="71801" y="248708"/>
                    <a:pt x="68377" y="242298"/>
                  </a:cubicBezTo>
                  <a:cubicBezTo>
                    <a:pt x="58257" y="223386"/>
                    <a:pt x="53662" y="214747"/>
                    <a:pt x="46576" y="216747"/>
                  </a:cubicBezTo>
                  <a:cubicBezTo>
                    <a:pt x="40697" y="218409"/>
                    <a:pt x="40629" y="225764"/>
                    <a:pt x="41080" y="233152"/>
                  </a:cubicBezTo>
                  <a:cubicBezTo>
                    <a:pt x="41248" y="236126"/>
                    <a:pt x="43276" y="238661"/>
                    <a:pt x="46801" y="238226"/>
                  </a:cubicBezTo>
                  <a:cubicBezTo>
                    <a:pt x="49075" y="238095"/>
                    <a:pt x="51022" y="236549"/>
                    <a:pt x="51662" y="234363"/>
                  </a:cubicBezTo>
                  <a:cubicBezTo>
                    <a:pt x="54056" y="238464"/>
                    <a:pt x="56720" y="243465"/>
                    <a:pt x="58820" y="247400"/>
                  </a:cubicBezTo>
                  <a:cubicBezTo>
                    <a:pt x="66091" y="261017"/>
                    <a:pt x="70763" y="269185"/>
                    <a:pt x="74948" y="273374"/>
                  </a:cubicBezTo>
                  <a:cubicBezTo>
                    <a:pt x="72171" y="278778"/>
                    <a:pt x="69838" y="285156"/>
                    <a:pt x="68292" y="293131"/>
                  </a:cubicBezTo>
                  <a:cubicBezTo>
                    <a:pt x="67725" y="296065"/>
                    <a:pt x="69644" y="298903"/>
                    <a:pt x="72578" y="299472"/>
                  </a:cubicBezTo>
                  <a:cubicBezTo>
                    <a:pt x="72916" y="299538"/>
                    <a:pt x="73258" y="299570"/>
                    <a:pt x="73604" y="299569"/>
                  </a:cubicBezTo>
                  <a:cubicBezTo>
                    <a:pt x="76195" y="299572"/>
                    <a:pt x="78428" y="297733"/>
                    <a:pt x="78919" y="295187"/>
                  </a:cubicBezTo>
                  <a:cubicBezTo>
                    <a:pt x="80573" y="286636"/>
                    <a:pt x="83168" y="280239"/>
                    <a:pt x="86351" y="275100"/>
                  </a:cubicBezTo>
                  <a:cubicBezTo>
                    <a:pt x="86726" y="274866"/>
                    <a:pt x="87076" y="274596"/>
                    <a:pt x="87401" y="274295"/>
                  </a:cubicBezTo>
                  <a:cubicBezTo>
                    <a:pt x="88138" y="273320"/>
                    <a:pt x="88737" y="272250"/>
                    <a:pt x="89184" y="271113"/>
                  </a:cubicBezTo>
                  <a:cubicBezTo>
                    <a:pt x="94081" y="264888"/>
                    <a:pt x="99984" y="260743"/>
                    <a:pt x="106160" y="256768"/>
                  </a:cubicBezTo>
                  <a:cubicBezTo>
                    <a:pt x="106776" y="256494"/>
                    <a:pt x="107436" y="256442"/>
                    <a:pt x="108019" y="256031"/>
                  </a:cubicBezTo>
                  <a:cubicBezTo>
                    <a:pt x="108631" y="255566"/>
                    <a:pt x="109194" y="255039"/>
                    <a:pt x="109697" y="254458"/>
                  </a:cubicBezTo>
                  <a:cubicBezTo>
                    <a:pt x="117145" y="249662"/>
                    <a:pt x="124630" y="244463"/>
                    <a:pt x="129816" y="235546"/>
                  </a:cubicBezTo>
                  <a:cubicBezTo>
                    <a:pt x="136299" y="224372"/>
                    <a:pt x="135820" y="210377"/>
                    <a:pt x="135353" y="196833"/>
                  </a:cubicBezTo>
                  <a:cubicBezTo>
                    <a:pt x="134806" y="180907"/>
                    <a:pt x="134283" y="165850"/>
                    <a:pt x="144809" y="156161"/>
                  </a:cubicBezTo>
                  <a:cubicBezTo>
                    <a:pt x="150575" y="159094"/>
                    <a:pt x="157323" y="195043"/>
                    <a:pt x="159255" y="233096"/>
                  </a:cubicBezTo>
                  <a:cubicBezTo>
                    <a:pt x="159411" y="236098"/>
                    <a:pt x="162047" y="238874"/>
                    <a:pt x="164936" y="238226"/>
                  </a:cubicBezTo>
                  <a:cubicBezTo>
                    <a:pt x="167914" y="238064"/>
                    <a:pt x="170199" y="235524"/>
                    <a:pt x="170050" y="232544"/>
                  </a:cubicBezTo>
                  <a:cubicBezTo>
                    <a:pt x="168843" y="208728"/>
                    <a:pt x="164373" y="152636"/>
                    <a:pt x="148982" y="146166"/>
                  </a:cubicBezTo>
                  <a:cubicBezTo>
                    <a:pt x="146527" y="145180"/>
                    <a:pt x="143779" y="145196"/>
                    <a:pt x="141337" y="146210"/>
                  </a:cubicBezTo>
                  <a:cubicBezTo>
                    <a:pt x="141497" y="145751"/>
                    <a:pt x="141598" y="145272"/>
                    <a:pt x="141626" y="144785"/>
                  </a:cubicBezTo>
                  <a:cubicBezTo>
                    <a:pt x="141626" y="122449"/>
                    <a:pt x="134637" y="97574"/>
                    <a:pt x="128476" y="75632"/>
                  </a:cubicBezTo>
                  <a:cubicBezTo>
                    <a:pt x="121922" y="52322"/>
                    <a:pt x="115737" y="30296"/>
                    <a:pt x="121036" y="21359"/>
                  </a:cubicBezTo>
                  <a:cubicBezTo>
                    <a:pt x="122288" y="19263"/>
                    <a:pt x="124256" y="17963"/>
                    <a:pt x="126646" y="17303"/>
                  </a:cubicBezTo>
                  <a:cubicBezTo>
                    <a:pt x="143175" y="22196"/>
                    <a:pt x="184963" y="174075"/>
                    <a:pt x="178295" y="240125"/>
                  </a:cubicBezTo>
                  <a:close/>
                  <a:moveTo>
                    <a:pt x="93292" y="252414"/>
                  </a:moveTo>
                  <a:cubicBezTo>
                    <a:pt x="92890" y="252704"/>
                    <a:pt x="92488" y="252961"/>
                    <a:pt x="92085" y="253259"/>
                  </a:cubicBezTo>
                  <a:cubicBezTo>
                    <a:pt x="92085" y="252539"/>
                    <a:pt x="92170" y="251867"/>
                    <a:pt x="92174" y="251134"/>
                  </a:cubicBezTo>
                  <a:cubicBezTo>
                    <a:pt x="92540" y="251633"/>
                    <a:pt x="92926" y="251963"/>
                    <a:pt x="93292" y="252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4"/>
            <p:cNvSpPr/>
            <p:nvPr/>
          </p:nvSpPr>
          <p:spPr>
            <a:xfrm>
              <a:off x="5958825" y="2240585"/>
              <a:ext cx="70309" cy="86351"/>
            </a:xfrm>
            <a:custGeom>
              <a:avLst/>
              <a:gdLst/>
              <a:ahLst/>
              <a:cxnLst/>
              <a:rect l="l" t="t" r="r" b="b"/>
              <a:pathLst>
                <a:path w="113861" h="139839" extrusionOk="0">
                  <a:moveTo>
                    <a:pt x="122578" y="103219"/>
                  </a:moveTo>
                  <a:lnTo>
                    <a:pt x="115077" y="6531"/>
                  </a:lnTo>
                  <a:cubicBezTo>
                    <a:pt x="85921" y="37533"/>
                    <a:pt x="49300" y="60539"/>
                    <a:pt x="8716" y="73350"/>
                  </a:cubicBezTo>
                  <a:lnTo>
                    <a:pt x="23149" y="1463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44"/>
            <p:cNvSpPr/>
            <p:nvPr/>
          </p:nvSpPr>
          <p:spPr>
            <a:xfrm>
              <a:off x="5955482" y="2237257"/>
              <a:ext cx="77000" cy="93021"/>
            </a:xfrm>
            <a:custGeom>
              <a:avLst/>
              <a:gdLst/>
              <a:ahLst/>
              <a:cxnLst/>
              <a:rect l="l" t="t" r="r" b="b"/>
              <a:pathLst>
                <a:path w="124696" h="150642" extrusionOk="0">
                  <a:moveTo>
                    <a:pt x="28571" y="157174"/>
                  </a:moveTo>
                  <a:cubicBezTo>
                    <a:pt x="27698" y="157172"/>
                    <a:pt x="26837" y="156957"/>
                    <a:pt x="26064" y="156550"/>
                  </a:cubicBezTo>
                  <a:cubicBezTo>
                    <a:pt x="24608" y="155789"/>
                    <a:pt x="23573" y="154413"/>
                    <a:pt x="23248" y="152804"/>
                  </a:cubicBezTo>
                  <a:lnTo>
                    <a:pt x="8818" y="79788"/>
                  </a:lnTo>
                  <a:cubicBezTo>
                    <a:pt x="8287" y="77086"/>
                    <a:pt x="9872" y="74418"/>
                    <a:pt x="12496" y="73587"/>
                  </a:cubicBezTo>
                  <a:cubicBezTo>
                    <a:pt x="52187" y="61040"/>
                    <a:pt x="88007" y="38541"/>
                    <a:pt x="116539" y="8233"/>
                  </a:cubicBezTo>
                  <a:cubicBezTo>
                    <a:pt x="118012" y="6675"/>
                    <a:pt x="120265" y="6128"/>
                    <a:pt x="122289" y="6836"/>
                  </a:cubicBezTo>
                  <a:cubicBezTo>
                    <a:pt x="124305" y="7549"/>
                    <a:pt x="125714" y="9383"/>
                    <a:pt x="125883" y="11516"/>
                  </a:cubicBezTo>
                  <a:lnTo>
                    <a:pt x="133395" y="108208"/>
                  </a:lnTo>
                  <a:cubicBezTo>
                    <a:pt x="133580" y="110506"/>
                    <a:pt x="132289" y="112667"/>
                    <a:pt x="130176" y="113592"/>
                  </a:cubicBezTo>
                  <a:lnTo>
                    <a:pt x="30728" y="156711"/>
                  </a:lnTo>
                  <a:cubicBezTo>
                    <a:pt x="30048" y="157009"/>
                    <a:pt x="29315" y="157167"/>
                    <a:pt x="28571" y="157174"/>
                  </a:cubicBezTo>
                  <a:close/>
                  <a:moveTo>
                    <a:pt x="20387" y="82395"/>
                  </a:moveTo>
                  <a:lnTo>
                    <a:pt x="32575" y="144120"/>
                  </a:lnTo>
                  <a:lnTo>
                    <a:pt x="122305" y="105198"/>
                  </a:lnTo>
                  <a:lnTo>
                    <a:pt x="116012" y="24179"/>
                  </a:lnTo>
                  <a:cubicBezTo>
                    <a:pt x="88848" y="50435"/>
                    <a:pt x="56182" y="70320"/>
                    <a:pt x="20387" y="823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44"/>
            <p:cNvSpPr/>
            <p:nvPr/>
          </p:nvSpPr>
          <p:spPr>
            <a:xfrm>
              <a:off x="5955484" y="2265019"/>
              <a:ext cx="283565" cy="367349"/>
            </a:xfrm>
            <a:custGeom>
              <a:avLst/>
              <a:gdLst/>
              <a:ahLst/>
              <a:cxnLst/>
              <a:rect l="l" t="t" r="r" b="b"/>
              <a:pathLst>
                <a:path w="459215" h="594897" extrusionOk="0">
                  <a:moveTo>
                    <a:pt x="450473" y="95757"/>
                  </a:moveTo>
                  <a:cubicBezTo>
                    <a:pt x="450050" y="93909"/>
                    <a:pt x="448690" y="92417"/>
                    <a:pt x="446892" y="91826"/>
                  </a:cubicBezTo>
                  <a:cubicBezTo>
                    <a:pt x="445093" y="91219"/>
                    <a:pt x="443109" y="91599"/>
                    <a:pt x="441661" y="92828"/>
                  </a:cubicBezTo>
                  <a:cubicBezTo>
                    <a:pt x="440377" y="93926"/>
                    <a:pt x="316673" y="200046"/>
                    <a:pt x="260964" y="329121"/>
                  </a:cubicBezTo>
                  <a:lnTo>
                    <a:pt x="140539" y="10034"/>
                  </a:lnTo>
                  <a:cubicBezTo>
                    <a:pt x="139839" y="8177"/>
                    <a:pt x="138181" y="6852"/>
                    <a:pt x="136214" y="6581"/>
                  </a:cubicBezTo>
                  <a:cubicBezTo>
                    <a:pt x="134238" y="6310"/>
                    <a:pt x="132278" y="7151"/>
                    <a:pt x="131111" y="8766"/>
                  </a:cubicBezTo>
                  <a:cubicBezTo>
                    <a:pt x="130633" y="9398"/>
                    <a:pt x="83393" y="73224"/>
                    <a:pt x="13214" y="85259"/>
                  </a:cubicBezTo>
                  <a:cubicBezTo>
                    <a:pt x="11794" y="85496"/>
                    <a:pt x="10530" y="86293"/>
                    <a:pt x="9705" y="87472"/>
                  </a:cubicBezTo>
                  <a:cubicBezTo>
                    <a:pt x="8872" y="88645"/>
                    <a:pt x="8546" y="90104"/>
                    <a:pt x="8800" y="91520"/>
                  </a:cubicBezTo>
                  <a:cubicBezTo>
                    <a:pt x="18119" y="144493"/>
                    <a:pt x="101211" y="601428"/>
                    <a:pt x="196253" y="601428"/>
                  </a:cubicBezTo>
                  <a:cubicBezTo>
                    <a:pt x="197935" y="601432"/>
                    <a:pt x="199613" y="601299"/>
                    <a:pt x="201270" y="601026"/>
                  </a:cubicBezTo>
                  <a:cubicBezTo>
                    <a:pt x="282527" y="585973"/>
                    <a:pt x="393681" y="459617"/>
                    <a:pt x="425799" y="421254"/>
                  </a:cubicBezTo>
                  <a:cubicBezTo>
                    <a:pt x="435770" y="409424"/>
                    <a:pt x="443415" y="395817"/>
                    <a:pt x="448332" y="381149"/>
                  </a:cubicBezTo>
                  <a:cubicBezTo>
                    <a:pt x="466029" y="324780"/>
                    <a:pt x="480772" y="229528"/>
                    <a:pt x="450473" y="95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4"/>
            <p:cNvSpPr/>
            <p:nvPr/>
          </p:nvSpPr>
          <p:spPr>
            <a:xfrm>
              <a:off x="6112640" y="2339637"/>
              <a:ext cx="695260" cy="298984"/>
            </a:xfrm>
            <a:custGeom>
              <a:avLst/>
              <a:gdLst/>
              <a:ahLst/>
              <a:cxnLst/>
              <a:rect l="l" t="t" r="r" b="b"/>
              <a:pathLst>
                <a:path w="1125927" h="484185" extrusionOk="0">
                  <a:moveTo>
                    <a:pt x="1015515" y="403257"/>
                  </a:moveTo>
                  <a:cubicBezTo>
                    <a:pt x="1014354" y="403256"/>
                    <a:pt x="1013225" y="402881"/>
                    <a:pt x="1012296" y="402187"/>
                  </a:cubicBezTo>
                  <a:cubicBezTo>
                    <a:pt x="1011941" y="401934"/>
                    <a:pt x="977132" y="376061"/>
                    <a:pt x="952498" y="356006"/>
                  </a:cubicBezTo>
                  <a:cubicBezTo>
                    <a:pt x="950174" y="354133"/>
                    <a:pt x="949809" y="350731"/>
                    <a:pt x="951681" y="348407"/>
                  </a:cubicBezTo>
                  <a:cubicBezTo>
                    <a:pt x="951685" y="348403"/>
                    <a:pt x="951689" y="348398"/>
                    <a:pt x="951693" y="348393"/>
                  </a:cubicBezTo>
                  <a:cubicBezTo>
                    <a:pt x="953554" y="346071"/>
                    <a:pt x="956945" y="345698"/>
                    <a:pt x="959267" y="347560"/>
                  </a:cubicBezTo>
                  <a:cubicBezTo>
                    <a:pt x="959279" y="347569"/>
                    <a:pt x="959290" y="347579"/>
                    <a:pt x="959302" y="347588"/>
                  </a:cubicBezTo>
                  <a:cubicBezTo>
                    <a:pt x="983755" y="367490"/>
                    <a:pt x="1018380" y="393222"/>
                    <a:pt x="1018734" y="393492"/>
                  </a:cubicBezTo>
                  <a:cubicBezTo>
                    <a:pt x="1021131" y="395272"/>
                    <a:pt x="1021632" y="398660"/>
                    <a:pt x="1019851" y="401058"/>
                  </a:cubicBezTo>
                  <a:cubicBezTo>
                    <a:pt x="1018832" y="402430"/>
                    <a:pt x="1017224" y="403240"/>
                    <a:pt x="1015515" y="403241"/>
                  </a:cubicBezTo>
                  <a:close/>
                  <a:moveTo>
                    <a:pt x="910493" y="35377"/>
                  </a:moveTo>
                  <a:cubicBezTo>
                    <a:pt x="911210" y="29318"/>
                    <a:pt x="912014" y="23471"/>
                    <a:pt x="912932" y="16900"/>
                  </a:cubicBezTo>
                  <a:lnTo>
                    <a:pt x="913507" y="12703"/>
                  </a:lnTo>
                  <a:cubicBezTo>
                    <a:pt x="913924" y="9750"/>
                    <a:pt x="911868" y="7018"/>
                    <a:pt x="908915" y="6601"/>
                  </a:cubicBezTo>
                  <a:cubicBezTo>
                    <a:pt x="908910" y="6601"/>
                    <a:pt x="908905" y="6600"/>
                    <a:pt x="908900" y="6599"/>
                  </a:cubicBezTo>
                  <a:cubicBezTo>
                    <a:pt x="906010" y="6134"/>
                    <a:pt x="903291" y="8100"/>
                    <a:pt x="902826" y="10989"/>
                  </a:cubicBezTo>
                  <a:cubicBezTo>
                    <a:pt x="902815" y="11062"/>
                    <a:pt x="902804" y="11134"/>
                    <a:pt x="902796" y="11206"/>
                  </a:cubicBezTo>
                  <a:lnTo>
                    <a:pt x="902204" y="15423"/>
                  </a:lnTo>
                  <a:cubicBezTo>
                    <a:pt x="901291" y="22059"/>
                    <a:pt x="900458" y="27994"/>
                    <a:pt x="899754" y="34138"/>
                  </a:cubicBezTo>
                  <a:cubicBezTo>
                    <a:pt x="899406" y="37096"/>
                    <a:pt x="901521" y="39775"/>
                    <a:pt x="904479" y="40123"/>
                  </a:cubicBezTo>
                  <a:cubicBezTo>
                    <a:pt x="904487" y="40124"/>
                    <a:pt x="904494" y="40125"/>
                    <a:pt x="904502" y="40125"/>
                  </a:cubicBezTo>
                  <a:cubicBezTo>
                    <a:pt x="904707" y="40154"/>
                    <a:pt x="904914" y="40168"/>
                    <a:pt x="905122" y="40170"/>
                  </a:cubicBezTo>
                  <a:cubicBezTo>
                    <a:pt x="907867" y="40168"/>
                    <a:pt x="910174" y="38106"/>
                    <a:pt x="910481" y="35377"/>
                  </a:cubicBezTo>
                  <a:close/>
                  <a:moveTo>
                    <a:pt x="906631" y="275860"/>
                  </a:moveTo>
                  <a:cubicBezTo>
                    <a:pt x="909555" y="275273"/>
                    <a:pt x="911449" y="272427"/>
                    <a:pt x="910862" y="269503"/>
                  </a:cubicBezTo>
                  <a:cubicBezTo>
                    <a:pt x="910861" y="269499"/>
                    <a:pt x="910860" y="269494"/>
                    <a:pt x="910860" y="269490"/>
                  </a:cubicBezTo>
                  <a:cubicBezTo>
                    <a:pt x="903347" y="232552"/>
                    <a:pt x="896623" y="167201"/>
                    <a:pt x="907170" y="65620"/>
                  </a:cubicBezTo>
                  <a:cubicBezTo>
                    <a:pt x="907481" y="62648"/>
                    <a:pt x="905324" y="59985"/>
                    <a:pt x="902351" y="59674"/>
                  </a:cubicBezTo>
                  <a:cubicBezTo>
                    <a:pt x="902348" y="59674"/>
                    <a:pt x="902344" y="59673"/>
                    <a:pt x="902341" y="59673"/>
                  </a:cubicBezTo>
                  <a:cubicBezTo>
                    <a:pt x="899211" y="59448"/>
                    <a:pt x="896708" y="61532"/>
                    <a:pt x="896394" y="64502"/>
                  </a:cubicBezTo>
                  <a:cubicBezTo>
                    <a:pt x="887944" y="146000"/>
                    <a:pt x="889264" y="217619"/>
                    <a:pt x="900241" y="271639"/>
                  </a:cubicBezTo>
                  <a:cubicBezTo>
                    <a:pt x="900753" y="274161"/>
                    <a:pt x="902967" y="275975"/>
                    <a:pt x="905540" y="275981"/>
                  </a:cubicBezTo>
                  <a:cubicBezTo>
                    <a:pt x="905903" y="275983"/>
                    <a:pt x="906265" y="275942"/>
                    <a:pt x="906618" y="275860"/>
                  </a:cubicBezTo>
                  <a:close/>
                  <a:moveTo>
                    <a:pt x="1102706" y="464451"/>
                  </a:moveTo>
                  <a:cubicBezTo>
                    <a:pt x="1104583" y="462126"/>
                    <a:pt x="1104223" y="458720"/>
                    <a:pt x="1101902" y="456838"/>
                  </a:cubicBezTo>
                  <a:lnTo>
                    <a:pt x="1045544" y="411265"/>
                  </a:lnTo>
                  <a:cubicBezTo>
                    <a:pt x="1063048" y="416154"/>
                    <a:pt x="1096719" y="428881"/>
                    <a:pt x="1127131" y="441636"/>
                  </a:cubicBezTo>
                  <a:cubicBezTo>
                    <a:pt x="1129886" y="442795"/>
                    <a:pt x="1133060" y="441501"/>
                    <a:pt x="1134219" y="438745"/>
                  </a:cubicBezTo>
                  <a:cubicBezTo>
                    <a:pt x="1135378" y="435990"/>
                    <a:pt x="1134083" y="432816"/>
                    <a:pt x="1131328" y="431657"/>
                  </a:cubicBezTo>
                  <a:cubicBezTo>
                    <a:pt x="1033976" y="390832"/>
                    <a:pt x="1029876" y="397721"/>
                    <a:pt x="1027437" y="401881"/>
                  </a:cubicBezTo>
                  <a:cubicBezTo>
                    <a:pt x="1023900" y="407857"/>
                    <a:pt x="1031171" y="413635"/>
                    <a:pt x="1035485" y="417059"/>
                  </a:cubicBezTo>
                  <a:lnTo>
                    <a:pt x="1095097" y="465268"/>
                  </a:lnTo>
                  <a:cubicBezTo>
                    <a:pt x="1097422" y="467142"/>
                    <a:pt x="1100825" y="466782"/>
                    <a:pt x="1102706" y="464464"/>
                  </a:cubicBezTo>
                  <a:close/>
                  <a:moveTo>
                    <a:pt x="1132821" y="488759"/>
                  </a:moveTo>
                  <a:cubicBezTo>
                    <a:pt x="1134736" y="486466"/>
                    <a:pt x="1134429" y="483054"/>
                    <a:pt x="1132135" y="481138"/>
                  </a:cubicBezTo>
                  <a:cubicBezTo>
                    <a:pt x="1132134" y="481134"/>
                    <a:pt x="1132133" y="481134"/>
                    <a:pt x="1132133" y="481134"/>
                  </a:cubicBezTo>
                  <a:lnTo>
                    <a:pt x="1114810" y="466705"/>
                  </a:lnTo>
                  <a:cubicBezTo>
                    <a:pt x="1112514" y="464789"/>
                    <a:pt x="1109101" y="465097"/>
                    <a:pt x="1107185" y="467393"/>
                  </a:cubicBezTo>
                  <a:cubicBezTo>
                    <a:pt x="1105269" y="469690"/>
                    <a:pt x="1105577" y="473103"/>
                    <a:pt x="1107873" y="475018"/>
                  </a:cubicBezTo>
                  <a:lnTo>
                    <a:pt x="1125175" y="489451"/>
                  </a:lnTo>
                  <a:cubicBezTo>
                    <a:pt x="1127465" y="491371"/>
                    <a:pt x="1130879" y="491073"/>
                    <a:pt x="1132800" y="488783"/>
                  </a:cubicBezTo>
                  <a:cubicBezTo>
                    <a:pt x="1132807" y="488775"/>
                    <a:pt x="1132814" y="488767"/>
                    <a:pt x="1132821" y="488759"/>
                  </a:cubicBezTo>
                  <a:close/>
                  <a:moveTo>
                    <a:pt x="212331" y="156264"/>
                  </a:moveTo>
                  <a:cubicBezTo>
                    <a:pt x="214975" y="108720"/>
                    <a:pt x="212042" y="61030"/>
                    <a:pt x="203596" y="14168"/>
                  </a:cubicBezTo>
                  <a:cubicBezTo>
                    <a:pt x="203077" y="11233"/>
                    <a:pt x="200280" y="9274"/>
                    <a:pt x="197343" y="9792"/>
                  </a:cubicBezTo>
                  <a:cubicBezTo>
                    <a:pt x="197335" y="9794"/>
                    <a:pt x="197323" y="9796"/>
                    <a:pt x="197311" y="9798"/>
                  </a:cubicBezTo>
                  <a:cubicBezTo>
                    <a:pt x="194369" y="10324"/>
                    <a:pt x="192414" y="13133"/>
                    <a:pt x="192941" y="16074"/>
                  </a:cubicBezTo>
                  <a:cubicBezTo>
                    <a:pt x="192941" y="16077"/>
                    <a:pt x="192941" y="16080"/>
                    <a:pt x="192941" y="16083"/>
                  </a:cubicBezTo>
                  <a:cubicBezTo>
                    <a:pt x="201234" y="62119"/>
                    <a:pt x="204119" y="108967"/>
                    <a:pt x="201536" y="155673"/>
                  </a:cubicBezTo>
                  <a:cubicBezTo>
                    <a:pt x="201354" y="158648"/>
                    <a:pt x="203620" y="161205"/>
                    <a:pt x="206597" y="161384"/>
                  </a:cubicBezTo>
                  <a:cubicBezTo>
                    <a:pt x="206610" y="161385"/>
                    <a:pt x="206626" y="161386"/>
                    <a:pt x="206638" y="161387"/>
                  </a:cubicBezTo>
                  <a:cubicBezTo>
                    <a:pt x="206738" y="161395"/>
                    <a:pt x="206835" y="161395"/>
                    <a:pt x="206935" y="161387"/>
                  </a:cubicBezTo>
                  <a:cubicBezTo>
                    <a:pt x="209812" y="161388"/>
                    <a:pt x="212182" y="159136"/>
                    <a:pt x="212331" y="156264"/>
                  </a:cubicBezTo>
                  <a:close/>
                  <a:moveTo>
                    <a:pt x="203551" y="221897"/>
                  </a:moveTo>
                  <a:cubicBezTo>
                    <a:pt x="205821" y="211326"/>
                    <a:pt x="207575" y="201758"/>
                    <a:pt x="208823" y="192656"/>
                  </a:cubicBezTo>
                  <a:cubicBezTo>
                    <a:pt x="209241" y="189705"/>
                    <a:pt x="207189" y="186974"/>
                    <a:pt x="204240" y="186555"/>
                  </a:cubicBezTo>
                  <a:cubicBezTo>
                    <a:pt x="204231" y="186554"/>
                    <a:pt x="204223" y="186553"/>
                    <a:pt x="204215" y="186552"/>
                  </a:cubicBezTo>
                  <a:cubicBezTo>
                    <a:pt x="201278" y="186123"/>
                    <a:pt x="198550" y="188158"/>
                    <a:pt x="198119" y="191096"/>
                  </a:cubicBezTo>
                  <a:cubicBezTo>
                    <a:pt x="198119" y="191118"/>
                    <a:pt x="198115" y="191141"/>
                    <a:pt x="198111" y="191163"/>
                  </a:cubicBezTo>
                  <a:cubicBezTo>
                    <a:pt x="196872" y="200015"/>
                    <a:pt x="195194" y="209314"/>
                    <a:pt x="192981" y="219647"/>
                  </a:cubicBezTo>
                  <a:cubicBezTo>
                    <a:pt x="192349" y="222553"/>
                    <a:pt x="194196" y="225420"/>
                    <a:pt x="197101" y="226050"/>
                  </a:cubicBezTo>
                  <a:cubicBezTo>
                    <a:pt x="197113" y="226052"/>
                    <a:pt x="197125" y="226055"/>
                    <a:pt x="197137" y="226057"/>
                  </a:cubicBezTo>
                  <a:cubicBezTo>
                    <a:pt x="197508" y="226141"/>
                    <a:pt x="197886" y="226184"/>
                    <a:pt x="198268" y="226186"/>
                  </a:cubicBezTo>
                  <a:cubicBezTo>
                    <a:pt x="200823" y="226190"/>
                    <a:pt x="203032" y="224398"/>
                    <a:pt x="203551" y="221897"/>
                  </a:cubicBezTo>
                  <a:close/>
                  <a:moveTo>
                    <a:pt x="30802" y="348055"/>
                  </a:moveTo>
                  <a:cubicBezTo>
                    <a:pt x="30810" y="319639"/>
                    <a:pt x="27422" y="291324"/>
                    <a:pt x="20710" y="263712"/>
                  </a:cubicBezTo>
                  <a:cubicBezTo>
                    <a:pt x="29896" y="270476"/>
                    <a:pt x="47199" y="289979"/>
                    <a:pt x="50108" y="304232"/>
                  </a:cubicBezTo>
                  <a:cubicBezTo>
                    <a:pt x="50699" y="307149"/>
                    <a:pt x="53560" y="309149"/>
                    <a:pt x="56477" y="308457"/>
                  </a:cubicBezTo>
                  <a:cubicBezTo>
                    <a:pt x="59403" y="307870"/>
                    <a:pt x="61298" y="305024"/>
                    <a:pt x="60710" y="302099"/>
                  </a:cubicBezTo>
                  <a:cubicBezTo>
                    <a:pt x="60706" y="302095"/>
                    <a:pt x="60706" y="302091"/>
                    <a:pt x="60706" y="302087"/>
                  </a:cubicBezTo>
                  <a:cubicBezTo>
                    <a:pt x="56590" y="281779"/>
                    <a:pt x="30870" y="254204"/>
                    <a:pt x="19370" y="250932"/>
                  </a:cubicBezTo>
                  <a:cubicBezTo>
                    <a:pt x="14779" y="249548"/>
                    <a:pt x="12087" y="251536"/>
                    <a:pt x="10888" y="252803"/>
                  </a:cubicBezTo>
                  <a:cubicBezTo>
                    <a:pt x="7379" y="256526"/>
                    <a:pt x="8876" y="262428"/>
                    <a:pt x="10167" y="266054"/>
                  </a:cubicBezTo>
                  <a:cubicBezTo>
                    <a:pt x="16698" y="292894"/>
                    <a:pt x="19994" y="320419"/>
                    <a:pt x="19978" y="348043"/>
                  </a:cubicBezTo>
                  <a:cubicBezTo>
                    <a:pt x="19978" y="351032"/>
                    <a:pt x="22400" y="353455"/>
                    <a:pt x="25390" y="353455"/>
                  </a:cubicBezTo>
                  <a:lnTo>
                    <a:pt x="25390" y="353455"/>
                  </a:lnTo>
                  <a:cubicBezTo>
                    <a:pt x="28375" y="353455"/>
                    <a:pt x="30793" y="351039"/>
                    <a:pt x="30802" y="348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44"/>
            <p:cNvSpPr/>
            <p:nvPr/>
          </p:nvSpPr>
          <p:spPr>
            <a:xfrm>
              <a:off x="6393697" y="2171668"/>
              <a:ext cx="124222" cy="152560"/>
            </a:xfrm>
            <a:custGeom>
              <a:avLst/>
              <a:gdLst/>
              <a:ahLst/>
              <a:cxnLst/>
              <a:rect l="l" t="t" r="r" b="b"/>
              <a:pathLst>
                <a:path w="201170" h="247061" extrusionOk="0">
                  <a:moveTo>
                    <a:pt x="201170" y="247061"/>
                  </a:moveTo>
                  <a:lnTo>
                    <a:pt x="0" y="247061"/>
                  </a:lnTo>
                  <a:lnTo>
                    <a:pt x="15009" y="0"/>
                  </a:lnTo>
                  <a:lnTo>
                    <a:pt x="186161" y="0"/>
                  </a:lnTo>
                  <a:lnTo>
                    <a:pt x="201170" y="2470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44"/>
            <p:cNvSpPr/>
            <p:nvPr/>
          </p:nvSpPr>
          <p:spPr>
            <a:xfrm>
              <a:off x="6399115" y="2177001"/>
              <a:ext cx="113205" cy="70396"/>
            </a:xfrm>
            <a:custGeom>
              <a:avLst/>
              <a:gdLst/>
              <a:ahLst/>
              <a:cxnLst/>
              <a:rect l="l" t="t" r="r" b="b"/>
              <a:pathLst>
                <a:path w="183328" h="114002" extrusionOk="0">
                  <a:moveTo>
                    <a:pt x="10112" y="6531"/>
                  </a:moveTo>
                  <a:lnTo>
                    <a:pt x="8716" y="78308"/>
                  </a:lnTo>
                  <a:cubicBezTo>
                    <a:pt x="65943" y="133631"/>
                    <a:pt x="126915" y="135578"/>
                    <a:pt x="192044" y="78308"/>
                  </a:cubicBezTo>
                  <a:lnTo>
                    <a:pt x="188335" y="1416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4"/>
            <p:cNvSpPr/>
            <p:nvPr/>
          </p:nvSpPr>
          <p:spPr>
            <a:xfrm>
              <a:off x="6397269" y="2171668"/>
              <a:ext cx="124222" cy="152560"/>
            </a:xfrm>
            <a:custGeom>
              <a:avLst/>
              <a:gdLst/>
              <a:ahLst/>
              <a:cxnLst/>
              <a:rect l="l" t="t" r="r" b="b"/>
              <a:pathLst>
                <a:path w="201170" h="247061" extrusionOk="0">
                  <a:moveTo>
                    <a:pt x="201170" y="247061"/>
                  </a:moveTo>
                  <a:lnTo>
                    <a:pt x="0" y="247061"/>
                  </a:lnTo>
                  <a:lnTo>
                    <a:pt x="15009" y="0"/>
                  </a:lnTo>
                  <a:lnTo>
                    <a:pt x="186161" y="0"/>
                  </a:lnTo>
                  <a:lnTo>
                    <a:pt x="201170" y="247061"/>
                  </a:ln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4"/>
            <p:cNvSpPr/>
            <p:nvPr/>
          </p:nvSpPr>
          <p:spPr>
            <a:xfrm>
              <a:off x="6390364" y="2168324"/>
              <a:ext cx="130896" cy="159239"/>
            </a:xfrm>
            <a:custGeom>
              <a:avLst/>
              <a:gdLst/>
              <a:ahLst/>
              <a:cxnLst/>
              <a:rect l="l" t="t" r="r" b="b"/>
              <a:pathLst>
                <a:path w="211977" h="257877" extrusionOk="0">
                  <a:moveTo>
                    <a:pt x="215284" y="264409"/>
                  </a:moveTo>
                  <a:lnTo>
                    <a:pt x="14122" y="264409"/>
                  </a:lnTo>
                  <a:cubicBezTo>
                    <a:pt x="12630" y="264406"/>
                    <a:pt x="11201" y="263790"/>
                    <a:pt x="10175" y="262706"/>
                  </a:cubicBezTo>
                  <a:cubicBezTo>
                    <a:pt x="9157" y="261622"/>
                    <a:pt x="8634" y="260166"/>
                    <a:pt x="8726" y="258683"/>
                  </a:cubicBezTo>
                  <a:lnTo>
                    <a:pt x="23735" y="11621"/>
                  </a:lnTo>
                  <a:cubicBezTo>
                    <a:pt x="23900" y="8763"/>
                    <a:pt x="26266" y="6531"/>
                    <a:pt x="29131" y="6531"/>
                  </a:cubicBezTo>
                  <a:lnTo>
                    <a:pt x="200276" y="6531"/>
                  </a:lnTo>
                  <a:cubicBezTo>
                    <a:pt x="203139" y="6530"/>
                    <a:pt x="205507" y="8762"/>
                    <a:pt x="205676" y="11621"/>
                  </a:cubicBezTo>
                  <a:lnTo>
                    <a:pt x="220684" y="258683"/>
                  </a:lnTo>
                  <a:cubicBezTo>
                    <a:pt x="220773" y="260166"/>
                    <a:pt x="220248" y="261621"/>
                    <a:pt x="219232" y="262706"/>
                  </a:cubicBezTo>
                  <a:cubicBezTo>
                    <a:pt x="218204" y="263790"/>
                    <a:pt x="216778" y="264406"/>
                    <a:pt x="215284" y="264409"/>
                  </a:cubicBezTo>
                  <a:close/>
                  <a:moveTo>
                    <a:pt x="19872" y="253589"/>
                  </a:moveTo>
                  <a:lnTo>
                    <a:pt x="209534" y="253589"/>
                  </a:lnTo>
                  <a:lnTo>
                    <a:pt x="195189" y="17347"/>
                  </a:lnTo>
                  <a:lnTo>
                    <a:pt x="34237" y="173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44"/>
            <p:cNvSpPr/>
            <p:nvPr/>
          </p:nvSpPr>
          <p:spPr>
            <a:xfrm>
              <a:off x="6315256" y="2059233"/>
              <a:ext cx="49484" cy="56606"/>
            </a:xfrm>
            <a:custGeom>
              <a:avLst/>
              <a:gdLst/>
              <a:ahLst/>
              <a:cxnLst/>
              <a:rect l="l" t="t" r="r" b="b"/>
              <a:pathLst>
                <a:path w="80136" h="91670" extrusionOk="0">
                  <a:moveTo>
                    <a:pt x="80724" y="33916"/>
                  </a:moveTo>
                  <a:cubicBezTo>
                    <a:pt x="94143" y="57004"/>
                    <a:pt x="90538" y="83992"/>
                    <a:pt x="72930" y="94237"/>
                  </a:cubicBezTo>
                  <a:cubicBezTo>
                    <a:pt x="55322" y="104481"/>
                    <a:pt x="29638" y="94237"/>
                    <a:pt x="16649" y="70858"/>
                  </a:cubicBezTo>
                  <a:cubicBezTo>
                    <a:pt x="3660" y="47480"/>
                    <a:pt x="6839" y="20782"/>
                    <a:pt x="24588" y="10538"/>
                  </a:cubicBezTo>
                  <a:cubicBezTo>
                    <a:pt x="42337" y="293"/>
                    <a:pt x="67449" y="10268"/>
                    <a:pt x="80724" y="33916"/>
                  </a:cubicBez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44"/>
            <p:cNvSpPr/>
            <p:nvPr/>
          </p:nvSpPr>
          <p:spPr>
            <a:xfrm>
              <a:off x="6311917" y="2055899"/>
              <a:ext cx="56133" cy="63290"/>
            </a:xfrm>
            <a:custGeom>
              <a:avLst/>
              <a:gdLst/>
              <a:ahLst/>
              <a:cxnLst/>
              <a:rect l="l" t="t" r="r" b="b"/>
              <a:pathLst>
                <a:path w="90904" h="102494" extrusionOk="0">
                  <a:moveTo>
                    <a:pt x="63146" y="109025"/>
                  </a:moveTo>
                  <a:cubicBezTo>
                    <a:pt x="59356" y="109009"/>
                    <a:pt x="55582" y="108482"/>
                    <a:pt x="51932" y="107460"/>
                  </a:cubicBezTo>
                  <a:cubicBezTo>
                    <a:pt x="37881" y="103597"/>
                    <a:pt x="25266" y="93183"/>
                    <a:pt x="17327" y="78891"/>
                  </a:cubicBezTo>
                  <a:cubicBezTo>
                    <a:pt x="2729" y="52619"/>
                    <a:pt x="7111" y="22911"/>
                    <a:pt x="27290" y="11258"/>
                  </a:cubicBezTo>
                  <a:cubicBezTo>
                    <a:pt x="35740" y="6382"/>
                    <a:pt x="46065" y="5223"/>
                    <a:pt x="56378" y="8039"/>
                  </a:cubicBezTo>
                  <a:cubicBezTo>
                    <a:pt x="70204" y="11842"/>
                    <a:pt x="82763" y="22260"/>
                    <a:pt x="90822" y="36633"/>
                  </a:cubicBezTo>
                  <a:cubicBezTo>
                    <a:pt x="105662" y="62184"/>
                    <a:pt x="101284" y="92539"/>
                    <a:pt x="81056" y="104305"/>
                  </a:cubicBezTo>
                  <a:cubicBezTo>
                    <a:pt x="75608" y="107435"/>
                    <a:pt x="69428" y="109065"/>
                    <a:pt x="63146" y="109025"/>
                  </a:cubicBezTo>
                  <a:close/>
                  <a:moveTo>
                    <a:pt x="45277" y="17351"/>
                  </a:moveTo>
                  <a:cubicBezTo>
                    <a:pt x="40867" y="17310"/>
                    <a:pt x="36529" y="18449"/>
                    <a:pt x="32706" y="20646"/>
                  </a:cubicBezTo>
                  <a:cubicBezTo>
                    <a:pt x="17686" y="29301"/>
                    <a:pt x="15090" y="52583"/>
                    <a:pt x="26803" y="73635"/>
                  </a:cubicBezTo>
                  <a:cubicBezTo>
                    <a:pt x="33242" y="85236"/>
                    <a:pt x="43703" y="93972"/>
                    <a:pt x="54805" y="97030"/>
                  </a:cubicBezTo>
                  <a:cubicBezTo>
                    <a:pt x="62499" y="99130"/>
                    <a:pt x="69693" y="98426"/>
                    <a:pt x="75620" y="94974"/>
                  </a:cubicBezTo>
                  <a:cubicBezTo>
                    <a:pt x="90701" y="86194"/>
                    <a:pt x="93325" y="62461"/>
                    <a:pt x="81455" y="42053"/>
                  </a:cubicBezTo>
                  <a:cubicBezTo>
                    <a:pt x="81455" y="42024"/>
                    <a:pt x="81427" y="42012"/>
                    <a:pt x="81415" y="41984"/>
                  </a:cubicBezTo>
                  <a:cubicBezTo>
                    <a:pt x="74747" y="30102"/>
                    <a:pt x="64587" y="21547"/>
                    <a:pt x="53522" y="18505"/>
                  </a:cubicBezTo>
                  <a:cubicBezTo>
                    <a:pt x="50838" y="17749"/>
                    <a:pt x="48065" y="17359"/>
                    <a:pt x="45277" y="173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4"/>
            <p:cNvSpPr/>
            <p:nvPr/>
          </p:nvSpPr>
          <p:spPr>
            <a:xfrm>
              <a:off x="6547351" y="2059233"/>
              <a:ext cx="49483" cy="56606"/>
            </a:xfrm>
            <a:custGeom>
              <a:avLst/>
              <a:gdLst/>
              <a:ahLst/>
              <a:cxnLst/>
              <a:rect l="l" t="t" r="r" b="b"/>
              <a:pathLst>
                <a:path w="80134" h="91670" extrusionOk="0">
                  <a:moveTo>
                    <a:pt x="16847" y="33916"/>
                  </a:moveTo>
                  <a:cubicBezTo>
                    <a:pt x="3423" y="57004"/>
                    <a:pt x="7033" y="83992"/>
                    <a:pt x="24637" y="94237"/>
                  </a:cubicBezTo>
                  <a:cubicBezTo>
                    <a:pt x="42241" y="104481"/>
                    <a:pt x="67933" y="94237"/>
                    <a:pt x="80918" y="70858"/>
                  </a:cubicBezTo>
                  <a:cubicBezTo>
                    <a:pt x="93902" y="47480"/>
                    <a:pt x="90732" y="20782"/>
                    <a:pt x="72983" y="10538"/>
                  </a:cubicBezTo>
                  <a:cubicBezTo>
                    <a:pt x="55234" y="293"/>
                    <a:pt x="29546" y="10268"/>
                    <a:pt x="16847" y="33916"/>
                  </a:cubicBez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4"/>
            <p:cNvSpPr/>
            <p:nvPr/>
          </p:nvSpPr>
          <p:spPr>
            <a:xfrm>
              <a:off x="6544039" y="2055907"/>
              <a:ext cx="56145" cy="63281"/>
            </a:xfrm>
            <a:custGeom>
              <a:avLst/>
              <a:gdLst/>
              <a:ahLst/>
              <a:cxnLst/>
              <a:rect l="l" t="t" r="r" b="b"/>
              <a:pathLst>
                <a:path w="90923" h="102480" extrusionOk="0">
                  <a:moveTo>
                    <a:pt x="45195" y="109010"/>
                  </a:moveTo>
                  <a:cubicBezTo>
                    <a:pt x="38913" y="109059"/>
                    <a:pt x="32732" y="107437"/>
                    <a:pt x="27281" y="104315"/>
                  </a:cubicBezTo>
                  <a:cubicBezTo>
                    <a:pt x="7073" y="92549"/>
                    <a:pt x="2675" y="62222"/>
                    <a:pt x="17487" y="36687"/>
                  </a:cubicBezTo>
                  <a:cubicBezTo>
                    <a:pt x="25132" y="22523"/>
                    <a:pt x="37429" y="12141"/>
                    <a:pt x="51287" y="8190"/>
                  </a:cubicBezTo>
                  <a:cubicBezTo>
                    <a:pt x="61853" y="5200"/>
                    <a:pt x="72412" y="6271"/>
                    <a:pt x="81063" y="11248"/>
                  </a:cubicBezTo>
                  <a:cubicBezTo>
                    <a:pt x="101242" y="22917"/>
                    <a:pt x="105628" y="52609"/>
                    <a:pt x="91026" y="78892"/>
                  </a:cubicBezTo>
                  <a:cubicBezTo>
                    <a:pt x="83079" y="93169"/>
                    <a:pt x="70464" y="103582"/>
                    <a:pt x="56421" y="107461"/>
                  </a:cubicBezTo>
                  <a:cubicBezTo>
                    <a:pt x="52766" y="108479"/>
                    <a:pt x="48990" y="109002"/>
                    <a:pt x="45195" y="109010"/>
                  </a:cubicBezTo>
                  <a:close/>
                  <a:moveTo>
                    <a:pt x="62924" y="17348"/>
                  </a:moveTo>
                  <a:cubicBezTo>
                    <a:pt x="59990" y="17360"/>
                    <a:pt x="57072" y="17783"/>
                    <a:pt x="54256" y="18604"/>
                  </a:cubicBezTo>
                  <a:cubicBezTo>
                    <a:pt x="43163" y="21762"/>
                    <a:pt x="33228" y="30244"/>
                    <a:pt x="26971" y="41885"/>
                  </a:cubicBezTo>
                  <a:cubicBezTo>
                    <a:pt x="26940" y="41934"/>
                    <a:pt x="26911" y="41986"/>
                    <a:pt x="26887" y="42038"/>
                  </a:cubicBezTo>
                  <a:cubicBezTo>
                    <a:pt x="15032" y="62447"/>
                    <a:pt x="17632" y="86179"/>
                    <a:pt x="32721" y="94959"/>
                  </a:cubicBezTo>
                  <a:cubicBezTo>
                    <a:pt x="38680" y="98424"/>
                    <a:pt x="45883" y="99116"/>
                    <a:pt x="53548" y="97015"/>
                  </a:cubicBezTo>
                  <a:cubicBezTo>
                    <a:pt x="64642" y="93957"/>
                    <a:pt x="75112" y="85222"/>
                    <a:pt x="81554" y="73621"/>
                  </a:cubicBezTo>
                  <a:cubicBezTo>
                    <a:pt x="93263" y="52581"/>
                    <a:pt x="90656" y="29299"/>
                    <a:pt x="75647" y="20632"/>
                  </a:cubicBezTo>
                  <a:cubicBezTo>
                    <a:pt x="71772" y="18426"/>
                    <a:pt x="67381" y="17292"/>
                    <a:pt x="62924" y="17340"/>
                  </a:cubicBezTo>
                  <a:close/>
                  <a:moveTo>
                    <a:pt x="22207" y="39318"/>
                  </a:moveTo>
                  <a:lnTo>
                    <a:pt x="22207" y="393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4"/>
            <p:cNvSpPr/>
            <p:nvPr/>
          </p:nvSpPr>
          <p:spPr>
            <a:xfrm>
              <a:off x="6323670" y="1856172"/>
              <a:ext cx="258234" cy="296637"/>
            </a:xfrm>
            <a:custGeom>
              <a:avLst/>
              <a:gdLst/>
              <a:ahLst/>
              <a:cxnLst/>
              <a:rect l="l" t="t" r="r" b="b"/>
              <a:pathLst>
                <a:path w="418192" h="480383" extrusionOk="0">
                  <a:moveTo>
                    <a:pt x="410444" y="144337"/>
                  </a:moveTo>
                  <a:cubicBezTo>
                    <a:pt x="416176" y="143628"/>
                    <a:pt x="421355" y="140570"/>
                    <a:pt x="424737" y="135887"/>
                  </a:cubicBezTo>
                  <a:cubicBezTo>
                    <a:pt x="426866" y="132969"/>
                    <a:pt x="427441" y="129513"/>
                    <a:pt x="426411" y="125879"/>
                  </a:cubicBezTo>
                  <a:cubicBezTo>
                    <a:pt x="421623" y="108939"/>
                    <a:pt x="373297" y="85239"/>
                    <a:pt x="344325" y="72363"/>
                  </a:cubicBezTo>
                  <a:cubicBezTo>
                    <a:pt x="365973" y="69248"/>
                    <a:pt x="396357" y="62766"/>
                    <a:pt x="402699" y="50449"/>
                  </a:cubicBezTo>
                  <a:cubicBezTo>
                    <a:pt x="404783" y="46425"/>
                    <a:pt x="404558" y="41879"/>
                    <a:pt x="402063" y="37694"/>
                  </a:cubicBezTo>
                  <a:cubicBezTo>
                    <a:pt x="390072" y="17442"/>
                    <a:pt x="318887" y="28519"/>
                    <a:pt x="282459" y="35706"/>
                  </a:cubicBezTo>
                  <a:cubicBezTo>
                    <a:pt x="287586" y="27139"/>
                    <a:pt x="291465" y="16907"/>
                    <a:pt x="285952" y="10758"/>
                  </a:cubicBezTo>
                  <a:cubicBezTo>
                    <a:pt x="280439" y="4610"/>
                    <a:pt x="268887" y="-8250"/>
                    <a:pt x="119306" y="87722"/>
                  </a:cubicBezTo>
                  <a:cubicBezTo>
                    <a:pt x="53601" y="129875"/>
                    <a:pt x="16808" y="181311"/>
                    <a:pt x="9915" y="240626"/>
                  </a:cubicBezTo>
                  <a:cubicBezTo>
                    <a:pt x="-2643" y="348661"/>
                    <a:pt x="87498" y="443184"/>
                    <a:pt x="91345" y="447160"/>
                  </a:cubicBezTo>
                  <a:cubicBezTo>
                    <a:pt x="92037" y="447877"/>
                    <a:pt x="92914" y="448388"/>
                    <a:pt x="93880" y="448637"/>
                  </a:cubicBezTo>
                  <a:lnTo>
                    <a:pt x="240926" y="486746"/>
                  </a:lnTo>
                  <a:cubicBezTo>
                    <a:pt x="241367" y="486858"/>
                    <a:pt x="241822" y="486915"/>
                    <a:pt x="242278" y="486915"/>
                  </a:cubicBezTo>
                  <a:cubicBezTo>
                    <a:pt x="242966" y="486915"/>
                    <a:pt x="243649" y="486785"/>
                    <a:pt x="244290" y="486533"/>
                  </a:cubicBezTo>
                  <a:lnTo>
                    <a:pt x="388603" y="428811"/>
                  </a:lnTo>
                  <a:cubicBezTo>
                    <a:pt x="390083" y="428208"/>
                    <a:pt x="391225" y="426985"/>
                    <a:pt x="391730" y="425468"/>
                  </a:cubicBezTo>
                  <a:cubicBezTo>
                    <a:pt x="440772" y="276016"/>
                    <a:pt x="407752" y="178619"/>
                    <a:pt x="388728" y="139991"/>
                  </a:cubicBezTo>
                  <a:cubicBezTo>
                    <a:pt x="395520" y="143069"/>
                    <a:pt x="403342" y="145339"/>
                    <a:pt x="410444" y="1443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44"/>
            <p:cNvSpPr/>
            <p:nvPr/>
          </p:nvSpPr>
          <p:spPr>
            <a:xfrm>
              <a:off x="6350781" y="1923519"/>
              <a:ext cx="212889" cy="290762"/>
            </a:xfrm>
            <a:custGeom>
              <a:avLst/>
              <a:gdLst/>
              <a:ahLst/>
              <a:cxnLst/>
              <a:rect l="l" t="t" r="r" b="b"/>
              <a:pathLst>
                <a:path w="344759" h="470869" extrusionOk="0">
                  <a:moveTo>
                    <a:pt x="353475" y="163966"/>
                  </a:moveTo>
                  <a:lnTo>
                    <a:pt x="353475" y="251552"/>
                  </a:lnTo>
                  <a:cubicBezTo>
                    <a:pt x="353475" y="346800"/>
                    <a:pt x="276267" y="477400"/>
                    <a:pt x="181168" y="477400"/>
                  </a:cubicBezTo>
                  <a:cubicBezTo>
                    <a:pt x="86070" y="477400"/>
                    <a:pt x="8716" y="347532"/>
                    <a:pt x="8716" y="251552"/>
                  </a:cubicBezTo>
                  <a:lnTo>
                    <a:pt x="8716" y="171479"/>
                  </a:lnTo>
                  <a:cubicBezTo>
                    <a:pt x="8716" y="171479"/>
                    <a:pt x="41763" y="149976"/>
                    <a:pt x="51288" y="49827"/>
                  </a:cubicBezTo>
                  <a:lnTo>
                    <a:pt x="140327" y="6531"/>
                  </a:lnTo>
                  <a:cubicBezTo>
                    <a:pt x="140327" y="6531"/>
                    <a:pt x="81301" y="68296"/>
                    <a:pt x="96165" y="78686"/>
                  </a:cubicBezTo>
                  <a:cubicBezTo>
                    <a:pt x="111029" y="89075"/>
                    <a:pt x="168324" y="16921"/>
                    <a:pt x="168324" y="16921"/>
                  </a:cubicBezTo>
                  <a:cubicBezTo>
                    <a:pt x="168324" y="16921"/>
                    <a:pt x="182754" y="87059"/>
                    <a:pt x="206997" y="83740"/>
                  </a:cubicBezTo>
                  <a:cubicBezTo>
                    <a:pt x="231240" y="80420"/>
                    <a:pt x="206997" y="30344"/>
                    <a:pt x="206997" y="30344"/>
                  </a:cubicBezTo>
                  <a:cubicBezTo>
                    <a:pt x="206997" y="30344"/>
                    <a:pt x="251734" y="81575"/>
                    <a:pt x="267177" y="72051"/>
                  </a:cubicBezTo>
                  <a:cubicBezTo>
                    <a:pt x="282620" y="62526"/>
                    <a:pt x="243509" y="6966"/>
                    <a:pt x="243509" y="6966"/>
                  </a:cubicBezTo>
                  <a:lnTo>
                    <a:pt x="313789" y="60362"/>
                  </a:lnTo>
                  <a:cubicBezTo>
                    <a:pt x="313789" y="60362"/>
                    <a:pt x="318839" y="136114"/>
                    <a:pt x="353475" y="1639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44"/>
            <p:cNvSpPr/>
            <p:nvPr/>
          </p:nvSpPr>
          <p:spPr>
            <a:xfrm>
              <a:off x="6347450" y="1920186"/>
              <a:ext cx="219565" cy="297444"/>
            </a:xfrm>
            <a:custGeom>
              <a:avLst/>
              <a:gdLst/>
              <a:ahLst/>
              <a:cxnLst/>
              <a:rect l="l" t="t" r="r" b="b"/>
              <a:pathLst>
                <a:path w="355571" h="481691" extrusionOk="0">
                  <a:moveTo>
                    <a:pt x="186568" y="488223"/>
                  </a:moveTo>
                  <a:cubicBezTo>
                    <a:pt x="90777" y="488223"/>
                    <a:pt x="8716" y="361070"/>
                    <a:pt x="8716" y="256971"/>
                  </a:cubicBezTo>
                  <a:lnTo>
                    <a:pt x="8716" y="176881"/>
                  </a:lnTo>
                  <a:cubicBezTo>
                    <a:pt x="8716" y="175050"/>
                    <a:pt x="9645" y="173340"/>
                    <a:pt x="11183" y="172342"/>
                  </a:cubicBezTo>
                  <a:cubicBezTo>
                    <a:pt x="11436" y="172157"/>
                    <a:pt x="42246" y="150062"/>
                    <a:pt x="51320" y="54722"/>
                  </a:cubicBezTo>
                  <a:cubicBezTo>
                    <a:pt x="51489" y="52843"/>
                    <a:pt x="52636" y="51189"/>
                    <a:pt x="54338" y="50368"/>
                  </a:cubicBezTo>
                  <a:lnTo>
                    <a:pt x="143377" y="7072"/>
                  </a:lnTo>
                  <a:cubicBezTo>
                    <a:pt x="145731" y="5934"/>
                    <a:pt x="148567" y="6638"/>
                    <a:pt x="150112" y="8750"/>
                  </a:cubicBezTo>
                  <a:cubicBezTo>
                    <a:pt x="151658" y="10863"/>
                    <a:pt x="151468" y="13776"/>
                    <a:pt x="149662" y="15671"/>
                  </a:cubicBezTo>
                  <a:cubicBezTo>
                    <a:pt x="123105" y="43460"/>
                    <a:pt x="101690" y="73972"/>
                    <a:pt x="104704" y="79694"/>
                  </a:cubicBezTo>
                  <a:cubicBezTo>
                    <a:pt x="110442" y="82511"/>
                    <a:pt x="139373" y="56907"/>
                    <a:pt x="169487" y="18935"/>
                  </a:cubicBezTo>
                  <a:cubicBezTo>
                    <a:pt x="170787" y="17277"/>
                    <a:pt x="172935" y="16532"/>
                    <a:pt x="174984" y="17031"/>
                  </a:cubicBezTo>
                  <a:cubicBezTo>
                    <a:pt x="177028" y="17530"/>
                    <a:pt x="178601" y="19156"/>
                    <a:pt x="179027" y="21216"/>
                  </a:cubicBezTo>
                  <a:cubicBezTo>
                    <a:pt x="184608" y="48276"/>
                    <a:pt x="198434" y="85424"/>
                    <a:pt x="211681" y="83774"/>
                  </a:cubicBezTo>
                  <a:cubicBezTo>
                    <a:pt x="214711" y="83352"/>
                    <a:pt x="215821" y="81955"/>
                    <a:pt x="216445" y="80788"/>
                  </a:cubicBezTo>
                  <a:cubicBezTo>
                    <a:pt x="220939" y="72415"/>
                    <a:pt x="213371" y="50151"/>
                    <a:pt x="207536" y="38088"/>
                  </a:cubicBezTo>
                  <a:cubicBezTo>
                    <a:pt x="206364" y="35649"/>
                    <a:pt x="207169" y="32720"/>
                    <a:pt x="209423" y="31223"/>
                  </a:cubicBezTo>
                  <a:cubicBezTo>
                    <a:pt x="211681" y="29722"/>
                    <a:pt x="214703" y="30125"/>
                    <a:pt x="216485" y="32169"/>
                  </a:cubicBezTo>
                  <a:cubicBezTo>
                    <a:pt x="238709" y="57619"/>
                    <a:pt x="263656" y="76616"/>
                    <a:pt x="269744" y="72809"/>
                  </a:cubicBezTo>
                  <a:cubicBezTo>
                    <a:pt x="269953" y="72680"/>
                    <a:pt x="270376" y="72407"/>
                    <a:pt x="270629" y="71200"/>
                  </a:cubicBezTo>
                  <a:cubicBezTo>
                    <a:pt x="272786" y="60686"/>
                    <a:pt x="255741" y="31416"/>
                    <a:pt x="244503" y="15434"/>
                  </a:cubicBezTo>
                  <a:cubicBezTo>
                    <a:pt x="242962" y="13257"/>
                    <a:pt x="243249" y="10275"/>
                    <a:pt x="245179" y="8432"/>
                  </a:cubicBezTo>
                  <a:cubicBezTo>
                    <a:pt x="247100" y="6590"/>
                    <a:pt x="250077" y="6416"/>
                    <a:pt x="252196" y="8030"/>
                  </a:cubicBezTo>
                  <a:lnTo>
                    <a:pt x="322464" y="61426"/>
                  </a:lnTo>
                  <a:cubicBezTo>
                    <a:pt x="323714" y="62367"/>
                    <a:pt x="324491" y="63812"/>
                    <a:pt x="324593" y="65373"/>
                  </a:cubicBezTo>
                  <a:cubicBezTo>
                    <a:pt x="324649" y="66106"/>
                    <a:pt x="329920" y="139105"/>
                    <a:pt x="362275" y="165135"/>
                  </a:cubicBezTo>
                  <a:cubicBezTo>
                    <a:pt x="363545" y="166165"/>
                    <a:pt x="364283" y="167715"/>
                    <a:pt x="364287" y="169348"/>
                  </a:cubicBezTo>
                  <a:lnTo>
                    <a:pt x="364287" y="256955"/>
                  </a:lnTo>
                  <a:cubicBezTo>
                    <a:pt x="364279" y="350097"/>
                    <a:pt x="289658" y="488223"/>
                    <a:pt x="186568" y="488223"/>
                  </a:cubicBezTo>
                  <a:close/>
                  <a:moveTo>
                    <a:pt x="19520" y="179460"/>
                  </a:moveTo>
                  <a:lnTo>
                    <a:pt x="19520" y="256955"/>
                  </a:lnTo>
                  <a:cubicBezTo>
                    <a:pt x="19520" y="354113"/>
                    <a:pt x="98173" y="477382"/>
                    <a:pt x="186564" y="477382"/>
                  </a:cubicBezTo>
                  <a:cubicBezTo>
                    <a:pt x="274870" y="477382"/>
                    <a:pt x="353451" y="354113"/>
                    <a:pt x="353451" y="256955"/>
                  </a:cubicBezTo>
                  <a:lnTo>
                    <a:pt x="353451" y="171891"/>
                  </a:lnTo>
                  <a:cubicBezTo>
                    <a:pt x="322319" y="144497"/>
                    <a:pt x="315177" y="82064"/>
                    <a:pt x="313978" y="68604"/>
                  </a:cubicBezTo>
                  <a:lnTo>
                    <a:pt x="269137" y="34515"/>
                  </a:lnTo>
                  <a:cubicBezTo>
                    <a:pt x="276548" y="48059"/>
                    <a:pt x="283220" y="63687"/>
                    <a:pt x="281208" y="73413"/>
                  </a:cubicBezTo>
                  <a:cubicBezTo>
                    <a:pt x="280431" y="77203"/>
                    <a:pt x="278432" y="80189"/>
                    <a:pt x="275418" y="82052"/>
                  </a:cubicBezTo>
                  <a:cubicBezTo>
                    <a:pt x="263282" y="89504"/>
                    <a:pt x="242253" y="73425"/>
                    <a:pt x="226327" y="58191"/>
                  </a:cubicBezTo>
                  <a:cubicBezTo>
                    <a:pt x="228778" y="68057"/>
                    <a:pt x="229820" y="78712"/>
                    <a:pt x="225973" y="85911"/>
                  </a:cubicBezTo>
                  <a:cubicBezTo>
                    <a:pt x="223382" y="90739"/>
                    <a:pt x="218944" y="93705"/>
                    <a:pt x="213121" y="94493"/>
                  </a:cubicBezTo>
                  <a:cubicBezTo>
                    <a:pt x="190053" y="97652"/>
                    <a:pt x="176565" y="56231"/>
                    <a:pt x="170940" y="34330"/>
                  </a:cubicBezTo>
                  <a:cubicBezTo>
                    <a:pt x="147787" y="62448"/>
                    <a:pt x="113399" y="99004"/>
                    <a:pt x="98447" y="88518"/>
                  </a:cubicBezTo>
                  <a:cubicBezTo>
                    <a:pt x="95755" y="86631"/>
                    <a:pt x="94161" y="83798"/>
                    <a:pt x="93811" y="80302"/>
                  </a:cubicBezTo>
                  <a:cubicBezTo>
                    <a:pt x="92604" y="68266"/>
                    <a:pt x="109074" y="45789"/>
                    <a:pt x="123322" y="28837"/>
                  </a:cubicBezTo>
                  <a:lnTo>
                    <a:pt x="61758" y="58754"/>
                  </a:lnTo>
                  <a:cubicBezTo>
                    <a:pt x="53191" y="143423"/>
                    <a:pt x="27644" y="172286"/>
                    <a:pt x="19520" y="17946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44"/>
            <p:cNvSpPr/>
            <p:nvPr/>
          </p:nvSpPr>
          <p:spPr>
            <a:xfrm>
              <a:off x="6350781" y="1923519"/>
              <a:ext cx="212889" cy="290762"/>
            </a:xfrm>
            <a:custGeom>
              <a:avLst/>
              <a:gdLst/>
              <a:ahLst/>
              <a:cxnLst/>
              <a:rect l="l" t="t" r="r" b="b"/>
              <a:pathLst>
                <a:path w="344759" h="470869" extrusionOk="0">
                  <a:moveTo>
                    <a:pt x="353475" y="163966"/>
                  </a:moveTo>
                  <a:lnTo>
                    <a:pt x="353475" y="251552"/>
                  </a:lnTo>
                  <a:cubicBezTo>
                    <a:pt x="353475" y="346800"/>
                    <a:pt x="276267" y="477400"/>
                    <a:pt x="181168" y="477400"/>
                  </a:cubicBezTo>
                  <a:cubicBezTo>
                    <a:pt x="86070" y="477400"/>
                    <a:pt x="8716" y="347532"/>
                    <a:pt x="8716" y="251552"/>
                  </a:cubicBezTo>
                  <a:lnTo>
                    <a:pt x="8716" y="171479"/>
                  </a:lnTo>
                  <a:cubicBezTo>
                    <a:pt x="8716" y="171479"/>
                    <a:pt x="41763" y="149976"/>
                    <a:pt x="51288" y="49827"/>
                  </a:cubicBezTo>
                  <a:lnTo>
                    <a:pt x="140327" y="6531"/>
                  </a:lnTo>
                  <a:cubicBezTo>
                    <a:pt x="140327" y="6531"/>
                    <a:pt x="81301" y="68296"/>
                    <a:pt x="96165" y="78686"/>
                  </a:cubicBezTo>
                  <a:cubicBezTo>
                    <a:pt x="111029" y="89075"/>
                    <a:pt x="168324" y="16921"/>
                    <a:pt x="168324" y="16921"/>
                  </a:cubicBezTo>
                  <a:cubicBezTo>
                    <a:pt x="168324" y="16921"/>
                    <a:pt x="182754" y="87059"/>
                    <a:pt x="206997" y="83740"/>
                  </a:cubicBezTo>
                  <a:cubicBezTo>
                    <a:pt x="231240" y="80420"/>
                    <a:pt x="206997" y="30344"/>
                    <a:pt x="206997" y="30344"/>
                  </a:cubicBezTo>
                  <a:cubicBezTo>
                    <a:pt x="206997" y="30344"/>
                    <a:pt x="251734" y="81575"/>
                    <a:pt x="267177" y="72051"/>
                  </a:cubicBezTo>
                  <a:cubicBezTo>
                    <a:pt x="282620" y="62526"/>
                    <a:pt x="243509" y="6966"/>
                    <a:pt x="243509" y="6966"/>
                  </a:cubicBezTo>
                  <a:lnTo>
                    <a:pt x="313789" y="60362"/>
                  </a:lnTo>
                  <a:cubicBezTo>
                    <a:pt x="313789" y="60362"/>
                    <a:pt x="318839" y="136114"/>
                    <a:pt x="353475" y="163966"/>
                  </a:cubicBezTo>
                  <a:close/>
                </a:path>
              </a:pathLst>
            </a:custGeom>
            <a:solidFill>
              <a:srgbClr val="9869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44"/>
            <p:cNvSpPr/>
            <p:nvPr/>
          </p:nvSpPr>
          <p:spPr>
            <a:xfrm>
              <a:off x="6347450" y="1920186"/>
              <a:ext cx="219565" cy="297444"/>
            </a:xfrm>
            <a:custGeom>
              <a:avLst/>
              <a:gdLst/>
              <a:ahLst/>
              <a:cxnLst/>
              <a:rect l="l" t="t" r="r" b="b"/>
              <a:pathLst>
                <a:path w="355571" h="481691" extrusionOk="0">
                  <a:moveTo>
                    <a:pt x="186568" y="488223"/>
                  </a:moveTo>
                  <a:cubicBezTo>
                    <a:pt x="90777" y="488223"/>
                    <a:pt x="8716" y="361070"/>
                    <a:pt x="8716" y="256971"/>
                  </a:cubicBezTo>
                  <a:lnTo>
                    <a:pt x="8716" y="176881"/>
                  </a:lnTo>
                  <a:cubicBezTo>
                    <a:pt x="8716" y="175050"/>
                    <a:pt x="9645" y="173340"/>
                    <a:pt x="11183" y="172342"/>
                  </a:cubicBezTo>
                  <a:cubicBezTo>
                    <a:pt x="11436" y="172157"/>
                    <a:pt x="42246" y="150062"/>
                    <a:pt x="51320" y="54722"/>
                  </a:cubicBezTo>
                  <a:cubicBezTo>
                    <a:pt x="51489" y="52843"/>
                    <a:pt x="52636" y="51189"/>
                    <a:pt x="54338" y="50368"/>
                  </a:cubicBezTo>
                  <a:lnTo>
                    <a:pt x="143377" y="7072"/>
                  </a:lnTo>
                  <a:cubicBezTo>
                    <a:pt x="145731" y="5934"/>
                    <a:pt x="148567" y="6638"/>
                    <a:pt x="150112" y="8750"/>
                  </a:cubicBezTo>
                  <a:cubicBezTo>
                    <a:pt x="151658" y="10863"/>
                    <a:pt x="151468" y="13776"/>
                    <a:pt x="149662" y="15671"/>
                  </a:cubicBezTo>
                  <a:cubicBezTo>
                    <a:pt x="123105" y="43460"/>
                    <a:pt x="101690" y="73972"/>
                    <a:pt x="104704" y="79694"/>
                  </a:cubicBezTo>
                  <a:cubicBezTo>
                    <a:pt x="110442" y="82511"/>
                    <a:pt x="139373" y="56907"/>
                    <a:pt x="169487" y="18935"/>
                  </a:cubicBezTo>
                  <a:cubicBezTo>
                    <a:pt x="170787" y="17277"/>
                    <a:pt x="172935" y="16532"/>
                    <a:pt x="174984" y="17031"/>
                  </a:cubicBezTo>
                  <a:cubicBezTo>
                    <a:pt x="177028" y="17530"/>
                    <a:pt x="178601" y="19156"/>
                    <a:pt x="179027" y="21216"/>
                  </a:cubicBezTo>
                  <a:cubicBezTo>
                    <a:pt x="184608" y="48276"/>
                    <a:pt x="198434" y="85424"/>
                    <a:pt x="211681" y="83774"/>
                  </a:cubicBezTo>
                  <a:cubicBezTo>
                    <a:pt x="214711" y="83352"/>
                    <a:pt x="215821" y="81955"/>
                    <a:pt x="216445" y="80788"/>
                  </a:cubicBezTo>
                  <a:cubicBezTo>
                    <a:pt x="220939" y="72415"/>
                    <a:pt x="213371" y="50151"/>
                    <a:pt x="207536" y="38088"/>
                  </a:cubicBezTo>
                  <a:cubicBezTo>
                    <a:pt x="206364" y="35649"/>
                    <a:pt x="207169" y="32720"/>
                    <a:pt x="209423" y="31223"/>
                  </a:cubicBezTo>
                  <a:cubicBezTo>
                    <a:pt x="211681" y="29722"/>
                    <a:pt x="214703" y="30125"/>
                    <a:pt x="216485" y="32169"/>
                  </a:cubicBezTo>
                  <a:cubicBezTo>
                    <a:pt x="238709" y="57619"/>
                    <a:pt x="263656" y="76616"/>
                    <a:pt x="269744" y="72809"/>
                  </a:cubicBezTo>
                  <a:cubicBezTo>
                    <a:pt x="269953" y="72680"/>
                    <a:pt x="270376" y="72407"/>
                    <a:pt x="270629" y="71200"/>
                  </a:cubicBezTo>
                  <a:cubicBezTo>
                    <a:pt x="272786" y="60686"/>
                    <a:pt x="255741" y="31416"/>
                    <a:pt x="244503" y="15434"/>
                  </a:cubicBezTo>
                  <a:cubicBezTo>
                    <a:pt x="242962" y="13257"/>
                    <a:pt x="243249" y="10275"/>
                    <a:pt x="245179" y="8432"/>
                  </a:cubicBezTo>
                  <a:cubicBezTo>
                    <a:pt x="247100" y="6590"/>
                    <a:pt x="250077" y="6416"/>
                    <a:pt x="252196" y="8030"/>
                  </a:cubicBezTo>
                  <a:lnTo>
                    <a:pt x="322464" y="61426"/>
                  </a:lnTo>
                  <a:cubicBezTo>
                    <a:pt x="323714" y="62367"/>
                    <a:pt x="324491" y="63812"/>
                    <a:pt x="324593" y="65373"/>
                  </a:cubicBezTo>
                  <a:cubicBezTo>
                    <a:pt x="324649" y="66106"/>
                    <a:pt x="329920" y="139105"/>
                    <a:pt x="362275" y="165135"/>
                  </a:cubicBezTo>
                  <a:cubicBezTo>
                    <a:pt x="363545" y="166165"/>
                    <a:pt x="364283" y="167715"/>
                    <a:pt x="364287" y="169348"/>
                  </a:cubicBezTo>
                  <a:lnTo>
                    <a:pt x="364287" y="256955"/>
                  </a:lnTo>
                  <a:cubicBezTo>
                    <a:pt x="364279" y="350097"/>
                    <a:pt x="289658" y="488223"/>
                    <a:pt x="186568" y="488223"/>
                  </a:cubicBezTo>
                  <a:close/>
                  <a:moveTo>
                    <a:pt x="19520" y="179460"/>
                  </a:moveTo>
                  <a:lnTo>
                    <a:pt x="19520" y="256955"/>
                  </a:lnTo>
                  <a:cubicBezTo>
                    <a:pt x="19520" y="354113"/>
                    <a:pt x="98173" y="477382"/>
                    <a:pt x="186564" y="477382"/>
                  </a:cubicBezTo>
                  <a:cubicBezTo>
                    <a:pt x="274870" y="477382"/>
                    <a:pt x="353451" y="354113"/>
                    <a:pt x="353451" y="256955"/>
                  </a:cubicBezTo>
                  <a:lnTo>
                    <a:pt x="353451" y="171891"/>
                  </a:lnTo>
                  <a:cubicBezTo>
                    <a:pt x="322319" y="144497"/>
                    <a:pt x="315177" y="82064"/>
                    <a:pt x="313978" y="68604"/>
                  </a:cubicBezTo>
                  <a:lnTo>
                    <a:pt x="269137" y="34515"/>
                  </a:lnTo>
                  <a:cubicBezTo>
                    <a:pt x="276548" y="48059"/>
                    <a:pt x="283220" y="63687"/>
                    <a:pt x="281208" y="73413"/>
                  </a:cubicBezTo>
                  <a:cubicBezTo>
                    <a:pt x="280431" y="77203"/>
                    <a:pt x="278432" y="80189"/>
                    <a:pt x="275418" y="82052"/>
                  </a:cubicBezTo>
                  <a:cubicBezTo>
                    <a:pt x="263282" y="89504"/>
                    <a:pt x="242253" y="73425"/>
                    <a:pt x="226327" y="58191"/>
                  </a:cubicBezTo>
                  <a:cubicBezTo>
                    <a:pt x="228778" y="68057"/>
                    <a:pt x="229820" y="78712"/>
                    <a:pt x="225973" y="85911"/>
                  </a:cubicBezTo>
                  <a:cubicBezTo>
                    <a:pt x="223382" y="90739"/>
                    <a:pt x="218944" y="93705"/>
                    <a:pt x="213121" y="94493"/>
                  </a:cubicBezTo>
                  <a:cubicBezTo>
                    <a:pt x="190053" y="97652"/>
                    <a:pt x="176565" y="56231"/>
                    <a:pt x="170940" y="34330"/>
                  </a:cubicBezTo>
                  <a:cubicBezTo>
                    <a:pt x="147787" y="62448"/>
                    <a:pt x="113399" y="99004"/>
                    <a:pt x="98447" y="88518"/>
                  </a:cubicBezTo>
                  <a:cubicBezTo>
                    <a:pt x="95755" y="86631"/>
                    <a:pt x="94161" y="83798"/>
                    <a:pt x="93811" y="80302"/>
                  </a:cubicBezTo>
                  <a:cubicBezTo>
                    <a:pt x="92604" y="68266"/>
                    <a:pt x="109074" y="45789"/>
                    <a:pt x="123322" y="28837"/>
                  </a:cubicBezTo>
                  <a:lnTo>
                    <a:pt x="61758" y="58754"/>
                  </a:lnTo>
                  <a:cubicBezTo>
                    <a:pt x="53191" y="143423"/>
                    <a:pt x="27644" y="172286"/>
                    <a:pt x="19520" y="179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44"/>
            <p:cNvSpPr/>
            <p:nvPr/>
          </p:nvSpPr>
          <p:spPr>
            <a:xfrm>
              <a:off x="6370725" y="2042204"/>
              <a:ext cx="65943" cy="35466"/>
            </a:xfrm>
            <a:custGeom>
              <a:avLst/>
              <a:gdLst/>
              <a:ahLst/>
              <a:cxnLst/>
              <a:rect l="l" t="t" r="r" b="b"/>
              <a:pathLst>
                <a:path w="106791" h="57435" extrusionOk="0">
                  <a:moveTo>
                    <a:pt x="115508" y="28614"/>
                  </a:moveTo>
                  <a:cubicBezTo>
                    <a:pt x="115508" y="48093"/>
                    <a:pt x="91695" y="63967"/>
                    <a:pt x="62112" y="63967"/>
                  </a:cubicBezTo>
                  <a:cubicBezTo>
                    <a:pt x="32529" y="63967"/>
                    <a:pt x="8716" y="48093"/>
                    <a:pt x="8716" y="28614"/>
                  </a:cubicBezTo>
                  <a:cubicBezTo>
                    <a:pt x="8716" y="9134"/>
                    <a:pt x="32674" y="6531"/>
                    <a:pt x="62112" y="6531"/>
                  </a:cubicBezTo>
                  <a:cubicBezTo>
                    <a:pt x="91550" y="6531"/>
                    <a:pt x="115508" y="8986"/>
                    <a:pt x="115508" y="286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44"/>
            <p:cNvSpPr/>
            <p:nvPr/>
          </p:nvSpPr>
          <p:spPr>
            <a:xfrm>
              <a:off x="6472766" y="2042204"/>
              <a:ext cx="65941" cy="35466"/>
            </a:xfrm>
            <a:custGeom>
              <a:avLst/>
              <a:gdLst/>
              <a:ahLst/>
              <a:cxnLst/>
              <a:rect l="l" t="t" r="r" b="b"/>
              <a:pathLst>
                <a:path w="106787" h="57435" extrusionOk="0">
                  <a:moveTo>
                    <a:pt x="115504" y="28614"/>
                  </a:moveTo>
                  <a:cubicBezTo>
                    <a:pt x="115504" y="48093"/>
                    <a:pt x="91695" y="63967"/>
                    <a:pt x="62112" y="63967"/>
                  </a:cubicBezTo>
                  <a:cubicBezTo>
                    <a:pt x="32529" y="63967"/>
                    <a:pt x="8716" y="48093"/>
                    <a:pt x="8716" y="28614"/>
                  </a:cubicBezTo>
                  <a:cubicBezTo>
                    <a:pt x="8716" y="9134"/>
                    <a:pt x="32670" y="6531"/>
                    <a:pt x="62112" y="6531"/>
                  </a:cubicBezTo>
                  <a:cubicBezTo>
                    <a:pt x="91554" y="6531"/>
                    <a:pt x="115504" y="8986"/>
                    <a:pt x="115504" y="286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44"/>
            <p:cNvSpPr/>
            <p:nvPr/>
          </p:nvSpPr>
          <p:spPr>
            <a:xfrm>
              <a:off x="6347445" y="2038865"/>
              <a:ext cx="214942" cy="42155"/>
            </a:xfrm>
            <a:custGeom>
              <a:avLst/>
              <a:gdLst/>
              <a:ahLst/>
              <a:cxnLst/>
              <a:rect l="l" t="t" r="r" b="b"/>
              <a:pathLst>
                <a:path w="348084" h="68267" extrusionOk="0">
                  <a:moveTo>
                    <a:pt x="353761" y="45176"/>
                  </a:moveTo>
                  <a:lnTo>
                    <a:pt x="323727" y="30497"/>
                  </a:lnTo>
                  <a:cubicBezTo>
                    <a:pt x="320625" y="6591"/>
                    <a:pt x="286217" y="6531"/>
                    <a:pt x="265237" y="6531"/>
                  </a:cubicBezTo>
                  <a:cubicBezTo>
                    <a:pt x="244796" y="6531"/>
                    <a:pt x="211620" y="6567"/>
                    <a:pt x="207005" y="28614"/>
                  </a:cubicBezTo>
                  <a:lnTo>
                    <a:pt x="158067" y="28614"/>
                  </a:lnTo>
                  <a:cubicBezTo>
                    <a:pt x="153460" y="6567"/>
                    <a:pt x="120284" y="6531"/>
                    <a:pt x="99859" y="6531"/>
                  </a:cubicBezTo>
                  <a:cubicBezTo>
                    <a:pt x="78794" y="6531"/>
                    <a:pt x="44254" y="6599"/>
                    <a:pt x="41333" y="30718"/>
                  </a:cubicBezTo>
                  <a:lnTo>
                    <a:pt x="11750" y="45176"/>
                  </a:lnTo>
                  <a:cubicBezTo>
                    <a:pt x="9066" y="46491"/>
                    <a:pt x="7955" y="49735"/>
                    <a:pt x="9267" y="52418"/>
                  </a:cubicBezTo>
                  <a:cubicBezTo>
                    <a:pt x="10176" y="54273"/>
                    <a:pt x="12063" y="55448"/>
                    <a:pt x="14132" y="55448"/>
                  </a:cubicBezTo>
                  <a:cubicBezTo>
                    <a:pt x="14957" y="55452"/>
                    <a:pt x="15773" y="55263"/>
                    <a:pt x="16514" y="54897"/>
                  </a:cubicBezTo>
                  <a:lnTo>
                    <a:pt x="42218" y="42339"/>
                  </a:lnTo>
                  <a:cubicBezTo>
                    <a:pt x="47614" y="61082"/>
                    <a:pt x="71000" y="74799"/>
                    <a:pt x="99859" y="74799"/>
                  </a:cubicBezTo>
                  <a:cubicBezTo>
                    <a:pt x="130138" y="74799"/>
                    <a:pt x="154140" y="59621"/>
                    <a:pt x="157886" y="39438"/>
                  </a:cubicBezTo>
                  <a:lnTo>
                    <a:pt x="207190" y="39438"/>
                  </a:lnTo>
                  <a:cubicBezTo>
                    <a:pt x="210940" y="59621"/>
                    <a:pt x="234954" y="74799"/>
                    <a:pt x="265237" y="74799"/>
                  </a:cubicBezTo>
                  <a:cubicBezTo>
                    <a:pt x="294180" y="74799"/>
                    <a:pt x="317599" y="60981"/>
                    <a:pt x="322886" y="42138"/>
                  </a:cubicBezTo>
                  <a:lnTo>
                    <a:pt x="349005" y="54897"/>
                  </a:lnTo>
                  <a:cubicBezTo>
                    <a:pt x="349745" y="55263"/>
                    <a:pt x="350561" y="55452"/>
                    <a:pt x="351387" y="55448"/>
                  </a:cubicBezTo>
                  <a:cubicBezTo>
                    <a:pt x="353453" y="55448"/>
                    <a:pt x="355340" y="54273"/>
                    <a:pt x="356252" y="52418"/>
                  </a:cubicBezTo>
                  <a:cubicBezTo>
                    <a:pt x="357561" y="49731"/>
                    <a:pt x="356447" y="46491"/>
                    <a:pt x="353761" y="45176"/>
                  </a:cubicBezTo>
                  <a:close/>
                  <a:moveTo>
                    <a:pt x="99859" y="63975"/>
                  </a:moveTo>
                  <a:cubicBezTo>
                    <a:pt x="74533" y="63975"/>
                    <a:pt x="53203" y="50958"/>
                    <a:pt x="52084" y="35289"/>
                  </a:cubicBezTo>
                  <a:cubicBezTo>
                    <a:pt x="52273" y="34464"/>
                    <a:pt x="52265" y="33607"/>
                    <a:pt x="52056" y="32790"/>
                  </a:cubicBezTo>
                  <a:cubicBezTo>
                    <a:pt x="52990" y="21624"/>
                    <a:pt x="66164" y="17355"/>
                    <a:pt x="99859" y="17355"/>
                  </a:cubicBezTo>
                  <a:cubicBezTo>
                    <a:pt x="134822" y="17355"/>
                    <a:pt x="147831" y="21878"/>
                    <a:pt x="147831" y="34026"/>
                  </a:cubicBezTo>
                  <a:cubicBezTo>
                    <a:pt x="147823" y="50262"/>
                    <a:pt x="125853" y="63975"/>
                    <a:pt x="99851" y="63975"/>
                  </a:cubicBezTo>
                  <a:close/>
                  <a:moveTo>
                    <a:pt x="265237" y="63975"/>
                  </a:moveTo>
                  <a:cubicBezTo>
                    <a:pt x="239223" y="63975"/>
                    <a:pt x="217253" y="50262"/>
                    <a:pt x="217253" y="34026"/>
                  </a:cubicBezTo>
                  <a:cubicBezTo>
                    <a:pt x="217253" y="21878"/>
                    <a:pt x="230258" y="17355"/>
                    <a:pt x="265237" y="17355"/>
                  </a:cubicBezTo>
                  <a:cubicBezTo>
                    <a:pt x="300216" y="17355"/>
                    <a:pt x="313209" y="21878"/>
                    <a:pt x="313209" y="34026"/>
                  </a:cubicBezTo>
                  <a:cubicBezTo>
                    <a:pt x="313201" y="50262"/>
                    <a:pt x="291231" y="63975"/>
                    <a:pt x="265229" y="639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44"/>
            <p:cNvSpPr/>
            <p:nvPr/>
          </p:nvSpPr>
          <p:spPr>
            <a:xfrm>
              <a:off x="6331116" y="2278021"/>
              <a:ext cx="129927" cy="81893"/>
            </a:xfrm>
            <a:custGeom>
              <a:avLst/>
              <a:gdLst/>
              <a:ahLst/>
              <a:cxnLst/>
              <a:rect l="l" t="t" r="r" b="b"/>
              <a:pathLst>
                <a:path w="210408" h="132620" extrusionOk="0">
                  <a:moveTo>
                    <a:pt x="0" y="37808"/>
                  </a:moveTo>
                  <a:lnTo>
                    <a:pt x="81538" y="0"/>
                  </a:lnTo>
                  <a:lnTo>
                    <a:pt x="210409" y="83989"/>
                  </a:lnTo>
                  <a:lnTo>
                    <a:pt x="129305" y="95819"/>
                  </a:lnTo>
                  <a:lnTo>
                    <a:pt x="90773" y="132621"/>
                  </a:lnTo>
                  <a:lnTo>
                    <a:pt x="0" y="378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4"/>
            <p:cNvSpPr/>
            <p:nvPr/>
          </p:nvSpPr>
          <p:spPr>
            <a:xfrm>
              <a:off x="6322428" y="2271701"/>
              <a:ext cx="136598" cy="88577"/>
            </a:xfrm>
            <a:custGeom>
              <a:avLst/>
              <a:gdLst/>
              <a:ahLst/>
              <a:cxnLst/>
              <a:rect l="l" t="t" r="r" b="b"/>
              <a:pathLst>
                <a:path w="221211" h="143444" extrusionOk="0">
                  <a:moveTo>
                    <a:pt x="104895" y="149975"/>
                  </a:moveTo>
                  <a:cubicBezTo>
                    <a:pt x="103423" y="149976"/>
                    <a:pt x="102014" y="149376"/>
                    <a:pt x="100992" y="148313"/>
                  </a:cubicBezTo>
                  <a:lnTo>
                    <a:pt x="10219" y="53513"/>
                  </a:lnTo>
                  <a:cubicBezTo>
                    <a:pt x="9008" y="52249"/>
                    <a:pt x="8485" y="50479"/>
                    <a:pt x="8811" y="48761"/>
                  </a:cubicBezTo>
                  <a:cubicBezTo>
                    <a:pt x="9129" y="47046"/>
                    <a:pt x="10260" y="45591"/>
                    <a:pt x="11841" y="44857"/>
                  </a:cubicBezTo>
                  <a:lnTo>
                    <a:pt x="93367" y="7034"/>
                  </a:lnTo>
                  <a:cubicBezTo>
                    <a:pt x="95057" y="6251"/>
                    <a:pt x="97033" y="6389"/>
                    <a:pt x="98598" y="7400"/>
                  </a:cubicBezTo>
                  <a:lnTo>
                    <a:pt x="227477" y="91381"/>
                  </a:lnTo>
                  <a:cubicBezTo>
                    <a:pt x="229356" y="92615"/>
                    <a:pt x="230281" y="94878"/>
                    <a:pt x="229802" y="97074"/>
                  </a:cubicBezTo>
                  <a:cubicBezTo>
                    <a:pt x="229327" y="99279"/>
                    <a:pt x="227537" y="100958"/>
                    <a:pt x="225304" y="101287"/>
                  </a:cubicBezTo>
                  <a:lnTo>
                    <a:pt x="145918" y="112872"/>
                  </a:lnTo>
                  <a:lnTo>
                    <a:pt x="108629" y="148482"/>
                  </a:lnTo>
                  <a:cubicBezTo>
                    <a:pt x="107624" y="149445"/>
                    <a:pt x="106288" y="149980"/>
                    <a:pt x="104895" y="149975"/>
                  </a:cubicBezTo>
                  <a:close/>
                  <a:moveTo>
                    <a:pt x="23269" y="51481"/>
                  </a:moveTo>
                  <a:lnTo>
                    <a:pt x="105064" y="136914"/>
                  </a:lnTo>
                  <a:lnTo>
                    <a:pt x="139669" y="103850"/>
                  </a:lnTo>
                  <a:cubicBezTo>
                    <a:pt x="140482" y="103076"/>
                    <a:pt x="141520" y="102574"/>
                    <a:pt x="142631" y="102414"/>
                  </a:cubicBezTo>
                  <a:lnTo>
                    <a:pt x="209559" y="92648"/>
                  </a:lnTo>
                  <a:lnTo>
                    <a:pt x="95194" y="181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4"/>
            <p:cNvSpPr/>
            <p:nvPr/>
          </p:nvSpPr>
          <p:spPr>
            <a:xfrm>
              <a:off x="6458622" y="2278021"/>
              <a:ext cx="130014" cy="81893"/>
            </a:xfrm>
            <a:custGeom>
              <a:avLst/>
              <a:gdLst/>
              <a:ahLst/>
              <a:cxnLst/>
              <a:rect l="l" t="t" r="r" b="b"/>
              <a:pathLst>
                <a:path w="210549" h="132620" extrusionOk="0">
                  <a:moveTo>
                    <a:pt x="210550" y="37808"/>
                  </a:moveTo>
                  <a:lnTo>
                    <a:pt x="128870" y="0"/>
                  </a:lnTo>
                  <a:lnTo>
                    <a:pt x="0" y="83989"/>
                  </a:lnTo>
                  <a:lnTo>
                    <a:pt x="88318" y="92644"/>
                  </a:lnTo>
                  <a:lnTo>
                    <a:pt x="119777" y="132621"/>
                  </a:lnTo>
                  <a:lnTo>
                    <a:pt x="210550" y="378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4"/>
            <p:cNvSpPr/>
            <p:nvPr/>
          </p:nvSpPr>
          <p:spPr>
            <a:xfrm>
              <a:off x="6449925" y="2271702"/>
              <a:ext cx="136702" cy="88575"/>
            </a:xfrm>
            <a:custGeom>
              <a:avLst/>
              <a:gdLst/>
              <a:ahLst/>
              <a:cxnLst/>
              <a:rect l="l" t="t" r="r" b="b"/>
              <a:pathLst>
                <a:path w="221380" h="143442" extrusionOk="0">
                  <a:moveTo>
                    <a:pt x="133918" y="149974"/>
                  </a:moveTo>
                  <a:lnTo>
                    <a:pt x="133648" y="149974"/>
                  </a:lnTo>
                  <a:cubicBezTo>
                    <a:pt x="132086" y="149892"/>
                    <a:pt x="130634" y="149143"/>
                    <a:pt x="129661" y="147917"/>
                  </a:cubicBezTo>
                  <a:lnTo>
                    <a:pt x="99627" y="109756"/>
                  </a:lnTo>
                  <a:lnTo>
                    <a:pt x="13590" y="101306"/>
                  </a:lnTo>
                  <a:cubicBezTo>
                    <a:pt x="11305" y="101078"/>
                    <a:pt x="9413" y="99433"/>
                    <a:pt x="8870" y="97201"/>
                  </a:cubicBezTo>
                  <a:cubicBezTo>
                    <a:pt x="8327" y="94971"/>
                    <a:pt x="9248" y="92640"/>
                    <a:pt x="11168" y="91383"/>
                  </a:cubicBezTo>
                  <a:lnTo>
                    <a:pt x="140046" y="7402"/>
                  </a:lnTo>
                  <a:cubicBezTo>
                    <a:pt x="141611" y="6389"/>
                    <a:pt x="143587" y="6250"/>
                    <a:pt x="145277" y="7036"/>
                  </a:cubicBezTo>
                  <a:lnTo>
                    <a:pt x="226960" y="44860"/>
                  </a:lnTo>
                  <a:cubicBezTo>
                    <a:pt x="228549" y="45589"/>
                    <a:pt x="229683" y="47045"/>
                    <a:pt x="230002" y="48763"/>
                  </a:cubicBezTo>
                  <a:cubicBezTo>
                    <a:pt x="230328" y="50481"/>
                    <a:pt x="229803" y="52251"/>
                    <a:pt x="228594" y="53515"/>
                  </a:cubicBezTo>
                  <a:lnTo>
                    <a:pt x="137821" y="148316"/>
                  </a:lnTo>
                  <a:cubicBezTo>
                    <a:pt x="136798" y="149374"/>
                    <a:pt x="135390" y="149973"/>
                    <a:pt x="133918" y="149974"/>
                  </a:cubicBezTo>
                  <a:close/>
                  <a:moveTo>
                    <a:pt x="29995" y="92059"/>
                  </a:moveTo>
                  <a:lnTo>
                    <a:pt x="102983" y="99217"/>
                  </a:lnTo>
                  <a:cubicBezTo>
                    <a:pt x="104445" y="99355"/>
                    <a:pt x="105789" y="100081"/>
                    <a:pt x="106705" y="101229"/>
                  </a:cubicBezTo>
                  <a:lnTo>
                    <a:pt x="134296" y="136325"/>
                  </a:lnTo>
                  <a:lnTo>
                    <a:pt x="215513" y="51499"/>
                  </a:lnTo>
                  <a:lnTo>
                    <a:pt x="143442" y="181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4"/>
            <p:cNvSpPr/>
            <p:nvPr/>
          </p:nvSpPr>
          <p:spPr>
            <a:xfrm>
              <a:off x="6373716" y="1986308"/>
              <a:ext cx="160320" cy="151057"/>
            </a:xfrm>
            <a:custGeom>
              <a:avLst/>
              <a:gdLst/>
              <a:ahLst/>
              <a:cxnLst/>
              <a:rect l="l" t="t" r="r" b="b"/>
              <a:pathLst>
                <a:path w="259628" h="244627" extrusionOk="0">
                  <a:moveTo>
                    <a:pt x="145856" y="251159"/>
                  </a:moveTo>
                  <a:cubicBezTo>
                    <a:pt x="132006" y="251159"/>
                    <a:pt x="121870" y="249413"/>
                    <a:pt x="120816" y="249215"/>
                  </a:cubicBezTo>
                  <a:cubicBezTo>
                    <a:pt x="117875" y="248685"/>
                    <a:pt x="115919" y="245872"/>
                    <a:pt x="116446" y="242930"/>
                  </a:cubicBezTo>
                  <a:cubicBezTo>
                    <a:pt x="116981" y="239993"/>
                    <a:pt x="119790" y="238041"/>
                    <a:pt x="122731" y="238560"/>
                  </a:cubicBezTo>
                  <a:cubicBezTo>
                    <a:pt x="123351" y="238673"/>
                    <a:pt x="185700" y="249368"/>
                    <a:pt x="212333" y="215295"/>
                  </a:cubicBezTo>
                  <a:cubicBezTo>
                    <a:pt x="214178" y="212945"/>
                    <a:pt x="217579" y="212534"/>
                    <a:pt x="219930" y="214377"/>
                  </a:cubicBezTo>
                  <a:cubicBezTo>
                    <a:pt x="222282" y="216220"/>
                    <a:pt x="222694" y="219620"/>
                    <a:pt x="220851" y="221970"/>
                  </a:cubicBezTo>
                  <a:cubicBezTo>
                    <a:pt x="220850" y="221970"/>
                    <a:pt x="220849" y="221974"/>
                    <a:pt x="220848" y="221974"/>
                  </a:cubicBezTo>
                  <a:cubicBezTo>
                    <a:pt x="201751" y="246383"/>
                    <a:pt x="168732" y="251159"/>
                    <a:pt x="145856" y="251159"/>
                  </a:cubicBezTo>
                  <a:close/>
                  <a:moveTo>
                    <a:pt x="154552" y="197707"/>
                  </a:moveTo>
                  <a:cubicBezTo>
                    <a:pt x="157019" y="196017"/>
                    <a:pt x="157651" y="192649"/>
                    <a:pt x="155964" y="190178"/>
                  </a:cubicBezTo>
                  <a:lnTo>
                    <a:pt x="131286" y="154157"/>
                  </a:lnTo>
                  <a:cubicBezTo>
                    <a:pt x="154918" y="113811"/>
                    <a:pt x="124212" y="39921"/>
                    <a:pt x="122836" y="36723"/>
                  </a:cubicBezTo>
                  <a:cubicBezTo>
                    <a:pt x="121657" y="33986"/>
                    <a:pt x="118506" y="32703"/>
                    <a:pt x="115750" y="33833"/>
                  </a:cubicBezTo>
                  <a:cubicBezTo>
                    <a:pt x="112994" y="34996"/>
                    <a:pt x="111702" y="38167"/>
                    <a:pt x="112861" y="40923"/>
                  </a:cubicBezTo>
                  <a:cubicBezTo>
                    <a:pt x="113183" y="41684"/>
                    <a:pt x="144303" y="116571"/>
                    <a:pt x="120329" y="151176"/>
                  </a:cubicBezTo>
                  <a:cubicBezTo>
                    <a:pt x="119058" y="153027"/>
                    <a:pt x="119058" y="155469"/>
                    <a:pt x="120329" y="157320"/>
                  </a:cubicBezTo>
                  <a:lnTo>
                    <a:pt x="147019" y="196286"/>
                  </a:lnTo>
                  <a:cubicBezTo>
                    <a:pt x="148029" y="197759"/>
                    <a:pt x="149699" y="198640"/>
                    <a:pt x="151486" y="198640"/>
                  </a:cubicBezTo>
                  <a:cubicBezTo>
                    <a:pt x="152578" y="198644"/>
                    <a:pt x="153647" y="198318"/>
                    <a:pt x="154552" y="197707"/>
                  </a:cubicBezTo>
                  <a:close/>
                  <a:moveTo>
                    <a:pt x="51349" y="60057"/>
                  </a:moveTo>
                  <a:cubicBezTo>
                    <a:pt x="45716" y="60057"/>
                    <a:pt x="41101" y="71323"/>
                    <a:pt x="41101" y="85169"/>
                  </a:cubicBezTo>
                  <a:cubicBezTo>
                    <a:pt x="41101" y="99015"/>
                    <a:pt x="45720" y="110278"/>
                    <a:pt x="51349" y="110278"/>
                  </a:cubicBezTo>
                  <a:cubicBezTo>
                    <a:pt x="56979" y="110278"/>
                    <a:pt x="61449" y="99598"/>
                    <a:pt x="61449" y="85169"/>
                  </a:cubicBezTo>
                  <a:cubicBezTo>
                    <a:pt x="61449" y="71581"/>
                    <a:pt x="56974" y="60057"/>
                    <a:pt x="51349" y="60057"/>
                  </a:cubicBezTo>
                  <a:close/>
                  <a:moveTo>
                    <a:pt x="229427" y="60057"/>
                  </a:moveTo>
                  <a:cubicBezTo>
                    <a:pt x="223793" y="60057"/>
                    <a:pt x="219327" y="71323"/>
                    <a:pt x="219327" y="85169"/>
                  </a:cubicBezTo>
                  <a:cubicBezTo>
                    <a:pt x="219327" y="99015"/>
                    <a:pt x="223801" y="110278"/>
                    <a:pt x="229427" y="110278"/>
                  </a:cubicBezTo>
                  <a:cubicBezTo>
                    <a:pt x="235052" y="110278"/>
                    <a:pt x="239675" y="99598"/>
                    <a:pt x="239675" y="85169"/>
                  </a:cubicBezTo>
                  <a:cubicBezTo>
                    <a:pt x="239675" y="71581"/>
                    <a:pt x="235056" y="60057"/>
                    <a:pt x="229427" y="60057"/>
                  </a:cubicBezTo>
                  <a:close/>
                  <a:moveTo>
                    <a:pt x="18205" y="38066"/>
                  </a:moveTo>
                  <a:cubicBezTo>
                    <a:pt x="19388" y="36698"/>
                    <a:pt x="47531" y="5019"/>
                    <a:pt x="78252" y="22482"/>
                  </a:cubicBezTo>
                  <a:cubicBezTo>
                    <a:pt x="80848" y="23955"/>
                    <a:pt x="84147" y="23058"/>
                    <a:pt x="85640" y="20470"/>
                  </a:cubicBezTo>
                  <a:cubicBezTo>
                    <a:pt x="87117" y="17875"/>
                    <a:pt x="86219" y="14571"/>
                    <a:pt x="83628" y="13087"/>
                  </a:cubicBezTo>
                  <a:cubicBezTo>
                    <a:pt x="52782" y="-4417"/>
                    <a:pt x="22028" y="17147"/>
                    <a:pt x="10049" y="30997"/>
                  </a:cubicBezTo>
                  <a:cubicBezTo>
                    <a:pt x="8085" y="33246"/>
                    <a:pt x="8319" y="36662"/>
                    <a:pt x="10568" y="38626"/>
                  </a:cubicBezTo>
                  <a:cubicBezTo>
                    <a:pt x="10572" y="38634"/>
                    <a:pt x="10580" y="38638"/>
                    <a:pt x="10584" y="38642"/>
                  </a:cubicBezTo>
                  <a:cubicBezTo>
                    <a:pt x="11570" y="39499"/>
                    <a:pt x="12833" y="39970"/>
                    <a:pt x="14137" y="39970"/>
                  </a:cubicBezTo>
                  <a:cubicBezTo>
                    <a:pt x="15706" y="39950"/>
                    <a:pt x="17191" y="39245"/>
                    <a:pt x="18205" y="38046"/>
                  </a:cubicBezTo>
                  <a:close/>
                  <a:moveTo>
                    <a:pt x="266474" y="40618"/>
                  </a:moveTo>
                  <a:cubicBezTo>
                    <a:pt x="268732" y="38666"/>
                    <a:pt x="268981" y="35254"/>
                    <a:pt x="267029" y="32996"/>
                  </a:cubicBezTo>
                  <a:cubicBezTo>
                    <a:pt x="267022" y="32988"/>
                    <a:pt x="267016" y="32980"/>
                    <a:pt x="267009" y="32972"/>
                  </a:cubicBezTo>
                  <a:cubicBezTo>
                    <a:pt x="255030" y="19118"/>
                    <a:pt x="224252" y="-2385"/>
                    <a:pt x="193414" y="15062"/>
                  </a:cubicBezTo>
                  <a:cubicBezTo>
                    <a:pt x="190821" y="16547"/>
                    <a:pt x="189921" y="19851"/>
                    <a:pt x="191402" y="22446"/>
                  </a:cubicBezTo>
                  <a:cubicBezTo>
                    <a:pt x="192890" y="25033"/>
                    <a:pt x="196190" y="25935"/>
                    <a:pt x="198785" y="24458"/>
                  </a:cubicBezTo>
                  <a:cubicBezTo>
                    <a:pt x="229523" y="7055"/>
                    <a:pt x="257666" y="38694"/>
                    <a:pt x="258849" y="40046"/>
                  </a:cubicBezTo>
                  <a:cubicBezTo>
                    <a:pt x="259879" y="41229"/>
                    <a:pt x="261370" y="41905"/>
                    <a:pt x="262937" y="41905"/>
                  </a:cubicBezTo>
                  <a:cubicBezTo>
                    <a:pt x="264232" y="41905"/>
                    <a:pt x="265483" y="41442"/>
                    <a:pt x="266466" y="405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4"/>
            <p:cNvSpPr/>
            <p:nvPr/>
          </p:nvSpPr>
          <p:spPr>
            <a:xfrm>
              <a:off x="6492754" y="4249284"/>
              <a:ext cx="207159" cy="29048"/>
            </a:xfrm>
            <a:custGeom>
              <a:avLst/>
              <a:gdLst/>
              <a:ahLst/>
              <a:cxnLst/>
              <a:rect l="l" t="t" r="r" b="b"/>
              <a:pathLst>
                <a:path w="335480" h="47042" extrusionOk="0">
                  <a:moveTo>
                    <a:pt x="305346" y="53573"/>
                  </a:moveTo>
                  <a:lnTo>
                    <a:pt x="79792" y="53573"/>
                  </a:lnTo>
                  <a:cubicBezTo>
                    <a:pt x="70135" y="53573"/>
                    <a:pt x="20433" y="46850"/>
                    <a:pt x="13681" y="28883"/>
                  </a:cubicBezTo>
                  <a:cubicBezTo>
                    <a:pt x="11692" y="23765"/>
                    <a:pt x="10078" y="18506"/>
                    <a:pt x="8852" y="13154"/>
                  </a:cubicBezTo>
                  <a:cubicBezTo>
                    <a:pt x="8485" y="11549"/>
                    <a:pt x="8869" y="9863"/>
                    <a:pt x="9895" y="8575"/>
                  </a:cubicBezTo>
                  <a:cubicBezTo>
                    <a:pt x="10918" y="7284"/>
                    <a:pt x="12475" y="6531"/>
                    <a:pt x="14124" y="6531"/>
                  </a:cubicBezTo>
                  <a:lnTo>
                    <a:pt x="338684" y="6531"/>
                  </a:lnTo>
                  <a:cubicBezTo>
                    <a:pt x="341508" y="6531"/>
                    <a:pt x="343857" y="8704"/>
                    <a:pt x="344079" y="11521"/>
                  </a:cubicBezTo>
                  <a:cubicBezTo>
                    <a:pt x="344168" y="12563"/>
                    <a:pt x="344196" y="13605"/>
                    <a:pt x="344196" y="14647"/>
                  </a:cubicBezTo>
                  <a:cubicBezTo>
                    <a:pt x="344244" y="24964"/>
                    <a:pt x="340164" y="34867"/>
                    <a:pt x="332865" y="42158"/>
                  </a:cubicBezTo>
                  <a:cubicBezTo>
                    <a:pt x="325585" y="49485"/>
                    <a:pt x="315675" y="53598"/>
                    <a:pt x="305346" y="53573"/>
                  </a:cubicBezTo>
                  <a:close/>
                  <a:moveTo>
                    <a:pt x="21149" y="17359"/>
                  </a:moveTo>
                  <a:cubicBezTo>
                    <a:pt x="21954" y="19951"/>
                    <a:pt x="22815" y="22502"/>
                    <a:pt x="23785" y="24984"/>
                  </a:cubicBezTo>
                  <a:cubicBezTo>
                    <a:pt x="23796" y="25012"/>
                    <a:pt x="23805" y="25041"/>
                    <a:pt x="23813" y="25069"/>
                  </a:cubicBezTo>
                  <a:cubicBezTo>
                    <a:pt x="26831" y="33213"/>
                    <a:pt x="63033" y="42774"/>
                    <a:pt x="79792" y="42774"/>
                  </a:cubicBezTo>
                  <a:lnTo>
                    <a:pt x="305346" y="42774"/>
                  </a:lnTo>
                  <a:cubicBezTo>
                    <a:pt x="312794" y="42798"/>
                    <a:pt x="319939" y="39824"/>
                    <a:pt x="325176" y="34529"/>
                  </a:cubicBezTo>
                  <a:cubicBezTo>
                    <a:pt x="329809" y="29934"/>
                    <a:pt x="332674" y="23854"/>
                    <a:pt x="333268" y="17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44"/>
            <p:cNvSpPr/>
            <p:nvPr/>
          </p:nvSpPr>
          <p:spPr>
            <a:xfrm>
              <a:off x="7072183" y="1945151"/>
              <a:ext cx="1009553" cy="1364049"/>
            </a:xfrm>
            <a:custGeom>
              <a:avLst/>
              <a:gdLst/>
              <a:ahLst/>
              <a:cxnLst/>
              <a:rect l="l" t="t" r="r" b="b"/>
              <a:pathLst>
                <a:path w="1634903" h="2208986" extrusionOk="0">
                  <a:moveTo>
                    <a:pt x="1643619" y="2215518"/>
                  </a:moveTo>
                  <a:cubicBezTo>
                    <a:pt x="1124533" y="1962872"/>
                    <a:pt x="575034" y="1778211"/>
                    <a:pt x="8716" y="1666112"/>
                  </a:cubicBezTo>
                  <a:lnTo>
                    <a:pt x="8716" y="6531"/>
                  </a:lnTo>
                  <a:cubicBezTo>
                    <a:pt x="575034" y="118630"/>
                    <a:pt x="1124533" y="303283"/>
                    <a:pt x="1643619" y="555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44"/>
            <p:cNvSpPr/>
            <p:nvPr/>
          </p:nvSpPr>
          <p:spPr>
            <a:xfrm>
              <a:off x="7068849" y="1941635"/>
              <a:ext cx="6681" cy="1031472"/>
            </a:xfrm>
            <a:custGeom>
              <a:avLst/>
              <a:gdLst/>
              <a:ahLst/>
              <a:cxnLst/>
              <a:rect l="l" t="t" r="r" b="b"/>
              <a:pathLst>
                <a:path w="10820" h="1670400" extrusionOk="0">
                  <a:moveTo>
                    <a:pt x="14128" y="1676932"/>
                  </a:moveTo>
                  <a:cubicBezTo>
                    <a:pt x="11138" y="1676932"/>
                    <a:pt x="8716" y="1674510"/>
                    <a:pt x="8716" y="1671520"/>
                  </a:cubicBezTo>
                  <a:lnTo>
                    <a:pt x="8716" y="11943"/>
                  </a:lnTo>
                  <a:cubicBezTo>
                    <a:pt x="8716" y="8953"/>
                    <a:pt x="11138" y="6531"/>
                    <a:pt x="14128" y="6531"/>
                  </a:cubicBezTo>
                  <a:cubicBezTo>
                    <a:pt x="17114" y="6535"/>
                    <a:pt x="19536" y="8957"/>
                    <a:pt x="19536" y="11943"/>
                  </a:cubicBezTo>
                  <a:lnTo>
                    <a:pt x="19536" y="1671520"/>
                  </a:lnTo>
                  <a:cubicBezTo>
                    <a:pt x="19536" y="1674506"/>
                    <a:pt x="17114" y="1676928"/>
                    <a:pt x="14128" y="167693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44"/>
            <p:cNvSpPr/>
            <p:nvPr/>
          </p:nvSpPr>
          <p:spPr>
            <a:xfrm>
              <a:off x="7068848" y="1985797"/>
              <a:ext cx="1016243" cy="1235004"/>
            </a:xfrm>
            <a:custGeom>
              <a:avLst/>
              <a:gdLst/>
              <a:ahLst/>
              <a:cxnLst/>
              <a:rect l="l" t="t" r="r" b="b"/>
              <a:pathLst>
                <a:path w="1645737" h="2000006" extrusionOk="0">
                  <a:moveTo>
                    <a:pt x="1646663" y="1158739"/>
                  </a:moveTo>
                  <a:cubicBezTo>
                    <a:pt x="1647400" y="1159105"/>
                    <a:pt x="1648213" y="1159294"/>
                    <a:pt x="1649033" y="1159290"/>
                  </a:cubicBezTo>
                  <a:cubicBezTo>
                    <a:pt x="1652023" y="1159286"/>
                    <a:pt x="1654441" y="1156860"/>
                    <a:pt x="1654441" y="1153874"/>
                  </a:cubicBezTo>
                  <a:cubicBezTo>
                    <a:pt x="1654437" y="1151806"/>
                    <a:pt x="1653258" y="1149919"/>
                    <a:pt x="1651399" y="1149013"/>
                  </a:cubicBezTo>
                  <a:cubicBezTo>
                    <a:pt x="1548084" y="1098732"/>
                    <a:pt x="1443562" y="1051187"/>
                    <a:pt x="1337833" y="1006373"/>
                  </a:cubicBezTo>
                  <a:lnTo>
                    <a:pt x="1337833" y="686127"/>
                  </a:lnTo>
                  <a:cubicBezTo>
                    <a:pt x="1441884" y="730426"/>
                    <a:pt x="1544829" y="777325"/>
                    <a:pt x="1646663" y="826823"/>
                  </a:cubicBezTo>
                  <a:cubicBezTo>
                    <a:pt x="1647400" y="827188"/>
                    <a:pt x="1648213" y="827375"/>
                    <a:pt x="1649033" y="827371"/>
                  </a:cubicBezTo>
                  <a:cubicBezTo>
                    <a:pt x="1652019" y="827373"/>
                    <a:pt x="1654441" y="824953"/>
                    <a:pt x="1654446" y="821966"/>
                  </a:cubicBezTo>
                  <a:cubicBezTo>
                    <a:pt x="1654446" y="819894"/>
                    <a:pt x="1653263" y="818003"/>
                    <a:pt x="1651399" y="817098"/>
                  </a:cubicBezTo>
                  <a:cubicBezTo>
                    <a:pt x="1548084" y="766792"/>
                    <a:pt x="1443562" y="719224"/>
                    <a:pt x="1337833" y="674394"/>
                  </a:cubicBezTo>
                  <a:lnTo>
                    <a:pt x="1337833" y="341549"/>
                  </a:lnTo>
                  <a:cubicBezTo>
                    <a:pt x="1337833" y="338560"/>
                    <a:pt x="1335410" y="336137"/>
                    <a:pt x="1332420" y="336137"/>
                  </a:cubicBezTo>
                  <a:cubicBezTo>
                    <a:pt x="1329431" y="336137"/>
                    <a:pt x="1327009" y="338560"/>
                    <a:pt x="1327009" y="341549"/>
                  </a:cubicBezTo>
                  <a:lnTo>
                    <a:pt x="1327009" y="669859"/>
                  </a:lnTo>
                  <a:cubicBezTo>
                    <a:pt x="1224068" y="626335"/>
                    <a:pt x="1120109" y="585410"/>
                    <a:pt x="1015124" y="547085"/>
                  </a:cubicBezTo>
                  <a:lnTo>
                    <a:pt x="1015124" y="212542"/>
                  </a:lnTo>
                  <a:cubicBezTo>
                    <a:pt x="1015124" y="209552"/>
                    <a:pt x="1012701" y="207130"/>
                    <a:pt x="1009712" y="207130"/>
                  </a:cubicBezTo>
                  <a:cubicBezTo>
                    <a:pt x="1006722" y="207130"/>
                    <a:pt x="1004300" y="209552"/>
                    <a:pt x="1004300" y="212542"/>
                  </a:cubicBezTo>
                  <a:lnTo>
                    <a:pt x="1004300" y="543153"/>
                  </a:lnTo>
                  <a:cubicBezTo>
                    <a:pt x="899556" y="505101"/>
                    <a:pt x="793919" y="469664"/>
                    <a:pt x="687393" y="436840"/>
                  </a:cubicBezTo>
                  <a:lnTo>
                    <a:pt x="687393" y="102732"/>
                  </a:lnTo>
                  <a:cubicBezTo>
                    <a:pt x="687393" y="99742"/>
                    <a:pt x="684971" y="97320"/>
                    <a:pt x="681981" y="97320"/>
                  </a:cubicBezTo>
                  <a:cubicBezTo>
                    <a:pt x="678991" y="97320"/>
                    <a:pt x="676569" y="99742"/>
                    <a:pt x="676569" y="102732"/>
                  </a:cubicBezTo>
                  <a:lnTo>
                    <a:pt x="676569" y="433489"/>
                  </a:lnTo>
                  <a:cubicBezTo>
                    <a:pt x="570224" y="400928"/>
                    <a:pt x="463110" y="371002"/>
                    <a:pt x="355220" y="343710"/>
                  </a:cubicBezTo>
                  <a:lnTo>
                    <a:pt x="355220" y="11943"/>
                  </a:lnTo>
                  <a:cubicBezTo>
                    <a:pt x="355216" y="8953"/>
                    <a:pt x="352798" y="6535"/>
                    <a:pt x="349808" y="6531"/>
                  </a:cubicBezTo>
                  <a:cubicBezTo>
                    <a:pt x="346818" y="6531"/>
                    <a:pt x="344396" y="8953"/>
                    <a:pt x="344396" y="11943"/>
                  </a:cubicBezTo>
                  <a:lnTo>
                    <a:pt x="344396" y="340941"/>
                  </a:lnTo>
                  <a:cubicBezTo>
                    <a:pt x="235339" y="313579"/>
                    <a:pt x="125606" y="288927"/>
                    <a:pt x="15200" y="266984"/>
                  </a:cubicBezTo>
                  <a:cubicBezTo>
                    <a:pt x="12340" y="266350"/>
                    <a:pt x="9511" y="268155"/>
                    <a:pt x="8875" y="271015"/>
                  </a:cubicBezTo>
                  <a:cubicBezTo>
                    <a:pt x="8859" y="271090"/>
                    <a:pt x="8843" y="271165"/>
                    <a:pt x="8831" y="271241"/>
                  </a:cubicBezTo>
                  <a:cubicBezTo>
                    <a:pt x="8255" y="274173"/>
                    <a:pt x="10155" y="277020"/>
                    <a:pt x="13084" y="277611"/>
                  </a:cubicBezTo>
                  <a:cubicBezTo>
                    <a:pt x="124181" y="299608"/>
                    <a:pt x="234618" y="324445"/>
                    <a:pt x="344396" y="352123"/>
                  </a:cubicBezTo>
                  <a:lnTo>
                    <a:pt x="344396" y="673074"/>
                  </a:lnTo>
                  <a:cubicBezTo>
                    <a:pt x="235331" y="645725"/>
                    <a:pt x="125602" y="621089"/>
                    <a:pt x="15209" y="599165"/>
                  </a:cubicBezTo>
                  <a:cubicBezTo>
                    <a:pt x="12356" y="598526"/>
                    <a:pt x="9527" y="600320"/>
                    <a:pt x="8887" y="603172"/>
                  </a:cubicBezTo>
                  <a:cubicBezTo>
                    <a:pt x="8871" y="603255"/>
                    <a:pt x="8855" y="603338"/>
                    <a:pt x="8839" y="603422"/>
                  </a:cubicBezTo>
                  <a:cubicBezTo>
                    <a:pt x="8255" y="606355"/>
                    <a:pt x="10159" y="609205"/>
                    <a:pt x="13092" y="609792"/>
                  </a:cubicBezTo>
                  <a:cubicBezTo>
                    <a:pt x="124189" y="631788"/>
                    <a:pt x="234627" y="656610"/>
                    <a:pt x="344404" y="684256"/>
                  </a:cubicBezTo>
                  <a:lnTo>
                    <a:pt x="344404" y="1004989"/>
                  </a:lnTo>
                  <a:cubicBezTo>
                    <a:pt x="235347" y="977627"/>
                    <a:pt x="125614" y="952991"/>
                    <a:pt x="15209" y="931080"/>
                  </a:cubicBezTo>
                  <a:cubicBezTo>
                    <a:pt x="12348" y="930447"/>
                    <a:pt x="9519" y="932251"/>
                    <a:pt x="8883" y="935111"/>
                  </a:cubicBezTo>
                  <a:cubicBezTo>
                    <a:pt x="8867" y="935186"/>
                    <a:pt x="8851" y="935262"/>
                    <a:pt x="8839" y="935337"/>
                  </a:cubicBezTo>
                  <a:cubicBezTo>
                    <a:pt x="8263" y="938260"/>
                    <a:pt x="10155" y="941099"/>
                    <a:pt x="13072" y="941695"/>
                  </a:cubicBezTo>
                  <a:cubicBezTo>
                    <a:pt x="124169" y="963692"/>
                    <a:pt x="234606" y="988513"/>
                    <a:pt x="344384" y="1016159"/>
                  </a:cubicBezTo>
                  <a:lnTo>
                    <a:pt x="344384" y="1336671"/>
                  </a:lnTo>
                  <a:cubicBezTo>
                    <a:pt x="235327" y="1309309"/>
                    <a:pt x="125594" y="1284660"/>
                    <a:pt x="15188" y="1262718"/>
                  </a:cubicBezTo>
                  <a:cubicBezTo>
                    <a:pt x="12319" y="1262090"/>
                    <a:pt x="9487" y="1263905"/>
                    <a:pt x="8859" y="1266774"/>
                  </a:cubicBezTo>
                  <a:cubicBezTo>
                    <a:pt x="8843" y="1266838"/>
                    <a:pt x="8831" y="1266903"/>
                    <a:pt x="8819" y="1266971"/>
                  </a:cubicBezTo>
                  <a:cubicBezTo>
                    <a:pt x="8243" y="1269904"/>
                    <a:pt x="10143" y="1272749"/>
                    <a:pt x="13072" y="1273341"/>
                  </a:cubicBezTo>
                  <a:cubicBezTo>
                    <a:pt x="124169" y="1295351"/>
                    <a:pt x="234606" y="1320190"/>
                    <a:pt x="344384" y="1347853"/>
                  </a:cubicBezTo>
                  <a:lnTo>
                    <a:pt x="344384" y="1671524"/>
                  </a:lnTo>
                  <a:cubicBezTo>
                    <a:pt x="344384" y="1674514"/>
                    <a:pt x="346806" y="1676936"/>
                    <a:pt x="349796" y="1676936"/>
                  </a:cubicBezTo>
                  <a:cubicBezTo>
                    <a:pt x="352785" y="1676936"/>
                    <a:pt x="355208" y="1674514"/>
                    <a:pt x="355208" y="1671524"/>
                  </a:cubicBezTo>
                  <a:lnTo>
                    <a:pt x="355208" y="1350638"/>
                  </a:lnTo>
                  <a:cubicBezTo>
                    <a:pt x="463082" y="1377943"/>
                    <a:pt x="570208" y="1407921"/>
                    <a:pt x="676581" y="1440570"/>
                  </a:cubicBezTo>
                  <a:lnTo>
                    <a:pt x="676581" y="1762297"/>
                  </a:lnTo>
                  <a:cubicBezTo>
                    <a:pt x="676581" y="1765287"/>
                    <a:pt x="679003" y="1767709"/>
                    <a:pt x="681993" y="1767709"/>
                  </a:cubicBezTo>
                  <a:cubicBezTo>
                    <a:pt x="684983" y="1767709"/>
                    <a:pt x="687405" y="1765287"/>
                    <a:pt x="687405" y="1762297"/>
                  </a:cubicBezTo>
                  <a:lnTo>
                    <a:pt x="687405" y="1443922"/>
                  </a:lnTo>
                  <a:cubicBezTo>
                    <a:pt x="793903" y="1476784"/>
                    <a:pt x="899536" y="1512282"/>
                    <a:pt x="1004312" y="1550416"/>
                  </a:cubicBezTo>
                  <a:lnTo>
                    <a:pt x="1004312" y="1872123"/>
                  </a:lnTo>
                  <a:cubicBezTo>
                    <a:pt x="1004312" y="1875112"/>
                    <a:pt x="1006734" y="1877535"/>
                    <a:pt x="1009724" y="1877535"/>
                  </a:cubicBezTo>
                  <a:cubicBezTo>
                    <a:pt x="1012713" y="1877535"/>
                    <a:pt x="1015136" y="1875112"/>
                    <a:pt x="1015136" y="1872123"/>
                  </a:cubicBezTo>
                  <a:lnTo>
                    <a:pt x="1015136" y="1554351"/>
                  </a:lnTo>
                  <a:cubicBezTo>
                    <a:pt x="1120068" y="1592750"/>
                    <a:pt x="1224015" y="1633749"/>
                    <a:pt x="1326980" y="1677338"/>
                  </a:cubicBezTo>
                  <a:lnTo>
                    <a:pt x="1326980" y="2001126"/>
                  </a:lnTo>
                  <a:cubicBezTo>
                    <a:pt x="1326980" y="2004115"/>
                    <a:pt x="1329403" y="2006538"/>
                    <a:pt x="1332392" y="2006538"/>
                  </a:cubicBezTo>
                  <a:cubicBezTo>
                    <a:pt x="1335382" y="2006538"/>
                    <a:pt x="1337804" y="2004115"/>
                    <a:pt x="1337804" y="2001126"/>
                  </a:cubicBezTo>
                  <a:lnTo>
                    <a:pt x="1337804" y="1681873"/>
                  </a:lnTo>
                  <a:cubicBezTo>
                    <a:pt x="1441864" y="1726171"/>
                    <a:pt x="1544813" y="1773073"/>
                    <a:pt x="1646647" y="1822569"/>
                  </a:cubicBezTo>
                  <a:cubicBezTo>
                    <a:pt x="1647384" y="1822936"/>
                    <a:pt x="1648196" y="1823125"/>
                    <a:pt x="1649017" y="1823121"/>
                  </a:cubicBezTo>
                  <a:cubicBezTo>
                    <a:pt x="1652007" y="1823113"/>
                    <a:pt x="1654421" y="1820682"/>
                    <a:pt x="1654417" y="1817697"/>
                  </a:cubicBezTo>
                  <a:cubicBezTo>
                    <a:pt x="1654409" y="1815632"/>
                    <a:pt x="1653234" y="1813753"/>
                    <a:pt x="1651383" y="1812848"/>
                  </a:cubicBezTo>
                  <a:cubicBezTo>
                    <a:pt x="1548080" y="1762542"/>
                    <a:pt x="1443562" y="1714973"/>
                    <a:pt x="1337833" y="1670140"/>
                  </a:cubicBezTo>
                  <a:lnTo>
                    <a:pt x="1337833" y="1350018"/>
                  </a:lnTo>
                  <a:cubicBezTo>
                    <a:pt x="1441892" y="1394296"/>
                    <a:pt x="1544841" y="1441173"/>
                    <a:pt x="1646676" y="1490654"/>
                  </a:cubicBezTo>
                  <a:cubicBezTo>
                    <a:pt x="1647412" y="1491020"/>
                    <a:pt x="1648225" y="1491209"/>
                    <a:pt x="1649046" y="1491205"/>
                  </a:cubicBezTo>
                  <a:cubicBezTo>
                    <a:pt x="1652035" y="1491201"/>
                    <a:pt x="1654454" y="1488775"/>
                    <a:pt x="1654454" y="1485789"/>
                  </a:cubicBezTo>
                  <a:cubicBezTo>
                    <a:pt x="1654449" y="1483721"/>
                    <a:pt x="1653271" y="1481834"/>
                    <a:pt x="1651412" y="1480929"/>
                  </a:cubicBezTo>
                  <a:cubicBezTo>
                    <a:pt x="1548088" y="1430647"/>
                    <a:pt x="1443562" y="1383102"/>
                    <a:pt x="1337833" y="1338289"/>
                  </a:cubicBezTo>
                  <a:lnTo>
                    <a:pt x="1337833" y="1018099"/>
                  </a:lnTo>
                  <a:cubicBezTo>
                    <a:pt x="1441884" y="1062393"/>
                    <a:pt x="1544829" y="1109274"/>
                    <a:pt x="1646663" y="1158739"/>
                  </a:cubicBezTo>
                  <a:close/>
                  <a:moveTo>
                    <a:pt x="1326996" y="681592"/>
                  </a:moveTo>
                  <a:lnTo>
                    <a:pt x="1326996" y="1001839"/>
                  </a:lnTo>
                  <a:cubicBezTo>
                    <a:pt x="1224063" y="958333"/>
                    <a:pt x="1120117" y="917424"/>
                    <a:pt x="1015152" y="879113"/>
                  </a:cubicBezTo>
                  <a:lnTo>
                    <a:pt x="1015152" y="558601"/>
                  </a:lnTo>
                  <a:cubicBezTo>
                    <a:pt x="1120072" y="596999"/>
                    <a:pt x="1224023" y="637996"/>
                    <a:pt x="1326996" y="681592"/>
                  </a:cubicBezTo>
                  <a:close/>
                  <a:moveTo>
                    <a:pt x="1004312" y="554669"/>
                  </a:moveTo>
                  <a:lnTo>
                    <a:pt x="1004312" y="875193"/>
                  </a:lnTo>
                  <a:cubicBezTo>
                    <a:pt x="899568" y="837161"/>
                    <a:pt x="793931" y="801742"/>
                    <a:pt x="687405" y="768937"/>
                  </a:cubicBezTo>
                  <a:lnTo>
                    <a:pt x="687405" y="448176"/>
                  </a:lnTo>
                  <a:cubicBezTo>
                    <a:pt x="793903" y="481037"/>
                    <a:pt x="899536" y="516535"/>
                    <a:pt x="1004312" y="554669"/>
                  </a:cubicBezTo>
                  <a:close/>
                  <a:moveTo>
                    <a:pt x="1004312" y="886710"/>
                  </a:moveTo>
                  <a:lnTo>
                    <a:pt x="1004312" y="1207109"/>
                  </a:lnTo>
                  <a:cubicBezTo>
                    <a:pt x="899568" y="1169076"/>
                    <a:pt x="793931" y="1133658"/>
                    <a:pt x="687405" y="1100852"/>
                  </a:cubicBezTo>
                  <a:lnTo>
                    <a:pt x="687405" y="780268"/>
                  </a:lnTo>
                  <a:cubicBezTo>
                    <a:pt x="793903" y="813115"/>
                    <a:pt x="899536" y="848596"/>
                    <a:pt x="1004312" y="886710"/>
                  </a:cubicBezTo>
                  <a:close/>
                  <a:moveTo>
                    <a:pt x="355220" y="354892"/>
                  </a:moveTo>
                  <a:cubicBezTo>
                    <a:pt x="463094" y="382197"/>
                    <a:pt x="570220" y="412175"/>
                    <a:pt x="676593" y="444824"/>
                  </a:cubicBezTo>
                  <a:lnTo>
                    <a:pt x="676593" y="765589"/>
                  </a:lnTo>
                  <a:cubicBezTo>
                    <a:pt x="570232" y="733039"/>
                    <a:pt x="463110" y="703129"/>
                    <a:pt x="355220" y="675858"/>
                  </a:cubicBezTo>
                  <a:close/>
                  <a:moveTo>
                    <a:pt x="355220" y="687041"/>
                  </a:moveTo>
                  <a:cubicBezTo>
                    <a:pt x="463094" y="714330"/>
                    <a:pt x="570220" y="744290"/>
                    <a:pt x="676593" y="776920"/>
                  </a:cubicBezTo>
                  <a:lnTo>
                    <a:pt x="676593" y="1097505"/>
                  </a:lnTo>
                  <a:cubicBezTo>
                    <a:pt x="570240" y="1064960"/>
                    <a:pt x="463118" y="1035050"/>
                    <a:pt x="355220" y="1007774"/>
                  </a:cubicBezTo>
                  <a:close/>
                  <a:moveTo>
                    <a:pt x="355220" y="1339460"/>
                  </a:moveTo>
                  <a:lnTo>
                    <a:pt x="355220" y="1018952"/>
                  </a:lnTo>
                  <a:cubicBezTo>
                    <a:pt x="463094" y="1046241"/>
                    <a:pt x="570220" y="1076203"/>
                    <a:pt x="676593" y="1108832"/>
                  </a:cubicBezTo>
                  <a:lnTo>
                    <a:pt x="676593" y="1429235"/>
                  </a:lnTo>
                  <a:cubicBezTo>
                    <a:pt x="570232" y="1396678"/>
                    <a:pt x="463110" y="1366753"/>
                    <a:pt x="355220" y="1339460"/>
                  </a:cubicBezTo>
                  <a:close/>
                  <a:moveTo>
                    <a:pt x="687405" y="1432599"/>
                  </a:moveTo>
                  <a:lnTo>
                    <a:pt x="687405" y="1112187"/>
                  </a:lnTo>
                  <a:cubicBezTo>
                    <a:pt x="793903" y="1145030"/>
                    <a:pt x="899536" y="1180508"/>
                    <a:pt x="1004312" y="1218625"/>
                  </a:cubicBezTo>
                  <a:lnTo>
                    <a:pt x="1004312" y="1538899"/>
                  </a:lnTo>
                  <a:cubicBezTo>
                    <a:pt x="899568" y="1500846"/>
                    <a:pt x="793935" y="1465413"/>
                    <a:pt x="687405" y="1432599"/>
                  </a:cubicBezTo>
                  <a:close/>
                  <a:moveTo>
                    <a:pt x="1326996" y="1665613"/>
                  </a:moveTo>
                  <a:cubicBezTo>
                    <a:pt x="1224063" y="1622084"/>
                    <a:pt x="1120109" y="1581161"/>
                    <a:pt x="1015124" y="1542851"/>
                  </a:cubicBezTo>
                  <a:lnTo>
                    <a:pt x="1015124" y="1222556"/>
                  </a:lnTo>
                  <a:cubicBezTo>
                    <a:pt x="1120056" y="1260939"/>
                    <a:pt x="1224003" y="1301918"/>
                    <a:pt x="1326968" y="1345487"/>
                  </a:cubicBezTo>
                  <a:close/>
                  <a:moveTo>
                    <a:pt x="1326996" y="1333762"/>
                  </a:moveTo>
                  <a:cubicBezTo>
                    <a:pt x="1224063" y="1290257"/>
                    <a:pt x="1120117" y="1249347"/>
                    <a:pt x="1015152" y="1211036"/>
                  </a:cubicBezTo>
                  <a:lnTo>
                    <a:pt x="1015152" y="890637"/>
                  </a:lnTo>
                  <a:cubicBezTo>
                    <a:pt x="1120085" y="929016"/>
                    <a:pt x="1224031" y="969993"/>
                    <a:pt x="1326996" y="1013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4"/>
            <p:cNvSpPr/>
            <p:nvPr/>
          </p:nvSpPr>
          <p:spPr>
            <a:xfrm>
              <a:off x="7058645" y="1931282"/>
              <a:ext cx="1035756" cy="1392525"/>
            </a:xfrm>
            <a:custGeom>
              <a:avLst/>
              <a:gdLst/>
              <a:ahLst/>
              <a:cxnLst/>
              <a:rect l="l" t="t" r="r" b="b"/>
              <a:pathLst>
                <a:path w="1677338" h="2255102" extrusionOk="0">
                  <a:moveTo>
                    <a:pt x="1665562" y="2259342"/>
                  </a:moveTo>
                  <a:cubicBezTo>
                    <a:pt x="1146475" y="2006699"/>
                    <a:pt x="596976" y="1822043"/>
                    <a:pt x="30658" y="1709948"/>
                  </a:cubicBezTo>
                  <a:cubicBezTo>
                    <a:pt x="18285" y="1707486"/>
                    <a:pt x="9216" y="1696863"/>
                    <a:pt x="8725" y="1684260"/>
                  </a:cubicBezTo>
                  <a:lnTo>
                    <a:pt x="8725" y="24679"/>
                  </a:lnTo>
                  <a:cubicBezTo>
                    <a:pt x="8423" y="14962"/>
                    <a:pt x="16060" y="6842"/>
                    <a:pt x="25778" y="6540"/>
                  </a:cubicBezTo>
                  <a:cubicBezTo>
                    <a:pt x="25778" y="6540"/>
                    <a:pt x="25778" y="6540"/>
                    <a:pt x="25778" y="6540"/>
                  </a:cubicBezTo>
                  <a:cubicBezTo>
                    <a:pt x="27423" y="6488"/>
                    <a:pt x="29065" y="6669"/>
                    <a:pt x="30658" y="7075"/>
                  </a:cubicBezTo>
                  <a:cubicBezTo>
                    <a:pt x="596976" y="119170"/>
                    <a:pt x="1146475" y="303826"/>
                    <a:pt x="1665562" y="556469"/>
                  </a:cubicBezTo>
                  <a:cubicBezTo>
                    <a:pt x="1677376" y="562919"/>
                    <a:pt x="1685097" y="574936"/>
                    <a:pt x="1686055" y="588362"/>
                  </a:cubicBezTo>
                  <a:lnTo>
                    <a:pt x="1686055" y="2247939"/>
                  </a:lnTo>
                  <a:cubicBezTo>
                    <a:pt x="1686051" y="2259917"/>
                    <a:pt x="1676816" y="2264955"/>
                    <a:pt x="1665562" y="2259342"/>
                  </a:cubicBezTo>
                  <a:close/>
                  <a:moveTo>
                    <a:pt x="52592" y="1670696"/>
                  </a:moveTo>
                  <a:cubicBezTo>
                    <a:pt x="603712" y="1781745"/>
                    <a:pt x="1138717" y="1961520"/>
                    <a:pt x="1645069" y="2205805"/>
                  </a:cubicBezTo>
                  <a:lnTo>
                    <a:pt x="1645069" y="589516"/>
                  </a:lnTo>
                  <a:cubicBezTo>
                    <a:pt x="1138717" y="345231"/>
                    <a:pt x="603712" y="165456"/>
                    <a:pt x="52592" y="544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44"/>
            <p:cNvSpPr/>
            <p:nvPr/>
          </p:nvSpPr>
          <p:spPr>
            <a:xfrm>
              <a:off x="7054191" y="1926830"/>
              <a:ext cx="1044669" cy="1401433"/>
            </a:xfrm>
            <a:custGeom>
              <a:avLst/>
              <a:gdLst/>
              <a:ahLst/>
              <a:cxnLst/>
              <a:rect l="l" t="t" r="r" b="b"/>
              <a:pathLst>
                <a:path w="1691772" h="2269527" extrusionOk="0">
                  <a:moveTo>
                    <a:pt x="1681536" y="2276057"/>
                  </a:moveTo>
                  <a:cubicBezTo>
                    <a:pt x="1677718" y="2276057"/>
                    <a:pt x="1673645" y="2275043"/>
                    <a:pt x="1669602" y="2273027"/>
                  </a:cubicBezTo>
                  <a:cubicBezTo>
                    <a:pt x="1151066" y="2020702"/>
                    <a:pt x="602175" y="1836251"/>
                    <a:pt x="36489" y="1724237"/>
                  </a:cubicBezTo>
                  <a:cubicBezTo>
                    <a:pt x="20816" y="1721162"/>
                    <a:pt x="9320" y="1707711"/>
                    <a:pt x="8725" y="1691752"/>
                  </a:cubicBezTo>
                  <a:lnTo>
                    <a:pt x="8725" y="31890"/>
                  </a:lnTo>
                  <a:cubicBezTo>
                    <a:pt x="8552" y="25379"/>
                    <a:pt x="10974" y="19066"/>
                    <a:pt x="15461" y="14346"/>
                  </a:cubicBezTo>
                  <a:cubicBezTo>
                    <a:pt x="19955" y="9538"/>
                    <a:pt x="26184" y="6729"/>
                    <a:pt x="32763" y="6540"/>
                  </a:cubicBezTo>
                  <a:cubicBezTo>
                    <a:pt x="35085" y="6479"/>
                    <a:pt x="37402" y="6733"/>
                    <a:pt x="39656" y="7300"/>
                  </a:cubicBezTo>
                  <a:cubicBezTo>
                    <a:pt x="606445" y="119552"/>
                    <a:pt x="1156402" y="304386"/>
                    <a:pt x="1675943" y="557225"/>
                  </a:cubicBezTo>
                  <a:cubicBezTo>
                    <a:pt x="1690276" y="565031"/>
                    <a:pt x="1699338" y="579123"/>
                    <a:pt x="1700488" y="595093"/>
                  </a:cubicBezTo>
                  <a:lnTo>
                    <a:pt x="1700488" y="2255177"/>
                  </a:lnTo>
                  <a:cubicBezTo>
                    <a:pt x="1700488" y="2263197"/>
                    <a:pt x="1697205" y="2269820"/>
                    <a:pt x="1691471" y="2273357"/>
                  </a:cubicBezTo>
                  <a:cubicBezTo>
                    <a:pt x="1688477" y="2275171"/>
                    <a:pt x="1685037" y="2276109"/>
                    <a:pt x="1681536" y="2276057"/>
                  </a:cubicBezTo>
                  <a:close/>
                  <a:moveTo>
                    <a:pt x="33556" y="20957"/>
                  </a:moveTo>
                  <a:cubicBezTo>
                    <a:pt x="33447" y="20953"/>
                    <a:pt x="33342" y="20953"/>
                    <a:pt x="33234" y="20957"/>
                  </a:cubicBezTo>
                  <a:cubicBezTo>
                    <a:pt x="30477" y="21033"/>
                    <a:pt x="27870" y="22208"/>
                    <a:pt x="25991" y="24228"/>
                  </a:cubicBezTo>
                  <a:cubicBezTo>
                    <a:pt x="24096" y="26228"/>
                    <a:pt x="23082" y="28900"/>
                    <a:pt x="23174" y="31652"/>
                  </a:cubicBezTo>
                  <a:lnTo>
                    <a:pt x="23174" y="1691471"/>
                  </a:lnTo>
                  <a:cubicBezTo>
                    <a:pt x="23524" y="1700488"/>
                    <a:pt x="30163" y="1708270"/>
                    <a:pt x="39310" y="1710089"/>
                  </a:cubicBezTo>
                  <a:cubicBezTo>
                    <a:pt x="606219" y="1822353"/>
                    <a:pt x="1156293" y="2007214"/>
                    <a:pt x="1675943" y="2260098"/>
                  </a:cubicBezTo>
                  <a:lnTo>
                    <a:pt x="1676016" y="2260127"/>
                  </a:lnTo>
                  <a:cubicBezTo>
                    <a:pt x="1679283" y="2261760"/>
                    <a:pt x="1682228" y="2262110"/>
                    <a:pt x="1683890" y="2261084"/>
                  </a:cubicBezTo>
                  <a:cubicBezTo>
                    <a:pt x="1685274" y="2260239"/>
                    <a:pt x="1686063" y="2258082"/>
                    <a:pt x="1686063" y="2255177"/>
                  </a:cubicBezTo>
                  <a:lnTo>
                    <a:pt x="1686063" y="595580"/>
                  </a:lnTo>
                  <a:cubicBezTo>
                    <a:pt x="1685286" y="585050"/>
                    <a:pt x="1679029" y="575312"/>
                    <a:pt x="1669332" y="570013"/>
                  </a:cubicBezTo>
                  <a:cubicBezTo>
                    <a:pt x="1150869" y="317757"/>
                    <a:pt x="602067" y="133354"/>
                    <a:pt x="36473" y="21363"/>
                  </a:cubicBezTo>
                  <a:cubicBezTo>
                    <a:pt x="35519" y="21114"/>
                    <a:pt x="34541" y="20977"/>
                    <a:pt x="33556" y="20957"/>
                  </a:cubicBezTo>
                  <a:close/>
                  <a:moveTo>
                    <a:pt x="1659498" y="2224508"/>
                  </a:moveTo>
                  <a:lnTo>
                    <a:pt x="1649153" y="2219518"/>
                  </a:lnTo>
                  <a:cubicBezTo>
                    <a:pt x="1143329" y="1975543"/>
                    <a:pt x="608903" y="1795965"/>
                    <a:pt x="58390" y="1684988"/>
                  </a:cubicBezTo>
                  <a:lnTo>
                    <a:pt x="52596" y="1683817"/>
                  </a:lnTo>
                  <a:lnTo>
                    <a:pt x="52596" y="52818"/>
                  </a:lnTo>
                  <a:lnTo>
                    <a:pt x="61235" y="54552"/>
                  </a:lnTo>
                  <a:cubicBezTo>
                    <a:pt x="612931" y="165754"/>
                    <a:pt x="1148503" y="345715"/>
                    <a:pt x="1655410" y="590220"/>
                  </a:cubicBezTo>
                  <a:lnTo>
                    <a:pt x="1659498" y="592196"/>
                  </a:lnTo>
                  <a:close/>
                  <a:moveTo>
                    <a:pt x="67026" y="1672008"/>
                  </a:moveTo>
                  <a:cubicBezTo>
                    <a:pt x="612919" y="1782561"/>
                    <a:pt x="1142983" y="1960434"/>
                    <a:pt x="1645064" y="2201540"/>
                  </a:cubicBezTo>
                  <a:lnTo>
                    <a:pt x="1645064" y="601274"/>
                  </a:lnTo>
                  <a:cubicBezTo>
                    <a:pt x="1143103" y="359564"/>
                    <a:pt x="613019" y="181253"/>
                    <a:pt x="67026" y="704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44"/>
            <p:cNvSpPr/>
            <p:nvPr/>
          </p:nvSpPr>
          <p:spPr>
            <a:xfrm>
              <a:off x="7613635" y="2184680"/>
              <a:ext cx="391157" cy="562911"/>
            </a:xfrm>
            <a:custGeom>
              <a:avLst/>
              <a:gdLst/>
              <a:ahLst/>
              <a:cxnLst/>
              <a:rect l="l" t="t" r="r" b="b"/>
              <a:pathLst>
                <a:path w="633452" h="911596" extrusionOk="0">
                  <a:moveTo>
                    <a:pt x="8716" y="6531"/>
                  </a:moveTo>
                  <a:lnTo>
                    <a:pt x="8716" y="236564"/>
                  </a:lnTo>
                  <a:cubicBezTo>
                    <a:pt x="242358" y="312453"/>
                    <a:pt x="416685" y="579283"/>
                    <a:pt x="421735" y="818695"/>
                  </a:cubicBezTo>
                  <a:cubicBezTo>
                    <a:pt x="510488" y="856652"/>
                    <a:pt x="554645" y="876421"/>
                    <a:pt x="642099" y="918127"/>
                  </a:cubicBezTo>
                  <a:cubicBezTo>
                    <a:pt x="647294" y="537866"/>
                    <a:pt x="361559" y="136391"/>
                    <a:pt x="8716" y="6531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4"/>
            <p:cNvSpPr/>
            <p:nvPr/>
          </p:nvSpPr>
          <p:spPr>
            <a:xfrm>
              <a:off x="7613635" y="2184680"/>
              <a:ext cx="391157" cy="562911"/>
            </a:xfrm>
            <a:custGeom>
              <a:avLst/>
              <a:gdLst/>
              <a:ahLst/>
              <a:cxnLst/>
              <a:rect l="l" t="t" r="r" b="b"/>
              <a:pathLst>
                <a:path w="633452" h="911596" extrusionOk="0">
                  <a:moveTo>
                    <a:pt x="8716" y="6531"/>
                  </a:moveTo>
                  <a:lnTo>
                    <a:pt x="8716" y="236564"/>
                  </a:lnTo>
                  <a:cubicBezTo>
                    <a:pt x="242358" y="312453"/>
                    <a:pt x="416685" y="579283"/>
                    <a:pt x="421735" y="818695"/>
                  </a:cubicBezTo>
                  <a:cubicBezTo>
                    <a:pt x="510488" y="856652"/>
                    <a:pt x="554645" y="876421"/>
                    <a:pt x="642099" y="918127"/>
                  </a:cubicBezTo>
                  <a:cubicBezTo>
                    <a:pt x="647294" y="537866"/>
                    <a:pt x="361559" y="136391"/>
                    <a:pt x="8716" y="65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4"/>
            <p:cNvSpPr/>
            <p:nvPr/>
          </p:nvSpPr>
          <p:spPr>
            <a:xfrm>
              <a:off x="7150003" y="2209956"/>
              <a:ext cx="220206" cy="290861"/>
            </a:xfrm>
            <a:custGeom>
              <a:avLst/>
              <a:gdLst/>
              <a:ahLst/>
              <a:cxnLst/>
              <a:rect l="l" t="t" r="r" b="b"/>
              <a:pathLst>
                <a:path w="356609" h="471030" extrusionOk="0">
                  <a:moveTo>
                    <a:pt x="365326" y="210731"/>
                  </a:moveTo>
                  <a:cubicBezTo>
                    <a:pt x="300100" y="128187"/>
                    <a:pt x="267483" y="87345"/>
                    <a:pt x="201959" y="6531"/>
                  </a:cubicBezTo>
                  <a:cubicBezTo>
                    <a:pt x="58362" y="107549"/>
                    <a:pt x="31084" y="266292"/>
                    <a:pt x="8716" y="425035"/>
                  </a:cubicBezTo>
                  <a:cubicBezTo>
                    <a:pt x="101943" y="444228"/>
                    <a:pt x="148266" y="454763"/>
                    <a:pt x="240914" y="477561"/>
                  </a:cubicBezTo>
                  <a:cubicBezTo>
                    <a:pt x="240914" y="360960"/>
                    <a:pt x="288539" y="266722"/>
                    <a:pt x="365326" y="210731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44"/>
            <p:cNvSpPr/>
            <p:nvPr/>
          </p:nvSpPr>
          <p:spPr>
            <a:xfrm>
              <a:off x="7150003" y="2209956"/>
              <a:ext cx="220206" cy="290861"/>
            </a:xfrm>
            <a:custGeom>
              <a:avLst/>
              <a:gdLst/>
              <a:ahLst/>
              <a:cxnLst/>
              <a:rect l="l" t="t" r="r" b="b"/>
              <a:pathLst>
                <a:path w="356609" h="471030" extrusionOk="0">
                  <a:moveTo>
                    <a:pt x="365326" y="210731"/>
                  </a:moveTo>
                  <a:cubicBezTo>
                    <a:pt x="300100" y="128187"/>
                    <a:pt x="267483" y="87345"/>
                    <a:pt x="201959" y="6531"/>
                  </a:cubicBezTo>
                  <a:cubicBezTo>
                    <a:pt x="58362" y="107549"/>
                    <a:pt x="31084" y="266292"/>
                    <a:pt x="8716" y="425035"/>
                  </a:cubicBezTo>
                  <a:cubicBezTo>
                    <a:pt x="101943" y="444228"/>
                    <a:pt x="148266" y="454763"/>
                    <a:pt x="240914" y="477561"/>
                  </a:cubicBezTo>
                  <a:cubicBezTo>
                    <a:pt x="240914" y="360960"/>
                    <a:pt x="288539" y="266722"/>
                    <a:pt x="365326" y="2107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4"/>
            <p:cNvSpPr/>
            <p:nvPr/>
          </p:nvSpPr>
          <p:spPr>
            <a:xfrm>
              <a:off x="7307249" y="2180280"/>
              <a:ext cx="284267" cy="181369"/>
            </a:xfrm>
            <a:custGeom>
              <a:avLst/>
              <a:gdLst/>
              <a:ahLst/>
              <a:cxnLst/>
              <a:rect l="l" t="t" r="r" b="b"/>
              <a:pathLst>
                <a:path w="460351" h="293715" extrusionOk="0">
                  <a:moveTo>
                    <a:pt x="469067" y="268064"/>
                  </a:moveTo>
                  <a:lnTo>
                    <a:pt x="469067" y="38035"/>
                  </a:lnTo>
                  <a:cubicBezTo>
                    <a:pt x="315809" y="-15506"/>
                    <a:pt x="141771" y="-3382"/>
                    <a:pt x="8716" y="94316"/>
                  </a:cubicBezTo>
                  <a:cubicBezTo>
                    <a:pt x="74091" y="175705"/>
                    <a:pt x="106704" y="216978"/>
                    <a:pt x="171789" y="300246"/>
                  </a:cubicBezTo>
                  <a:cubicBezTo>
                    <a:pt x="248273" y="245120"/>
                    <a:pt x="353620" y="229246"/>
                    <a:pt x="469067" y="2680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44"/>
            <p:cNvSpPr/>
            <p:nvPr/>
          </p:nvSpPr>
          <p:spPr>
            <a:xfrm>
              <a:off x="7188298" y="2491590"/>
              <a:ext cx="795496" cy="535364"/>
            </a:xfrm>
            <a:custGeom>
              <a:avLst/>
              <a:gdLst/>
              <a:ahLst/>
              <a:cxnLst/>
              <a:rect l="l" t="t" r="r" b="b"/>
              <a:pathLst>
                <a:path w="1288252" h="866987" extrusionOk="0">
                  <a:moveTo>
                    <a:pt x="1075454" y="343066"/>
                  </a:moveTo>
                  <a:cubicBezTo>
                    <a:pt x="1095948" y="581178"/>
                    <a:pt x="849317" y="672816"/>
                    <a:pt x="661856" y="609896"/>
                  </a:cubicBezTo>
                  <a:cubicBezTo>
                    <a:pt x="444526" y="537021"/>
                    <a:pt x="235562" y="305109"/>
                    <a:pt x="240487" y="61512"/>
                  </a:cubicBezTo>
                  <a:cubicBezTo>
                    <a:pt x="148129" y="37703"/>
                    <a:pt x="101807" y="26735"/>
                    <a:pt x="8716" y="6531"/>
                  </a:cubicBezTo>
                  <a:cubicBezTo>
                    <a:pt x="16076" y="378709"/>
                    <a:pt x="319563" y="724478"/>
                    <a:pt x="661868" y="839929"/>
                  </a:cubicBezTo>
                  <a:cubicBezTo>
                    <a:pt x="970695" y="943976"/>
                    <a:pt x="1304920" y="805006"/>
                    <a:pt x="1296824" y="441053"/>
                  </a:cubicBezTo>
                  <a:cubicBezTo>
                    <a:pt x="1208654" y="399922"/>
                    <a:pt x="1164493" y="380298"/>
                    <a:pt x="1075454" y="3430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44"/>
            <p:cNvSpPr/>
            <p:nvPr/>
          </p:nvSpPr>
          <p:spPr>
            <a:xfrm>
              <a:off x="7145010" y="2175845"/>
              <a:ext cx="864615" cy="856014"/>
            </a:xfrm>
            <a:custGeom>
              <a:avLst/>
              <a:gdLst/>
              <a:ahLst/>
              <a:cxnLst/>
              <a:rect l="l" t="t" r="r" b="b"/>
              <a:pathLst>
                <a:path w="1400186" h="1386258" extrusionOk="0">
                  <a:moveTo>
                    <a:pt x="1408677" y="943802"/>
                  </a:moveTo>
                  <a:lnTo>
                    <a:pt x="1398513" y="938973"/>
                  </a:lnTo>
                  <a:cubicBezTo>
                    <a:pt x="1308461" y="896035"/>
                    <a:pt x="1264577" y="876516"/>
                    <a:pt x="1178411" y="839678"/>
                  </a:cubicBezTo>
                  <a:lnTo>
                    <a:pt x="1174126" y="837843"/>
                  </a:lnTo>
                  <a:lnTo>
                    <a:pt x="1174029" y="833196"/>
                  </a:lnTo>
                  <a:cubicBezTo>
                    <a:pt x="1168843" y="587281"/>
                    <a:pt x="985804" y="329142"/>
                    <a:pt x="766012" y="257732"/>
                  </a:cubicBezTo>
                  <a:lnTo>
                    <a:pt x="761022" y="256122"/>
                  </a:lnTo>
                  <a:lnTo>
                    <a:pt x="761022" y="10485"/>
                  </a:lnTo>
                  <a:lnTo>
                    <a:pt x="770732" y="14066"/>
                  </a:lnTo>
                  <a:cubicBezTo>
                    <a:pt x="1133767" y="147697"/>
                    <a:pt x="1414045" y="551131"/>
                    <a:pt x="1408831" y="932543"/>
                  </a:cubicBezTo>
                  <a:close/>
                  <a:moveTo>
                    <a:pt x="1188346" y="828198"/>
                  </a:moveTo>
                  <a:cubicBezTo>
                    <a:pt x="1268637" y="862573"/>
                    <a:pt x="1312420" y="882020"/>
                    <a:pt x="1394469" y="921043"/>
                  </a:cubicBezTo>
                  <a:cubicBezTo>
                    <a:pt x="1393709" y="558096"/>
                    <a:pt x="1119040" y="163168"/>
                    <a:pt x="775456" y="31260"/>
                  </a:cubicBezTo>
                  <a:lnTo>
                    <a:pt x="775456" y="245656"/>
                  </a:lnTo>
                  <a:cubicBezTo>
                    <a:pt x="997022" y="320587"/>
                    <a:pt x="1180894" y="579925"/>
                    <a:pt x="1188346" y="828198"/>
                  </a:cubicBezTo>
                  <a:close/>
                  <a:moveTo>
                    <a:pt x="256216" y="542057"/>
                  </a:moveTo>
                  <a:lnTo>
                    <a:pt x="247279" y="539856"/>
                  </a:lnTo>
                  <a:cubicBezTo>
                    <a:pt x="152857" y="516619"/>
                    <a:pt x="107351" y="506330"/>
                    <a:pt x="15355" y="487378"/>
                  </a:cubicBezTo>
                  <a:lnTo>
                    <a:pt x="8716" y="486022"/>
                  </a:lnTo>
                  <a:lnTo>
                    <a:pt x="9662" y="479314"/>
                  </a:lnTo>
                  <a:cubicBezTo>
                    <a:pt x="29547" y="338187"/>
                    <a:pt x="54294" y="162565"/>
                    <a:pt x="205890" y="55910"/>
                  </a:cubicBezTo>
                  <a:lnTo>
                    <a:pt x="211415" y="52031"/>
                  </a:lnTo>
                  <a:lnTo>
                    <a:pt x="215656" y="57262"/>
                  </a:lnTo>
                  <a:cubicBezTo>
                    <a:pt x="283232" y="140635"/>
                    <a:pt x="315728" y="181400"/>
                    <a:pt x="379051" y="261550"/>
                  </a:cubicBezTo>
                  <a:lnTo>
                    <a:pt x="383702" y="267429"/>
                  </a:lnTo>
                  <a:lnTo>
                    <a:pt x="377642" y="271855"/>
                  </a:lnTo>
                  <a:cubicBezTo>
                    <a:pt x="300470" y="328140"/>
                    <a:pt x="256204" y="423267"/>
                    <a:pt x="256204" y="532855"/>
                  </a:cubicBezTo>
                  <a:close/>
                  <a:moveTo>
                    <a:pt x="24896" y="474623"/>
                  </a:moveTo>
                  <a:cubicBezTo>
                    <a:pt x="109874" y="492154"/>
                    <a:pt x="155396" y="502443"/>
                    <a:pt x="241883" y="523681"/>
                  </a:cubicBezTo>
                  <a:cubicBezTo>
                    <a:pt x="244253" y="416125"/>
                    <a:pt x="288036" y="322559"/>
                    <a:pt x="363153" y="264693"/>
                  </a:cubicBezTo>
                  <a:cubicBezTo>
                    <a:pt x="304160" y="190055"/>
                    <a:pt x="271760" y="149439"/>
                    <a:pt x="208723" y="71647"/>
                  </a:cubicBezTo>
                  <a:cubicBezTo>
                    <a:pt x="79378" y="165820"/>
                    <a:pt x="49175" y="304126"/>
                    <a:pt x="24896" y="474623"/>
                  </a:cubicBezTo>
                  <a:close/>
                  <a:moveTo>
                    <a:pt x="433312" y="317344"/>
                  </a:moveTo>
                  <a:lnTo>
                    <a:pt x="429042" y="311876"/>
                  </a:lnTo>
                  <a:cubicBezTo>
                    <a:pt x="365849" y="231042"/>
                    <a:pt x="333437" y="189955"/>
                    <a:pt x="266030" y="106022"/>
                  </a:cubicBezTo>
                  <a:lnTo>
                    <a:pt x="261310" y="100147"/>
                  </a:lnTo>
                  <a:lnTo>
                    <a:pt x="267390" y="95693"/>
                  </a:lnTo>
                  <a:cubicBezTo>
                    <a:pt x="394776" y="2160"/>
                    <a:pt x="569377" y="-19251"/>
                    <a:pt x="734401" y="38418"/>
                  </a:cubicBezTo>
                  <a:lnTo>
                    <a:pt x="739229" y="40108"/>
                  </a:lnTo>
                  <a:lnTo>
                    <a:pt x="739229" y="285283"/>
                  </a:lnTo>
                  <a:lnTo>
                    <a:pt x="729713" y="282064"/>
                  </a:lnTo>
                  <a:cubicBezTo>
                    <a:pt x="620905" y="245495"/>
                    <a:pt x="517630" y="256573"/>
                    <a:pt x="438937" y="313268"/>
                  </a:cubicBezTo>
                  <a:close/>
                  <a:moveTo>
                    <a:pt x="282049" y="102908"/>
                  </a:moveTo>
                  <a:cubicBezTo>
                    <a:pt x="344848" y="181110"/>
                    <a:pt x="377188" y="222105"/>
                    <a:pt x="436189" y="297587"/>
                  </a:cubicBezTo>
                  <a:cubicBezTo>
                    <a:pt x="515643" y="243190"/>
                    <a:pt x="617533" y="231814"/>
                    <a:pt x="724796" y="265329"/>
                  </a:cubicBezTo>
                  <a:lnTo>
                    <a:pt x="724796" y="50369"/>
                  </a:lnTo>
                  <a:cubicBezTo>
                    <a:pt x="568274" y="-2745"/>
                    <a:pt x="403753" y="16859"/>
                    <a:pt x="282049" y="102908"/>
                  </a:cubicBezTo>
                  <a:close/>
                  <a:moveTo>
                    <a:pt x="932476" y="1392790"/>
                  </a:moveTo>
                  <a:cubicBezTo>
                    <a:pt x="866579" y="1392790"/>
                    <a:pt x="797904" y="1381471"/>
                    <a:pt x="729721" y="1358499"/>
                  </a:cubicBezTo>
                  <a:cubicBezTo>
                    <a:pt x="361575" y="1234341"/>
                    <a:pt x="78674" y="873184"/>
                    <a:pt x="71632" y="518410"/>
                  </a:cubicBezTo>
                  <a:lnTo>
                    <a:pt x="71451" y="509276"/>
                  </a:lnTo>
                  <a:lnTo>
                    <a:pt x="80384" y="511223"/>
                  </a:lnTo>
                  <a:cubicBezTo>
                    <a:pt x="174637" y="531684"/>
                    <a:pt x="220187" y="542492"/>
                    <a:pt x="312425" y="566269"/>
                  </a:cubicBezTo>
                  <a:lnTo>
                    <a:pt x="317949" y="567693"/>
                  </a:lnTo>
                  <a:lnTo>
                    <a:pt x="317837" y="573399"/>
                  </a:lnTo>
                  <a:cubicBezTo>
                    <a:pt x="312875" y="819897"/>
                    <a:pt x="530145" y="1046344"/>
                    <a:pt x="734300" y="1114805"/>
                  </a:cubicBezTo>
                  <a:cubicBezTo>
                    <a:pt x="843196" y="1151321"/>
                    <a:pt x="970497" y="1133379"/>
                    <a:pt x="1051026" y="1070077"/>
                  </a:cubicBezTo>
                  <a:cubicBezTo>
                    <a:pt x="1096249" y="1034490"/>
                    <a:pt x="1148140" y="968379"/>
                    <a:pt x="1138415" y="855427"/>
                  </a:cubicBezTo>
                  <a:lnTo>
                    <a:pt x="1137385" y="843545"/>
                  </a:lnTo>
                  <a:lnTo>
                    <a:pt x="1148402" y="848144"/>
                  </a:lnTo>
                  <a:cubicBezTo>
                    <a:pt x="1236072" y="884797"/>
                    <a:pt x="1279578" y="904075"/>
                    <a:pt x="1370025" y="946244"/>
                  </a:cubicBezTo>
                  <a:lnTo>
                    <a:pt x="1374097" y="948131"/>
                  </a:lnTo>
                  <a:lnTo>
                    <a:pt x="1374198" y="952626"/>
                  </a:lnTo>
                  <a:cubicBezTo>
                    <a:pt x="1377577" y="1104999"/>
                    <a:pt x="1322560" y="1227299"/>
                    <a:pt x="1215088" y="1306318"/>
                  </a:cubicBezTo>
                  <a:cubicBezTo>
                    <a:pt x="1137389" y="1363460"/>
                    <a:pt x="1038552" y="1392790"/>
                    <a:pt x="932476" y="1392790"/>
                  </a:cubicBezTo>
                  <a:close/>
                  <a:moveTo>
                    <a:pt x="86311" y="527270"/>
                  </a:moveTo>
                  <a:cubicBezTo>
                    <a:pt x="97855" y="873317"/>
                    <a:pt x="374818" y="1223585"/>
                    <a:pt x="734332" y="1344826"/>
                  </a:cubicBezTo>
                  <a:cubicBezTo>
                    <a:pt x="907859" y="1403312"/>
                    <a:pt x="1084355" y="1384541"/>
                    <a:pt x="1206542" y="1294698"/>
                  </a:cubicBezTo>
                  <a:cubicBezTo>
                    <a:pt x="1309012" y="1219356"/>
                    <a:pt x="1361973" y="1102811"/>
                    <a:pt x="1359849" y="957426"/>
                  </a:cubicBezTo>
                  <a:cubicBezTo>
                    <a:pt x="1276081" y="918396"/>
                    <a:pt x="1232733" y="899154"/>
                    <a:pt x="1153617" y="865978"/>
                  </a:cubicBezTo>
                  <a:cubicBezTo>
                    <a:pt x="1159407" y="978201"/>
                    <a:pt x="1106377" y="1044900"/>
                    <a:pt x="1059955" y="1081404"/>
                  </a:cubicBezTo>
                  <a:cubicBezTo>
                    <a:pt x="975777" y="1147595"/>
                    <a:pt x="843072" y="1166535"/>
                    <a:pt x="729713" y="1128482"/>
                  </a:cubicBezTo>
                  <a:cubicBezTo>
                    <a:pt x="522298" y="1058927"/>
                    <a:pt x="301665" y="829635"/>
                    <a:pt x="303343" y="578827"/>
                  </a:cubicBezTo>
                  <a:cubicBezTo>
                    <a:pt x="217881" y="556821"/>
                    <a:pt x="172533" y="546045"/>
                    <a:pt x="86311" y="52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44"/>
            <p:cNvSpPr/>
            <p:nvPr/>
          </p:nvSpPr>
          <p:spPr>
            <a:xfrm>
              <a:off x="4703274" y="1945151"/>
              <a:ext cx="1009550" cy="1364049"/>
            </a:xfrm>
            <a:custGeom>
              <a:avLst/>
              <a:gdLst/>
              <a:ahLst/>
              <a:cxnLst/>
              <a:rect l="l" t="t" r="r" b="b"/>
              <a:pathLst>
                <a:path w="1634899" h="2208986" extrusionOk="0">
                  <a:moveTo>
                    <a:pt x="1643615" y="1665822"/>
                  </a:moveTo>
                  <a:cubicBezTo>
                    <a:pt x="1077285" y="1778014"/>
                    <a:pt x="527787" y="1962771"/>
                    <a:pt x="8716" y="2215518"/>
                  </a:cubicBezTo>
                  <a:lnTo>
                    <a:pt x="8716" y="555925"/>
                  </a:lnTo>
                  <a:cubicBezTo>
                    <a:pt x="527803" y="303283"/>
                    <a:pt x="1077301" y="118630"/>
                    <a:pt x="1643615" y="65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4"/>
            <p:cNvSpPr/>
            <p:nvPr/>
          </p:nvSpPr>
          <p:spPr>
            <a:xfrm>
              <a:off x="4699932" y="2280787"/>
              <a:ext cx="6678" cy="1031472"/>
            </a:xfrm>
            <a:custGeom>
              <a:avLst/>
              <a:gdLst/>
              <a:ahLst/>
              <a:cxnLst/>
              <a:rect l="l" t="t" r="r" b="b"/>
              <a:pathLst>
                <a:path w="10815" h="1670400" extrusionOk="0">
                  <a:moveTo>
                    <a:pt x="14124" y="1676932"/>
                  </a:moveTo>
                  <a:cubicBezTo>
                    <a:pt x="11138" y="1676928"/>
                    <a:pt x="8716" y="1674506"/>
                    <a:pt x="8716" y="1671520"/>
                  </a:cubicBezTo>
                  <a:lnTo>
                    <a:pt x="8716" y="11939"/>
                  </a:lnTo>
                  <a:cubicBezTo>
                    <a:pt x="8716" y="8952"/>
                    <a:pt x="11138" y="6531"/>
                    <a:pt x="14124" y="6531"/>
                  </a:cubicBezTo>
                  <a:cubicBezTo>
                    <a:pt x="17110" y="6534"/>
                    <a:pt x="19528" y="8953"/>
                    <a:pt x="19532" y="11939"/>
                  </a:cubicBezTo>
                  <a:lnTo>
                    <a:pt x="19532" y="1671536"/>
                  </a:lnTo>
                  <a:cubicBezTo>
                    <a:pt x="19524" y="1674518"/>
                    <a:pt x="17106" y="1676928"/>
                    <a:pt x="14124" y="167693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4"/>
            <p:cNvSpPr/>
            <p:nvPr/>
          </p:nvSpPr>
          <p:spPr>
            <a:xfrm>
              <a:off x="4709239" y="2390085"/>
              <a:ext cx="388795" cy="904839"/>
            </a:xfrm>
            <a:custGeom>
              <a:avLst/>
              <a:gdLst/>
              <a:ahLst/>
              <a:cxnLst/>
              <a:rect l="l" t="t" r="r" b="b"/>
              <a:pathLst>
                <a:path w="629628" h="1465327" extrusionOk="0">
                  <a:moveTo>
                    <a:pt x="8716" y="1471859"/>
                  </a:moveTo>
                  <a:cubicBezTo>
                    <a:pt x="109830" y="983128"/>
                    <a:pt x="212148" y="494687"/>
                    <a:pt x="315664" y="6531"/>
                  </a:cubicBezTo>
                  <a:cubicBezTo>
                    <a:pt x="423115" y="404256"/>
                    <a:pt x="530676" y="802029"/>
                    <a:pt x="638345" y="1199850"/>
                  </a:cubicBezTo>
                  <a:cubicBezTo>
                    <a:pt x="423490" y="1278531"/>
                    <a:pt x="213274" y="1369349"/>
                    <a:pt x="8716" y="1471859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4"/>
            <p:cNvSpPr/>
            <p:nvPr/>
          </p:nvSpPr>
          <p:spPr>
            <a:xfrm>
              <a:off x="4709239" y="2390085"/>
              <a:ext cx="388795" cy="904839"/>
            </a:xfrm>
            <a:custGeom>
              <a:avLst/>
              <a:gdLst/>
              <a:ahLst/>
              <a:cxnLst/>
              <a:rect l="l" t="t" r="r" b="b"/>
              <a:pathLst>
                <a:path w="629628" h="1465327" extrusionOk="0">
                  <a:moveTo>
                    <a:pt x="8716" y="1471859"/>
                  </a:moveTo>
                  <a:cubicBezTo>
                    <a:pt x="109830" y="983128"/>
                    <a:pt x="212148" y="494687"/>
                    <a:pt x="315664" y="6531"/>
                  </a:cubicBezTo>
                  <a:cubicBezTo>
                    <a:pt x="423115" y="404256"/>
                    <a:pt x="530676" y="802029"/>
                    <a:pt x="638345" y="1199850"/>
                  </a:cubicBezTo>
                  <a:cubicBezTo>
                    <a:pt x="423490" y="1278531"/>
                    <a:pt x="213274" y="1369349"/>
                    <a:pt x="8716" y="14718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44"/>
            <p:cNvSpPr/>
            <p:nvPr/>
          </p:nvSpPr>
          <p:spPr>
            <a:xfrm>
              <a:off x="4901832" y="2720067"/>
              <a:ext cx="395124" cy="484859"/>
            </a:xfrm>
            <a:custGeom>
              <a:avLst/>
              <a:gdLst/>
              <a:ahLst/>
              <a:cxnLst/>
              <a:rect l="l" t="t" r="r" b="b"/>
              <a:pathLst>
                <a:path w="639877" h="785196" extrusionOk="0">
                  <a:moveTo>
                    <a:pt x="8716" y="791728"/>
                  </a:moveTo>
                  <a:cubicBezTo>
                    <a:pt x="112623" y="529275"/>
                    <a:pt x="218449" y="267543"/>
                    <a:pt x="326194" y="6531"/>
                  </a:cubicBezTo>
                  <a:cubicBezTo>
                    <a:pt x="434334" y="189324"/>
                    <a:pt x="541802" y="372745"/>
                    <a:pt x="648593" y="556794"/>
                  </a:cubicBezTo>
                  <a:cubicBezTo>
                    <a:pt x="431050" y="623002"/>
                    <a:pt x="217419" y="701438"/>
                    <a:pt x="8716" y="791728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44"/>
            <p:cNvSpPr/>
            <p:nvPr/>
          </p:nvSpPr>
          <p:spPr>
            <a:xfrm>
              <a:off x="4901832" y="2720067"/>
              <a:ext cx="395124" cy="484859"/>
            </a:xfrm>
            <a:custGeom>
              <a:avLst/>
              <a:gdLst/>
              <a:ahLst/>
              <a:cxnLst/>
              <a:rect l="l" t="t" r="r" b="b"/>
              <a:pathLst>
                <a:path w="639877" h="785196" extrusionOk="0">
                  <a:moveTo>
                    <a:pt x="8716" y="791728"/>
                  </a:moveTo>
                  <a:cubicBezTo>
                    <a:pt x="112623" y="529275"/>
                    <a:pt x="218449" y="267543"/>
                    <a:pt x="326194" y="6531"/>
                  </a:cubicBezTo>
                  <a:cubicBezTo>
                    <a:pt x="434334" y="189324"/>
                    <a:pt x="541802" y="372745"/>
                    <a:pt x="648593" y="556794"/>
                  </a:cubicBezTo>
                  <a:cubicBezTo>
                    <a:pt x="431050" y="623002"/>
                    <a:pt x="217419" y="701438"/>
                    <a:pt x="8716" y="7917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44"/>
            <p:cNvSpPr/>
            <p:nvPr/>
          </p:nvSpPr>
          <p:spPr>
            <a:xfrm>
              <a:off x="5299930" y="2392578"/>
              <a:ext cx="405639" cy="666736"/>
            </a:xfrm>
            <a:custGeom>
              <a:avLst/>
              <a:gdLst/>
              <a:ahLst/>
              <a:cxnLst/>
              <a:rect l="l" t="t" r="r" b="b"/>
              <a:pathLst>
                <a:path w="656905" h="1079734" extrusionOk="0">
                  <a:moveTo>
                    <a:pt x="8716" y="1086266"/>
                  </a:moveTo>
                  <a:cubicBezTo>
                    <a:pt x="116566" y="726067"/>
                    <a:pt x="225523" y="366154"/>
                    <a:pt x="335582" y="6531"/>
                  </a:cubicBezTo>
                  <a:cubicBezTo>
                    <a:pt x="445930" y="312952"/>
                    <a:pt x="555945" y="619421"/>
                    <a:pt x="665622" y="925938"/>
                  </a:cubicBezTo>
                  <a:cubicBezTo>
                    <a:pt x="443846" y="967149"/>
                    <a:pt x="224541" y="1020674"/>
                    <a:pt x="8716" y="1086266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44"/>
            <p:cNvSpPr/>
            <p:nvPr/>
          </p:nvSpPr>
          <p:spPr>
            <a:xfrm>
              <a:off x="5299930" y="2392578"/>
              <a:ext cx="405639" cy="666736"/>
            </a:xfrm>
            <a:custGeom>
              <a:avLst/>
              <a:gdLst/>
              <a:ahLst/>
              <a:cxnLst/>
              <a:rect l="l" t="t" r="r" b="b"/>
              <a:pathLst>
                <a:path w="656905" h="1079734" extrusionOk="0">
                  <a:moveTo>
                    <a:pt x="8716" y="1086266"/>
                  </a:moveTo>
                  <a:cubicBezTo>
                    <a:pt x="116566" y="726067"/>
                    <a:pt x="225523" y="366154"/>
                    <a:pt x="335582" y="6531"/>
                  </a:cubicBezTo>
                  <a:cubicBezTo>
                    <a:pt x="445930" y="312952"/>
                    <a:pt x="555945" y="619421"/>
                    <a:pt x="665622" y="925938"/>
                  </a:cubicBezTo>
                  <a:cubicBezTo>
                    <a:pt x="443846" y="967149"/>
                    <a:pt x="224541" y="1020674"/>
                    <a:pt x="8716" y="10862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44"/>
            <p:cNvSpPr/>
            <p:nvPr/>
          </p:nvSpPr>
          <p:spPr>
            <a:xfrm>
              <a:off x="5101015" y="2447527"/>
              <a:ext cx="401005" cy="678143"/>
            </a:xfrm>
            <a:custGeom>
              <a:avLst/>
              <a:gdLst/>
              <a:ahLst/>
              <a:cxnLst/>
              <a:rect l="l" t="t" r="r" b="b"/>
              <a:pathLst>
                <a:path w="649401" h="1098208" extrusionOk="0">
                  <a:moveTo>
                    <a:pt x="8716" y="1104739"/>
                  </a:moveTo>
                  <a:cubicBezTo>
                    <a:pt x="114542" y="738380"/>
                    <a:pt x="222054" y="372311"/>
                    <a:pt x="331252" y="6531"/>
                  </a:cubicBezTo>
                  <a:cubicBezTo>
                    <a:pt x="440639" y="306707"/>
                    <a:pt x="549595" y="607015"/>
                    <a:pt x="658118" y="907460"/>
                  </a:cubicBezTo>
                  <a:cubicBezTo>
                    <a:pt x="438136" y="961045"/>
                    <a:pt x="221330" y="1026911"/>
                    <a:pt x="8716" y="11047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44"/>
            <p:cNvSpPr/>
            <p:nvPr/>
          </p:nvSpPr>
          <p:spPr>
            <a:xfrm>
              <a:off x="4699928" y="1985797"/>
              <a:ext cx="1016243" cy="1235014"/>
            </a:xfrm>
            <a:custGeom>
              <a:avLst/>
              <a:gdLst/>
              <a:ahLst/>
              <a:cxnLst/>
              <a:rect l="l" t="t" r="r" b="b"/>
              <a:pathLst>
                <a:path w="1645738" h="2000022" extrusionOk="0">
                  <a:moveTo>
                    <a:pt x="1650092" y="609510"/>
                  </a:moveTo>
                  <a:cubicBezTo>
                    <a:pt x="1653025" y="608923"/>
                    <a:pt x="1654929" y="606074"/>
                    <a:pt x="1654349" y="603140"/>
                  </a:cubicBezTo>
                  <a:cubicBezTo>
                    <a:pt x="1653814" y="600231"/>
                    <a:pt x="1651026" y="598305"/>
                    <a:pt x="1648116" y="598839"/>
                  </a:cubicBezTo>
                  <a:cubicBezTo>
                    <a:pt x="1648068" y="598847"/>
                    <a:pt x="1648020" y="598857"/>
                    <a:pt x="1647972" y="598867"/>
                  </a:cubicBezTo>
                  <a:cubicBezTo>
                    <a:pt x="1537587" y="620735"/>
                    <a:pt x="1427853" y="645387"/>
                    <a:pt x="1318776" y="672824"/>
                  </a:cubicBezTo>
                  <a:lnTo>
                    <a:pt x="1318776" y="352341"/>
                  </a:lnTo>
                  <a:cubicBezTo>
                    <a:pt x="1428525" y="324775"/>
                    <a:pt x="1538963" y="299954"/>
                    <a:pt x="1650092" y="277876"/>
                  </a:cubicBezTo>
                  <a:cubicBezTo>
                    <a:pt x="1653025" y="277292"/>
                    <a:pt x="1654933" y="274441"/>
                    <a:pt x="1654349" y="271506"/>
                  </a:cubicBezTo>
                  <a:cubicBezTo>
                    <a:pt x="1653806" y="268599"/>
                    <a:pt x="1651010" y="266681"/>
                    <a:pt x="1648104" y="267223"/>
                  </a:cubicBezTo>
                  <a:cubicBezTo>
                    <a:pt x="1648060" y="267231"/>
                    <a:pt x="1648016" y="267240"/>
                    <a:pt x="1647972" y="267249"/>
                  </a:cubicBezTo>
                  <a:cubicBezTo>
                    <a:pt x="1537587" y="289101"/>
                    <a:pt x="1427853" y="313738"/>
                    <a:pt x="1318776" y="341158"/>
                  </a:cubicBezTo>
                  <a:lnTo>
                    <a:pt x="1318776" y="11943"/>
                  </a:lnTo>
                  <a:cubicBezTo>
                    <a:pt x="1318772" y="8953"/>
                    <a:pt x="1316354" y="6535"/>
                    <a:pt x="1313364" y="6531"/>
                  </a:cubicBezTo>
                  <a:cubicBezTo>
                    <a:pt x="1310375" y="6531"/>
                    <a:pt x="1307952" y="8953"/>
                    <a:pt x="1307952" y="11943"/>
                  </a:cubicBezTo>
                  <a:lnTo>
                    <a:pt x="1307952" y="343943"/>
                  </a:lnTo>
                  <a:cubicBezTo>
                    <a:pt x="1200074" y="371184"/>
                    <a:pt x="1092948" y="401094"/>
                    <a:pt x="986579" y="433674"/>
                  </a:cubicBezTo>
                  <a:lnTo>
                    <a:pt x="986579" y="102732"/>
                  </a:lnTo>
                  <a:cubicBezTo>
                    <a:pt x="986579" y="99742"/>
                    <a:pt x="984157" y="97320"/>
                    <a:pt x="981167" y="97320"/>
                  </a:cubicBezTo>
                  <a:cubicBezTo>
                    <a:pt x="978177" y="97320"/>
                    <a:pt x="975755" y="99742"/>
                    <a:pt x="975755" y="102732"/>
                  </a:cubicBezTo>
                  <a:lnTo>
                    <a:pt x="975755" y="437038"/>
                  </a:lnTo>
                  <a:cubicBezTo>
                    <a:pt x="869257" y="469824"/>
                    <a:pt x="763624" y="505242"/>
                    <a:pt x="658848" y="543294"/>
                  </a:cubicBezTo>
                  <a:lnTo>
                    <a:pt x="658848" y="212542"/>
                  </a:lnTo>
                  <a:cubicBezTo>
                    <a:pt x="658848" y="209552"/>
                    <a:pt x="656426" y="207130"/>
                    <a:pt x="653436" y="207130"/>
                  </a:cubicBezTo>
                  <a:cubicBezTo>
                    <a:pt x="650447" y="207130"/>
                    <a:pt x="648024" y="209552"/>
                    <a:pt x="648024" y="212542"/>
                  </a:cubicBezTo>
                  <a:lnTo>
                    <a:pt x="648024" y="547209"/>
                  </a:lnTo>
                  <a:cubicBezTo>
                    <a:pt x="543088" y="585521"/>
                    <a:pt x="439137" y="626430"/>
                    <a:pt x="336180" y="669935"/>
                  </a:cubicBezTo>
                  <a:lnTo>
                    <a:pt x="336180" y="341549"/>
                  </a:lnTo>
                  <a:cubicBezTo>
                    <a:pt x="336180" y="338560"/>
                    <a:pt x="333757" y="336137"/>
                    <a:pt x="330768" y="336137"/>
                  </a:cubicBezTo>
                  <a:cubicBezTo>
                    <a:pt x="327778" y="336132"/>
                    <a:pt x="325351" y="338552"/>
                    <a:pt x="325348" y="341541"/>
                  </a:cubicBezTo>
                  <a:cubicBezTo>
                    <a:pt x="325348" y="341544"/>
                    <a:pt x="325348" y="341546"/>
                    <a:pt x="325348" y="341549"/>
                  </a:cubicBezTo>
                  <a:lnTo>
                    <a:pt x="325348" y="674454"/>
                  </a:lnTo>
                  <a:cubicBezTo>
                    <a:pt x="219674" y="719336"/>
                    <a:pt x="115148" y="766884"/>
                    <a:pt x="11765" y="817098"/>
                  </a:cubicBezTo>
                  <a:cubicBezTo>
                    <a:pt x="9081" y="818396"/>
                    <a:pt x="7958" y="821622"/>
                    <a:pt x="9258" y="824305"/>
                  </a:cubicBezTo>
                  <a:cubicBezTo>
                    <a:pt x="9262" y="824317"/>
                    <a:pt x="9270" y="824329"/>
                    <a:pt x="9274" y="824341"/>
                  </a:cubicBezTo>
                  <a:cubicBezTo>
                    <a:pt x="10175" y="826206"/>
                    <a:pt x="12062" y="827389"/>
                    <a:pt x="14134" y="827383"/>
                  </a:cubicBezTo>
                  <a:cubicBezTo>
                    <a:pt x="14955" y="827387"/>
                    <a:pt x="15764" y="827199"/>
                    <a:pt x="16501" y="826835"/>
                  </a:cubicBezTo>
                  <a:cubicBezTo>
                    <a:pt x="118271" y="777300"/>
                    <a:pt x="221220" y="730416"/>
                    <a:pt x="325348" y="686183"/>
                  </a:cubicBezTo>
                  <a:lnTo>
                    <a:pt x="325348" y="1006309"/>
                  </a:lnTo>
                  <a:cubicBezTo>
                    <a:pt x="219674" y="1051211"/>
                    <a:pt x="115148" y="1098780"/>
                    <a:pt x="11765" y="1149013"/>
                  </a:cubicBezTo>
                  <a:cubicBezTo>
                    <a:pt x="9081" y="1150309"/>
                    <a:pt x="7958" y="1153536"/>
                    <a:pt x="9258" y="1156220"/>
                  </a:cubicBezTo>
                  <a:cubicBezTo>
                    <a:pt x="9262" y="1156232"/>
                    <a:pt x="9270" y="1156244"/>
                    <a:pt x="9274" y="1156256"/>
                  </a:cubicBezTo>
                  <a:cubicBezTo>
                    <a:pt x="10175" y="1158123"/>
                    <a:pt x="12062" y="1159306"/>
                    <a:pt x="14134" y="1159302"/>
                  </a:cubicBezTo>
                  <a:cubicBezTo>
                    <a:pt x="14955" y="1159306"/>
                    <a:pt x="15764" y="1159117"/>
                    <a:pt x="16501" y="1158751"/>
                  </a:cubicBezTo>
                  <a:cubicBezTo>
                    <a:pt x="118271" y="1109202"/>
                    <a:pt x="221220" y="1062304"/>
                    <a:pt x="325348" y="1018055"/>
                  </a:cubicBezTo>
                  <a:lnTo>
                    <a:pt x="325348" y="1338237"/>
                  </a:lnTo>
                  <a:cubicBezTo>
                    <a:pt x="219674" y="1383138"/>
                    <a:pt x="115148" y="1430704"/>
                    <a:pt x="11765" y="1480941"/>
                  </a:cubicBezTo>
                  <a:cubicBezTo>
                    <a:pt x="9081" y="1482236"/>
                    <a:pt x="7958" y="1485463"/>
                    <a:pt x="9258" y="1488147"/>
                  </a:cubicBezTo>
                  <a:cubicBezTo>
                    <a:pt x="9262" y="1488159"/>
                    <a:pt x="9270" y="1488171"/>
                    <a:pt x="9274" y="1488183"/>
                  </a:cubicBezTo>
                  <a:cubicBezTo>
                    <a:pt x="10175" y="1490051"/>
                    <a:pt x="12062" y="1491234"/>
                    <a:pt x="14134" y="1491230"/>
                  </a:cubicBezTo>
                  <a:cubicBezTo>
                    <a:pt x="14955" y="1491234"/>
                    <a:pt x="15764" y="1491044"/>
                    <a:pt x="16501" y="1490678"/>
                  </a:cubicBezTo>
                  <a:cubicBezTo>
                    <a:pt x="118271" y="1441129"/>
                    <a:pt x="221220" y="1394232"/>
                    <a:pt x="325348" y="1349982"/>
                  </a:cubicBezTo>
                  <a:lnTo>
                    <a:pt x="325348" y="1670204"/>
                  </a:lnTo>
                  <a:cubicBezTo>
                    <a:pt x="219674" y="1715086"/>
                    <a:pt x="115148" y="1762635"/>
                    <a:pt x="11765" y="1812848"/>
                  </a:cubicBezTo>
                  <a:cubicBezTo>
                    <a:pt x="9085" y="1814144"/>
                    <a:pt x="7958" y="1817367"/>
                    <a:pt x="9254" y="1820047"/>
                  </a:cubicBezTo>
                  <a:cubicBezTo>
                    <a:pt x="9262" y="1820063"/>
                    <a:pt x="9266" y="1820075"/>
                    <a:pt x="9274" y="1820091"/>
                  </a:cubicBezTo>
                  <a:cubicBezTo>
                    <a:pt x="10175" y="1821958"/>
                    <a:pt x="12062" y="1823141"/>
                    <a:pt x="14134" y="1823137"/>
                  </a:cubicBezTo>
                  <a:cubicBezTo>
                    <a:pt x="14955" y="1823141"/>
                    <a:pt x="15764" y="1822952"/>
                    <a:pt x="16501" y="1822586"/>
                  </a:cubicBezTo>
                  <a:cubicBezTo>
                    <a:pt x="118271" y="1773057"/>
                    <a:pt x="221220" y="1726179"/>
                    <a:pt x="325348" y="1681950"/>
                  </a:cubicBezTo>
                  <a:lnTo>
                    <a:pt x="325348" y="2001142"/>
                  </a:lnTo>
                  <a:cubicBezTo>
                    <a:pt x="325348" y="2004131"/>
                    <a:pt x="327770" y="2006554"/>
                    <a:pt x="330760" y="2006554"/>
                  </a:cubicBezTo>
                  <a:cubicBezTo>
                    <a:pt x="333749" y="2006554"/>
                    <a:pt x="336172" y="2004131"/>
                    <a:pt x="336172" y="2001142"/>
                  </a:cubicBezTo>
                  <a:lnTo>
                    <a:pt x="336172" y="1677399"/>
                  </a:lnTo>
                  <a:cubicBezTo>
                    <a:pt x="439096" y="1633813"/>
                    <a:pt x="543043" y="1592839"/>
                    <a:pt x="648016" y="1554472"/>
                  </a:cubicBezTo>
                  <a:lnTo>
                    <a:pt x="648016" y="1872123"/>
                  </a:lnTo>
                  <a:cubicBezTo>
                    <a:pt x="648016" y="1875112"/>
                    <a:pt x="650439" y="1877535"/>
                    <a:pt x="653428" y="1877535"/>
                  </a:cubicBezTo>
                  <a:cubicBezTo>
                    <a:pt x="656418" y="1877531"/>
                    <a:pt x="658836" y="1875112"/>
                    <a:pt x="658840" y="1872123"/>
                  </a:cubicBezTo>
                  <a:lnTo>
                    <a:pt x="658840" y="1550540"/>
                  </a:lnTo>
                  <a:cubicBezTo>
                    <a:pt x="763576" y="1512435"/>
                    <a:pt x="869209" y="1476957"/>
                    <a:pt x="975747" y="1444103"/>
                  </a:cubicBezTo>
                  <a:lnTo>
                    <a:pt x="975747" y="1762297"/>
                  </a:lnTo>
                  <a:cubicBezTo>
                    <a:pt x="975751" y="1765283"/>
                    <a:pt x="978173" y="1767705"/>
                    <a:pt x="981159" y="1767705"/>
                  </a:cubicBezTo>
                  <a:cubicBezTo>
                    <a:pt x="984145" y="1767705"/>
                    <a:pt x="986567" y="1765283"/>
                    <a:pt x="986571" y="1762297"/>
                  </a:cubicBezTo>
                  <a:lnTo>
                    <a:pt x="986571" y="1440751"/>
                  </a:lnTo>
                  <a:cubicBezTo>
                    <a:pt x="1092916" y="1408150"/>
                    <a:pt x="1200038" y="1378189"/>
                    <a:pt x="1307944" y="1350871"/>
                  </a:cubicBezTo>
                  <a:lnTo>
                    <a:pt x="1307944" y="1671524"/>
                  </a:lnTo>
                  <a:cubicBezTo>
                    <a:pt x="1307944" y="1674514"/>
                    <a:pt x="1310366" y="1676936"/>
                    <a:pt x="1313356" y="1676936"/>
                  </a:cubicBezTo>
                  <a:cubicBezTo>
                    <a:pt x="1316346" y="1676932"/>
                    <a:pt x="1318764" y="1674514"/>
                    <a:pt x="1318768" y="1671524"/>
                  </a:cubicBezTo>
                  <a:lnTo>
                    <a:pt x="1318768" y="1348099"/>
                  </a:lnTo>
                  <a:cubicBezTo>
                    <a:pt x="1428521" y="1320532"/>
                    <a:pt x="1538959" y="1295709"/>
                    <a:pt x="1650076" y="1273634"/>
                  </a:cubicBezTo>
                  <a:cubicBezTo>
                    <a:pt x="1653009" y="1273051"/>
                    <a:pt x="1654917" y="1270202"/>
                    <a:pt x="1654333" y="1267269"/>
                  </a:cubicBezTo>
                  <a:cubicBezTo>
                    <a:pt x="1654333" y="1267265"/>
                    <a:pt x="1654333" y="1267265"/>
                    <a:pt x="1654333" y="1267265"/>
                  </a:cubicBezTo>
                  <a:cubicBezTo>
                    <a:pt x="1653790" y="1264360"/>
                    <a:pt x="1650989" y="1262444"/>
                    <a:pt x="1648080" y="1262987"/>
                  </a:cubicBezTo>
                  <a:cubicBezTo>
                    <a:pt x="1648044" y="1262995"/>
                    <a:pt x="1648004" y="1263004"/>
                    <a:pt x="1647964" y="1263012"/>
                  </a:cubicBezTo>
                  <a:cubicBezTo>
                    <a:pt x="1537579" y="1284865"/>
                    <a:pt x="1427845" y="1309499"/>
                    <a:pt x="1318768" y="1336917"/>
                  </a:cubicBezTo>
                  <a:lnTo>
                    <a:pt x="1318768" y="1015938"/>
                  </a:lnTo>
                  <a:cubicBezTo>
                    <a:pt x="1428521" y="988356"/>
                    <a:pt x="1538963" y="963519"/>
                    <a:pt x="1650092" y="941425"/>
                  </a:cubicBezTo>
                  <a:cubicBezTo>
                    <a:pt x="1653025" y="940839"/>
                    <a:pt x="1654929" y="937989"/>
                    <a:pt x="1654349" y="935056"/>
                  </a:cubicBezTo>
                  <a:cubicBezTo>
                    <a:pt x="1653834" y="932166"/>
                    <a:pt x="1651074" y="930241"/>
                    <a:pt x="1648185" y="930756"/>
                  </a:cubicBezTo>
                  <a:cubicBezTo>
                    <a:pt x="1648112" y="930769"/>
                    <a:pt x="1648040" y="930783"/>
                    <a:pt x="1647972" y="930798"/>
                  </a:cubicBezTo>
                  <a:cubicBezTo>
                    <a:pt x="1537587" y="952667"/>
                    <a:pt x="1427853" y="977319"/>
                    <a:pt x="1318776" y="1004756"/>
                  </a:cubicBezTo>
                  <a:lnTo>
                    <a:pt x="1318776" y="684023"/>
                  </a:lnTo>
                  <a:cubicBezTo>
                    <a:pt x="1428525" y="656435"/>
                    <a:pt x="1538963" y="631598"/>
                    <a:pt x="1650092" y="609510"/>
                  </a:cubicBezTo>
                  <a:close/>
                  <a:moveTo>
                    <a:pt x="1307960" y="355125"/>
                  </a:moveTo>
                  <a:lnTo>
                    <a:pt x="1307960" y="675629"/>
                  </a:lnTo>
                  <a:cubicBezTo>
                    <a:pt x="1200082" y="702886"/>
                    <a:pt x="1092956" y="732812"/>
                    <a:pt x="986587" y="765408"/>
                  </a:cubicBezTo>
                  <a:lnTo>
                    <a:pt x="986587" y="445005"/>
                  </a:lnTo>
                  <a:cubicBezTo>
                    <a:pt x="1092932" y="412404"/>
                    <a:pt x="1200054" y="382444"/>
                    <a:pt x="1307960" y="355125"/>
                  </a:cubicBezTo>
                  <a:close/>
                  <a:moveTo>
                    <a:pt x="975763" y="448353"/>
                  </a:moveTo>
                  <a:lnTo>
                    <a:pt x="975763" y="768760"/>
                  </a:lnTo>
                  <a:cubicBezTo>
                    <a:pt x="869265" y="801562"/>
                    <a:pt x="763632" y="836998"/>
                    <a:pt x="658856" y="875069"/>
                  </a:cubicBezTo>
                  <a:lnTo>
                    <a:pt x="658856" y="554774"/>
                  </a:lnTo>
                  <a:cubicBezTo>
                    <a:pt x="763592" y="516682"/>
                    <a:pt x="869229" y="481208"/>
                    <a:pt x="975763" y="448353"/>
                  </a:cubicBezTo>
                  <a:close/>
                  <a:moveTo>
                    <a:pt x="975763" y="780091"/>
                  </a:moveTo>
                  <a:lnTo>
                    <a:pt x="975763" y="1100675"/>
                  </a:lnTo>
                  <a:cubicBezTo>
                    <a:pt x="869265" y="1133481"/>
                    <a:pt x="763632" y="1168919"/>
                    <a:pt x="658856" y="1206984"/>
                  </a:cubicBezTo>
                  <a:lnTo>
                    <a:pt x="658856" y="886569"/>
                  </a:lnTo>
                  <a:cubicBezTo>
                    <a:pt x="763592" y="848458"/>
                    <a:pt x="869229" y="812965"/>
                    <a:pt x="975763" y="780091"/>
                  </a:cubicBezTo>
                  <a:close/>
                  <a:moveTo>
                    <a:pt x="336172" y="681653"/>
                  </a:moveTo>
                  <a:cubicBezTo>
                    <a:pt x="439096" y="638067"/>
                    <a:pt x="543043" y="597090"/>
                    <a:pt x="648016" y="558721"/>
                  </a:cubicBezTo>
                  <a:lnTo>
                    <a:pt x="648016" y="879016"/>
                  </a:lnTo>
                  <a:cubicBezTo>
                    <a:pt x="543080" y="917347"/>
                    <a:pt x="439129" y="958272"/>
                    <a:pt x="336172" y="1001790"/>
                  </a:cubicBezTo>
                  <a:close/>
                  <a:moveTo>
                    <a:pt x="336172" y="1013508"/>
                  </a:moveTo>
                  <a:cubicBezTo>
                    <a:pt x="439096" y="969900"/>
                    <a:pt x="543043" y="928903"/>
                    <a:pt x="648016" y="890516"/>
                  </a:cubicBezTo>
                  <a:lnTo>
                    <a:pt x="648016" y="1210915"/>
                  </a:lnTo>
                  <a:cubicBezTo>
                    <a:pt x="543080" y="1249246"/>
                    <a:pt x="439129" y="1290172"/>
                    <a:pt x="336172" y="1333690"/>
                  </a:cubicBezTo>
                  <a:close/>
                  <a:moveTo>
                    <a:pt x="336172" y="1665673"/>
                  </a:moveTo>
                  <a:lnTo>
                    <a:pt x="336172" y="1345423"/>
                  </a:lnTo>
                  <a:cubicBezTo>
                    <a:pt x="439096" y="1301817"/>
                    <a:pt x="543043" y="1260823"/>
                    <a:pt x="648016" y="1222432"/>
                  </a:cubicBezTo>
                  <a:lnTo>
                    <a:pt x="648016" y="1542956"/>
                  </a:lnTo>
                  <a:cubicBezTo>
                    <a:pt x="543088" y="1581266"/>
                    <a:pt x="439141" y="1622172"/>
                    <a:pt x="336172" y="1665673"/>
                  </a:cubicBezTo>
                  <a:close/>
                  <a:moveTo>
                    <a:pt x="658856" y="1539028"/>
                  </a:moveTo>
                  <a:lnTo>
                    <a:pt x="658856" y="1218500"/>
                  </a:lnTo>
                  <a:cubicBezTo>
                    <a:pt x="763592" y="1180379"/>
                    <a:pt x="869225" y="1144881"/>
                    <a:pt x="975763" y="1112006"/>
                  </a:cubicBezTo>
                  <a:lnTo>
                    <a:pt x="975763" y="1432768"/>
                  </a:lnTo>
                  <a:cubicBezTo>
                    <a:pt x="869261" y="1465558"/>
                    <a:pt x="763624" y="1500975"/>
                    <a:pt x="658856" y="1539028"/>
                  </a:cubicBezTo>
                  <a:close/>
                  <a:moveTo>
                    <a:pt x="1307960" y="1339689"/>
                  </a:moveTo>
                  <a:cubicBezTo>
                    <a:pt x="1200082" y="1366930"/>
                    <a:pt x="1092956" y="1396839"/>
                    <a:pt x="986587" y="1429420"/>
                  </a:cubicBezTo>
                  <a:lnTo>
                    <a:pt x="986587" y="1108655"/>
                  </a:lnTo>
                  <a:cubicBezTo>
                    <a:pt x="1092932" y="1076038"/>
                    <a:pt x="1200054" y="1046060"/>
                    <a:pt x="1307960" y="1018722"/>
                  </a:cubicBezTo>
                  <a:close/>
                  <a:moveTo>
                    <a:pt x="1307960" y="1007544"/>
                  </a:moveTo>
                  <a:cubicBezTo>
                    <a:pt x="1200082" y="1034802"/>
                    <a:pt x="1092956" y="1064727"/>
                    <a:pt x="986587" y="1097323"/>
                  </a:cubicBezTo>
                  <a:lnTo>
                    <a:pt x="986587" y="776739"/>
                  </a:lnTo>
                  <a:cubicBezTo>
                    <a:pt x="1092932" y="744122"/>
                    <a:pt x="1200054" y="714145"/>
                    <a:pt x="1307960" y="6868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44"/>
            <p:cNvSpPr/>
            <p:nvPr/>
          </p:nvSpPr>
          <p:spPr>
            <a:xfrm>
              <a:off x="4690629" y="1931280"/>
              <a:ext cx="1035756" cy="1392476"/>
            </a:xfrm>
            <a:custGeom>
              <a:avLst/>
              <a:gdLst/>
              <a:ahLst/>
              <a:cxnLst/>
              <a:rect l="l" t="t" r="r" b="b"/>
              <a:pathLst>
                <a:path w="1677338" h="2255022" extrusionOk="0">
                  <a:moveTo>
                    <a:pt x="1664109" y="1709952"/>
                  </a:moveTo>
                  <a:cubicBezTo>
                    <a:pt x="1097795" y="1822047"/>
                    <a:pt x="548296" y="2006704"/>
                    <a:pt x="29209" y="2259346"/>
                  </a:cubicBezTo>
                  <a:cubicBezTo>
                    <a:pt x="17943" y="2264980"/>
                    <a:pt x="8716" y="2259346"/>
                    <a:pt x="8716" y="2247943"/>
                  </a:cubicBezTo>
                  <a:lnTo>
                    <a:pt x="8716" y="588366"/>
                  </a:lnTo>
                  <a:cubicBezTo>
                    <a:pt x="9674" y="574940"/>
                    <a:pt x="17395" y="562923"/>
                    <a:pt x="29209" y="556473"/>
                  </a:cubicBezTo>
                  <a:cubicBezTo>
                    <a:pt x="548296" y="303831"/>
                    <a:pt x="1097795" y="119174"/>
                    <a:pt x="1664109" y="7079"/>
                  </a:cubicBezTo>
                  <a:cubicBezTo>
                    <a:pt x="1673532" y="4681"/>
                    <a:pt x="1683113" y="10375"/>
                    <a:pt x="1685511" y="19799"/>
                  </a:cubicBezTo>
                  <a:cubicBezTo>
                    <a:pt x="1685511" y="19799"/>
                    <a:pt x="1685511" y="19803"/>
                    <a:pt x="1685511" y="19803"/>
                  </a:cubicBezTo>
                  <a:cubicBezTo>
                    <a:pt x="1685918" y="21396"/>
                    <a:pt x="1686095" y="23038"/>
                    <a:pt x="1686046" y="24683"/>
                  </a:cubicBezTo>
                  <a:lnTo>
                    <a:pt x="1686046" y="1684264"/>
                  </a:lnTo>
                  <a:cubicBezTo>
                    <a:pt x="1685551" y="1696871"/>
                    <a:pt x="1676482" y="1707494"/>
                    <a:pt x="1664109" y="1709952"/>
                  </a:cubicBezTo>
                  <a:close/>
                  <a:moveTo>
                    <a:pt x="49698" y="2205810"/>
                  </a:moveTo>
                  <a:cubicBezTo>
                    <a:pt x="556050" y="1961524"/>
                    <a:pt x="1091055" y="1781749"/>
                    <a:pt x="1642175" y="1670700"/>
                  </a:cubicBezTo>
                  <a:lnTo>
                    <a:pt x="1642175" y="54411"/>
                  </a:lnTo>
                  <a:cubicBezTo>
                    <a:pt x="1091055" y="165460"/>
                    <a:pt x="556050" y="345235"/>
                    <a:pt x="49698" y="5895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44"/>
            <p:cNvSpPr/>
            <p:nvPr/>
          </p:nvSpPr>
          <p:spPr>
            <a:xfrm>
              <a:off x="4686175" y="1926811"/>
              <a:ext cx="1044662" cy="1401400"/>
            </a:xfrm>
            <a:custGeom>
              <a:avLst/>
              <a:gdLst/>
              <a:ahLst/>
              <a:cxnLst/>
              <a:rect l="l" t="t" r="r" b="b"/>
              <a:pathLst>
                <a:path w="1691761" h="2269473" extrusionOk="0">
                  <a:moveTo>
                    <a:pt x="27966" y="2276004"/>
                  </a:moveTo>
                  <a:cubicBezTo>
                    <a:pt x="24401" y="2276044"/>
                    <a:pt x="20892" y="2275082"/>
                    <a:pt x="17846" y="2273228"/>
                  </a:cubicBezTo>
                  <a:cubicBezTo>
                    <a:pt x="12040" y="2269634"/>
                    <a:pt x="8716" y="2263067"/>
                    <a:pt x="8716" y="2255189"/>
                  </a:cubicBezTo>
                  <a:lnTo>
                    <a:pt x="8716" y="595612"/>
                  </a:lnTo>
                  <a:cubicBezTo>
                    <a:pt x="9871" y="579134"/>
                    <a:pt x="18932" y="565031"/>
                    <a:pt x="32967" y="557386"/>
                  </a:cubicBezTo>
                  <a:cubicBezTo>
                    <a:pt x="552718" y="304437"/>
                    <a:pt x="1102905" y="119540"/>
                    <a:pt x="1669931" y="7256"/>
                  </a:cubicBezTo>
                  <a:cubicBezTo>
                    <a:pt x="1682767" y="4000"/>
                    <a:pt x="1696355" y="12016"/>
                    <a:pt x="1699707" y="25278"/>
                  </a:cubicBezTo>
                  <a:cubicBezTo>
                    <a:pt x="1700275" y="27511"/>
                    <a:pt x="1700532" y="29813"/>
                    <a:pt x="1700468" y="32119"/>
                  </a:cubicBezTo>
                  <a:lnTo>
                    <a:pt x="1700468" y="1691535"/>
                  </a:lnTo>
                  <a:cubicBezTo>
                    <a:pt x="1699832" y="1707811"/>
                    <a:pt x="1688432" y="1721170"/>
                    <a:pt x="1672703" y="1724300"/>
                  </a:cubicBezTo>
                  <a:lnTo>
                    <a:pt x="1672703" y="1724300"/>
                  </a:lnTo>
                  <a:cubicBezTo>
                    <a:pt x="1107009" y="1836319"/>
                    <a:pt x="558106" y="2020774"/>
                    <a:pt x="39563" y="2273107"/>
                  </a:cubicBezTo>
                  <a:cubicBezTo>
                    <a:pt x="35973" y="2274962"/>
                    <a:pt x="32006" y="2275952"/>
                    <a:pt x="27966" y="2276004"/>
                  </a:cubicBezTo>
                  <a:close/>
                  <a:moveTo>
                    <a:pt x="1675665" y="20989"/>
                  </a:moveTo>
                  <a:cubicBezTo>
                    <a:pt x="1674800" y="20993"/>
                    <a:pt x="1673939" y="21101"/>
                    <a:pt x="1673102" y="21311"/>
                  </a:cubicBezTo>
                  <a:cubicBezTo>
                    <a:pt x="1107275" y="133337"/>
                    <a:pt x="558243" y="317821"/>
                    <a:pt x="39579" y="570202"/>
                  </a:cubicBezTo>
                  <a:cubicBezTo>
                    <a:pt x="30050" y="575486"/>
                    <a:pt x="23854" y="585247"/>
                    <a:pt x="23133" y="596119"/>
                  </a:cubicBezTo>
                  <a:lnTo>
                    <a:pt x="23133" y="2255189"/>
                  </a:lnTo>
                  <a:cubicBezTo>
                    <a:pt x="23133" y="2257953"/>
                    <a:pt x="23966" y="2260054"/>
                    <a:pt x="25431" y="2260955"/>
                  </a:cubicBezTo>
                  <a:cubicBezTo>
                    <a:pt x="27121" y="2261981"/>
                    <a:pt x="30026" y="2261727"/>
                    <a:pt x="33181" y="2260150"/>
                  </a:cubicBezTo>
                  <a:cubicBezTo>
                    <a:pt x="552859" y="2007258"/>
                    <a:pt x="1102965" y="1822397"/>
                    <a:pt x="1669903" y="1710133"/>
                  </a:cubicBezTo>
                  <a:lnTo>
                    <a:pt x="1669903" y="1710133"/>
                  </a:lnTo>
                  <a:cubicBezTo>
                    <a:pt x="1679025" y="1708346"/>
                    <a:pt x="1685708" y="1700508"/>
                    <a:pt x="1686038" y="1691221"/>
                  </a:cubicBezTo>
                  <a:lnTo>
                    <a:pt x="1686038" y="31921"/>
                  </a:lnTo>
                  <a:cubicBezTo>
                    <a:pt x="1686083" y="30883"/>
                    <a:pt x="1685978" y="29845"/>
                    <a:pt x="1685728" y="28835"/>
                  </a:cubicBezTo>
                  <a:cubicBezTo>
                    <a:pt x="1684553" y="24232"/>
                    <a:pt x="1680417" y="21005"/>
                    <a:pt x="1675665" y="20989"/>
                  </a:cubicBezTo>
                  <a:close/>
                  <a:moveTo>
                    <a:pt x="49698" y="2224540"/>
                  </a:moveTo>
                  <a:lnTo>
                    <a:pt x="49698" y="592264"/>
                  </a:lnTo>
                  <a:lnTo>
                    <a:pt x="53783" y="590288"/>
                  </a:lnTo>
                  <a:cubicBezTo>
                    <a:pt x="560693" y="345781"/>
                    <a:pt x="1096269" y="165813"/>
                    <a:pt x="1647973" y="54604"/>
                  </a:cubicBezTo>
                  <a:lnTo>
                    <a:pt x="1656612" y="52869"/>
                  </a:lnTo>
                  <a:lnTo>
                    <a:pt x="1656612" y="1683849"/>
                  </a:lnTo>
                  <a:lnTo>
                    <a:pt x="1650818" y="1685020"/>
                  </a:lnTo>
                  <a:cubicBezTo>
                    <a:pt x="1100297" y="1795992"/>
                    <a:pt x="565868" y="1975571"/>
                    <a:pt x="60040" y="2219550"/>
                  </a:cubicBezTo>
                  <a:close/>
                  <a:moveTo>
                    <a:pt x="64128" y="601306"/>
                  </a:moveTo>
                  <a:lnTo>
                    <a:pt x="64128" y="2201572"/>
                  </a:lnTo>
                  <a:cubicBezTo>
                    <a:pt x="566214" y="1960461"/>
                    <a:pt x="1096282" y="1782589"/>
                    <a:pt x="1642179" y="1672039"/>
                  </a:cubicBezTo>
                  <a:lnTo>
                    <a:pt x="1642179" y="70482"/>
                  </a:lnTo>
                  <a:cubicBezTo>
                    <a:pt x="1096181" y="181289"/>
                    <a:pt x="566093" y="359601"/>
                    <a:pt x="64128" y="6013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44"/>
            <p:cNvSpPr/>
            <p:nvPr/>
          </p:nvSpPr>
          <p:spPr>
            <a:xfrm>
              <a:off x="6863474" y="797693"/>
              <a:ext cx="1218431" cy="1396387"/>
            </a:xfrm>
            <a:custGeom>
              <a:avLst/>
              <a:gdLst/>
              <a:ahLst/>
              <a:cxnLst/>
              <a:rect l="l" t="t" r="r" b="b"/>
              <a:pathLst>
                <a:path w="1973168" h="2261356" extrusionOk="0">
                  <a:moveTo>
                    <a:pt x="1981884" y="2267888"/>
                  </a:moveTo>
                  <a:cubicBezTo>
                    <a:pt x="1359760" y="1965137"/>
                    <a:pt x="693909" y="1762064"/>
                    <a:pt x="8716" y="1666108"/>
                  </a:cubicBezTo>
                  <a:lnTo>
                    <a:pt x="8716" y="6531"/>
                  </a:lnTo>
                  <a:cubicBezTo>
                    <a:pt x="693909" y="102487"/>
                    <a:pt x="1359760" y="305556"/>
                    <a:pt x="1981884" y="6083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44"/>
            <p:cNvSpPr/>
            <p:nvPr/>
          </p:nvSpPr>
          <p:spPr>
            <a:xfrm>
              <a:off x="6860136" y="826765"/>
              <a:ext cx="1225129" cy="1279196"/>
            </a:xfrm>
            <a:custGeom>
              <a:avLst/>
              <a:gdLst/>
              <a:ahLst/>
              <a:cxnLst/>
              <a:rect l="l" t="t" r="r" b="b"/>
              <a:pathLst>
                <a:path w="1984014" h="2071573" extrusionOk="0">
                  <a:moveTo>
                    <a:pt x="1984932" y="1561795"/>
                  </a:moveTo>
                  <a:cubicBezTo>
                    <a:pt x="1985668" y="1562157"/>
                    <a:pt x="1986481" y="1562346"/>
                    <a:pt x="1987302" y="1562342"/>
                  </a:cubicBezTo>
                  <a:cubicBezTo>
                    <a:pt x="1989370" y="1562346"/>
                    <a:pt x="1991261" y="1561163"/>
                    <a:pt x="1992162" y="1559300"/>
                  </a:cubicBezTo>
                  <a:cubicBezTo>
                    <a:pt x="1993478" y="1556624"/>
                    <a:pt x="1992376" y="1553389"/>
                    <a:pt x="1989700" y="1552073"/>
                  </a:cubicBezTo>
                  <a:cubicBezTo>
                    <a:pt x="1989688" y="1552065"/>
                    <a:pt x="1989680" y="1552061"/>
                    <a:pt x="1989668" y="1552057"/>
                  </a:cubicBezTo>
                  <a:cubicBezTo>
                    <a:pt x="1886264" y="1501748"/>
                    <a:pt x="1781742" y="1454307"/>
                    <a:pt x="1676101" y="1409727"/>
                  </a:cubicBezTo>
                  <a:lnTo>
                    <a:pt x="1676101" y="1089578"/>
                  </a:lnTo>
                  <a:cubicBezTo>
                    <a:pt x="1780048" y="1133727"/>
                    <a:pt x="1882993" y="1180491"/>
                    <a:pt x="1984944" y="1229876"/>
                  </a:cubicBezTo>
                  <a:cubicBezTo>
                    <a:pt x="1985680" y="1230242"/>
                    <a:pt x="1986493" y="1230431"/>
                    <a:pt x="1987314" y="1230427"/>
                  </a:cubicBezTo>
                  <a:cubicBezTo>
                    <a:pt x="1989386" y="1230431"/>
                    <a:pt x="1991273" y="1229248"/>
                    <a:pt x="1992174" y="1227381"/>
                  </a:cubicBezTo>
                  <a:cubicBezTo>
                    <a:pt x="1993490" y="1224709"/>
                    <a:pt x="1992392" y="1221474"/>
                    <a:pt x="1989716" y="1220158"/>
                  </a:cubicBezTo>
                  <a:cubicBezTo>
                    <a:pt x="1989704" y="1220150"/>
                    <a:pt x="1989692" y="1220142"/>
                    <a:pt x="1989680" y="1220138"/>
                  </a:cubicBezTo>
                  <a:cubicBezTo>
                    <a:pt x="1886268" y="1169832"/>
                    <a:pt x="1781742" y="1122392"/>
                    <a:pt x="1676101" y="1077812"/>
                  </a:cubicBezTo>
                  <a:lnTo>
                    <a:pt x="1676101" y="757666"/>
                  </a:lnTo>
                  <a:cubicBezTo>
                    <a:pt x="1780044" y="801816"/>
                    <a:pt x="1882989" y="848580"/>
                    <a:pt x="1984932" y="897960"/>
                  </a:cubicBezTo>
                  <a:cubicBezTo>
                    <a:pt x="1985664" y="898326"/>
                    <a:pt x="1986477" y="898515"/>
                    <a:pt x="1987298" y="898511"/>
                  </a:cubicBezTo>
                  <a:cubicBezTo>
                    <a:pt x="1989370" y="898515"/>
                    <a:pt x="1991261" y="897332"/>
                    <a:pt x="1992162" y="895465"/>
                  </a:cubicBezTo>
                  <a:cubicBezTo>
                    <a:pt x="1993478" y="892794"/>
                    <a:pt x="1992380" y="889558"/>
                    <a:pt x="1989704" y="888243"/>
                  </a:cubicBezTo>
                  <a:cubicBezTo>
                    <a:pt x="1989692" y="888235"/>
                    <a:pt x="1989680" y="888231"/>
                    <a:pt x="1989668" y="888223"/>
                  </a:cubicBezTo>
                  <a:cubicBezTo>
                    <a:pt x="1886264" y="837917"/>
                    <a:pt x="1781742" y="790476"/>
                    <a:pt x="1676101" y="745897"/>
                  </a:cubicBezTo>
                  <a:lnTo>
                    <a:pt x="1676101" y="413128"/>
                  </a:lnTo>
                  <a:cubicBezTo>
                    <a:pt x="1676101" y="410138"/>
                    <a:pt x="1673678" y="407716"/>
                    <a:pt x="1670689" y="407716"/>
                  </a:cubicBezTo>
                  <a:cubicBezTo>
                    <a:pt x="1667699" y="407716"/>
                    <a:pt x="1665277" y="410138"/>
                    <a:pt x="1665277" y="413128"/>
                  </a:cubicBezTo>
                  <a:lnTo>
                    <a:pt x="1665277" y="741273"/>
                  </a:lnTo>
                  <a:cubicBezTo>
                    <a:pt x="1562284" y="697832"/>
                    <a:pt x="1458337" y="657071"/>
                    <a:pt x="1353432" y="618986"/>
                  </a:cubicBezTo>
                  <a:lnTo>
                    <a:pt x="1353432" y="284121"/>
                  </a:lnTo>
                  <a:cubicBezTo>
                    <a:pt x="1353428" y="281131"/>
                    <a:pt x="1351010" y="278713"/>
                    <a:pt x="1348020" y="278709"/>
                  </a:cubicBezTo>
                  <a:cubicBezTo>
                    <a:pt x="1345030" y="278709"/>
                    <a:pt x="1342608" y="281131"/>
                    <a:pt x="1342608" y="284121"/>
                  </a:cubicBezTo>
                  <a:lnTo>
                    <a:pt x="1342608" y="615095"/>
                  </a:lnTo>
                  <a:cubicBezTo>
                    <a:pt x="1237812" y="577235"/>
                    <a:pt x="1132175" y="541962"/>
                    <a:pt x="1025701" y="509269"/>
                  </a:cubicBezTo>
                  <a:lnTo>
                    <a:pt x="1025701" y="174139"/>
                  </a:lnTo>
                  <a:cubicBezTo>
                    <a:pt x="1025701" y="171149"/>
                    <a:pt x="1023279" y="168726"/>
                    <a:pt x="1020289" y="168726"/>
                  </a:cubicBezTo>
                  <a:cubicBezTo>
                    <a:pt x="1017300" y="168726"/>
                    <a:pt x="1014877" y="171149"/>
                    <a:pt x="1014877" y="174139"/>
                  </a:cubicBezTo>
                  <a:lnTo>
                    <a:pt x="1014877" y="506102"/>
                  </a:lnTo>
                  <a:cubicBezTo>
                    <a:pt x="908540" y="473880"/>
                    <a:pt x="801410" y="444413"/>
                    <a:pt x="693488" y="417699"/>
                  </a:cubicBezTo>
                  <a:lnTo>
                    <a:pt x="693488" y="83519"/>
                  </a:lnTo>
                  <a:cubicBezTo>
                    <a:pt x="693484" y="80529"/>
                    <a:pt x="691066" y="78111"/>
                    <a:pt x="688076" y="78106"/>
                  </a:cubicBezTo>
                  <a:cubicBezTo>
                    <a:pt x="685086" y="78106"/>
                    <a:pt x="682664" y="80529"/>
                    <a:pt x="682664" y="83519"/>
                  </a:cubicBezTo>
                  <a:lnTo>
                    <a:pt x="682664" y="414971"/>
                  </a:lnTo>
                  <a:cubicBezTo>
                    <a:pt x="575096" y="388414"/>
                    <a:pt x="466815" y="364581"/>
                    <a:pt x="357822" y="343476"/>
                  </a:cubicBezTo>
                  <a:lnTo>
                    <a:pt x="357822" y="11939"/>
                  </a:lnTo>
                  <a:cubicBezTo>
                    <a:pt x="357818" y="8953"/>
                    <a:pt x="355396" y="6531"/>
                    <a:pt x="352410" y="6531"/>
                  </a:cubicBezTo>
                  <a:cubicBezTo>
                    <a:pt x="349425" y="6531"/>
                    <a:pt x="347002" y="8953"/>
                    <a:pt x="346998" y="11939"/>
                  </a:cubicBezTo>
                  <a:lnTo>
                    <a:pt x="346998" y="341416"/>
                  </a:lnTo>
                  <a:cubicBezTo>
                    <a:pt x="236907" y="320255"/>
                    <a:pt x="126203" y="301774"/>
                    <a:pt x="14886" y="285976"/>
                  </a:cubicBezTo>
                  <a:cubicBezTo>
                    <a:pt x="11953" y="285546"/>
                    <a:pt x="9225" y="287574"/>
                    <a:pt x="8793" y="290503"/>
                  </a:cubicBezTo>
                  <a:cubicBezTo>
                    <a:pt x="8789" y="290531"/>
                    <a:pt x="8785" y="290559"/>
                    <a:pt x="8782" y="290587"/>
                  </a:cubicBezTo>
                  <a:cubicBezTo>
                    <a:pt x="8365" y="293537"/>
                    <a:pt x="10420" y="296269"/>
                    <a:pt x="13371" y="296683"/>
                  </a:cubicBezTo>
                  <a:cubicBezTo>
                    <a:pt x="13378" y="296683"/>
                    <a:pt x="13386" y="296688"/>
                    <a:pt x="13393" y="296688"/>
                  </a:cubicBezTo>
                  <a:cubicBezTo>
                    <a:pt x="125236" y="312352"/>
                    <a:pt x="236436" y="330930"/>
                    <a:pt x="346998" y="352429"/>
                  </a:cubicBezTo>
                  <a:lnTo>
                    <a:pt x="346998" y="673331"/>
                  </a:lnTo>
                  <a:cubicBezTo>
                    <a:pt x="236907" y="652170"/>
                    <a:pt x="126203" y="633689"/>
                    <a:pt x="14886" y="617891"/>
                  </a:cubicBezTo>
                  <a:cubicBezTo>
                    <a:pt x="11958" y="617457"/>
                    <a:pt x="9231" y="619477"/>
                    <a:pt x="8795" y="622402"/>
                  </a:cubicBezTo>
                  <a:cubicBezTo>
                    <a:pt x="8791" y="622438"/>
                    <a:pt x="8786" y="622471"/>
                    <a:pt x="8782" y="622503"/>
                  </a:cubicBezTo>
                  <a:cubicBezTo>
                    <a:pt x="8365" y="625452"/>
                    <a:pt x="10420" y="628184"/>
                    <a:pt x="13371" y="628599"/>
                  </a:cubicBezTo>
                  <a:cubicBezTo>
                    <a:pt x="13378" y="628599"/>
                    <a:pt x="13386" y="628603"/>
                    <a:pt x="13393" y="628603"/>
                  </a:cubicBezTo>
                  <a:cubicBezTo>
                    <a:pt x="125236" y="644268"/>
                    <a:pt x="236436" y="662849"/>
                    <a:pt x="346998" y="684345"/>
                  </a:cubicBezTo>
                  <a:lnTo>
                    <a:pt x="346998" y="1005247"/>
                  </a:lnTo>
                  <a:cubicBezTo>
                    <a:pt x="236907" y="984086"/>
                    <a:pt x="126203" y="965604"/>
                    <a:pt x="14886" y="949811"/>
                  </a:cubicBezTo>
                  <a:cubicBezTo>
                    <a:pt x="11973" y="949364"/>
                    <a:pt x="9249" y="951360"/>
                    <a:pt x="8802" y="954273"/>
                  </a:cubicBezTo>
                  <a:cubicBezTo>
                    <a:pt x="8795" y="954322"/>
                    <a:pt x="8788" y="954370"/>
                    <a:pt x="8782" y="954418"/>
                  </a:cubicBezTo>
                  <a:cubicBezTo>
                    <a:pt x="8365" y="957368"/>
                    <a:pt x="10420" y="960100"/>
                    <a:pt x="13371" y="960514"/>
                  </a:cubicBezTo>
                  <a:cubicBezTo>
                    <a:pt x="13378" y="960514"/>
                    <a:pt x="13386" y="960518"/>
                    <a:pt x="13393" y="960518"/>
                  </a:cubicBezTo>
                  <a:cubicBezTo>
                    <a:pt x="125236" y="976183"/>
                    <a:pt x="236436" y="994761"/>
                    <a:pt x="346998" y="1016260"/>
                  </a:cubicBezTo>
                  <a:lnTo>
                    <a:pt x="346998" y="1337162"/>
                  </a:lnTo>
                  <a:cubicBezTo>
                    <a:pt x="236907" y="1316001"/>
                    <a:pt x="126203" y="1297520"/>
                    <a:pt x="14886" y="1281726"/>
                  </a:cubicBezTo>
                  <a:cubicBezTo>
                    <a:pt x="11979" y="1281268"/>
                    <a:pt x="9251" y="1283251"/>
                    <a:pt x="8793" y="1286157"/>
                  </a:cubicBezTo>
                  <a:cubicBezTo>
                    <a:pt x="8784" y="1286209"/>
                    <a:pt x="8776" y="1286265"/>
                    <a:pt x="8770" y="1286317"/>
                  </a:cubicBezTo>
                  <a:cubicBezTo>
                    <a:pt x="8353" y="1289267"/>
                    <a:pt x="10408" y="1291999"/>
                    <a:pt x="13359" y="1292413"/>
                  </a:cubicBezTo>
                  <a:cubicBezTo>
                    <a:pt x="13366" y="1292418"/>
                    <a:pt x="13373" y="1292418"/>
                    <a:pt x="13381" y="1292418"/>
                  </a:cubicBezTo>
                  <a:cubicBezTo>
                    <a:pt x="125224" y="1308082"/>
                    <a:pt x="236424" y="1326664"/>
                    <a:pt x="346986" y="1348163"/>
                  </a:cubicBezTo>
                  <a:lnTo>
                    <a:pt x="346986" y="1671504"/>
                  </a:lnTo>
                  <a:cubicBezTo>
                    <a:pt x="346986" y="1674494"/>
                    <a:pt x="349409" y="1676916"/>
                    <a:pt x="352398" y="1676916"/>
                  </a:cubicBezTo>
                  <a:cubicBezTo>
                    <a:pt x="355388" y="1676916"/>
                    <a:pt x="357810" y="1674494"/>
                    <a:pt x="357810" y="1671504"/>
                  </a:cubicBezTo>
                  <a:lnTo>
                    <a:pt x="357810" y="1350224"/>
                  </a:lnTo>
                  <a:cubicBezTo>
                    <a:pt x="466771" y="1371393"/>
                    <a:pt x="575051" y="1395266"/>
                    <a:pt x="682652" y="1421847"/>
                  </a:cubicBezTo>
                  <a:lnTo>
                    <a:pt x="682652" y="1743063"/>
                  </a:lnTo>
                  <a:cubicBezTo>
                    <a:pt x="682652" y="1746053"/>
                    <a:pt x="685074" y="1748475"/>
                    <a:pt x="688064" y="1748475"/>
                  </a:cubicBezTo>
                  <a:cubicBezTo>
                    <a:pt x="691042" y="1748479"/>
                    <a:pt x="693468" y="1746077"/>
                    <a:pt x="693488" y="1743099"/>
                  </a:cubicBezTo>
                  <a:lnTo>
                    <a:pt x="693488" y="1424607"/>
                  </a:lnTo>
                  <a:cubicBezTo>
                    <a:pt x="801362" y="1451474"/>
                    <a:pt x="908488" y="1480985"/>
                    <a:pt x="1014861" y="1513131"/>
                  </a:cubicBezTo>
                  <a:lnTo>
                    <a:pt x="1014861" y="1833736"/>
                  </a:lnTo>
                  <a:cubicBezTo>
                    <a:pt x="1014865" y="1836721"/>
                    <a:pt x="1017288" y="1839144"/>
                    <a:pt x="1020273" y="1839144"/>
                  </a:cubicBezTo>
                  <a:cubicBezTo>
                    <a:pt x="1023259" y="1839144"/>
                    <a:pt x="1025681" y="1836721"/>
                    <a:pt x="1025685" y="1833736"/>
                  </a:cubicBezTo>
                  <a:lnTo>
                    <a:pt x="1025685" y="1516378"/>
                  </a:lnTo>
                  <a:cubicBezTo>
                    <a:pt x="1132199" y="1548915"/>
                    <a:pt x="1237836" y="1584236"/>
                    <a:pt x="1342592" y="1622345"/>
                  </a:cubicBezTo>
                  <a:lnTo>
                    <a:pt x="1342592" y="1943702"/>
                  </a:lnTo>
                  <a:cubicBezTo>
                    <a:pt x="1342592" y="1946692"/>
                    <a:pt x="1345014" y="1949114"/>
                    <a:pt x="1348004" y="1949114"/>
                  </a:cubicBezTo>
                  <a:cubicBezTo>
                    <a:pt x="1350994" y="1949110"/>
                    <a:pt x="1353412" y="1946692"/>
                    <a:pt x="1353416" y="1943702"/>
                  </a:cubicBezTo>
                  <a:lnTo>
                    <a:pt x="1353416" y="1626224"/>
                  </a:lnTo>
                  <a:cubicBezTo>
                    <a:pt x="1458304" y="1664394"/>
                    <a:pt x="1562251" y="1705244"/>
                    <a:pt x="1665261" y="1748777"/>
                  </a:cubicBezTo>
                  <a:lnTo>
                    <a:pt x="1665261" y="2072693"/>
                  </a:lnTo>
                  <a:cubicBezTo>
                    <a:pt x="1665261" y="2075683"/>
                    <a:pt x="1667683" y="2078105"/>
                    <a:pt x="1670673" y="2078105"/>
                  </a:cubicBezTo>
                  <a:cubicBezTo>
                    <a:pt x="1673662" y="2078105"/>
                    <a:pt x="1676085" y="2075683"/>
                    <a:pt x="1676085" y="2072693"/>
                  </a:cubicBezTo>
                  <a:lnTo>
                    <a:pt x="1676085" y="1753404"/>
                  </a:lnTo>
                  <a:cubicBezTo>
                    <a:pt x="1780027" y="1797554"/>
                    <a:pt x="1882973" y="1844318"/>
                    <a:pt x="1984916" y="1893702"/>
                  </a:cubicBezTo>
                  <a:cubicBezTo>
                    <a:pt x="1985652" y="1894064"/>
                    <a:pt x="1986461" y="1894254"/>
                    <a:pt x="1987282" y="1894250"/>
                  </a:cubicBezTo>
                  <a:cubicBezTo>
                    <a:pt x="1989354" y="1894258"/>
                    <a:pt x="1991245" y="1893075"/>
                    <a:pt x="1992146" y="1891208"/>
                  </a:cubicBezTo>
                  <a:cubicBezTo>
                    <a:pt x="1993462" y="1888528"/>
                    <a:pt x="1992356" y="1885289"/>
                    <a:pt x="1989676" y="1883977"/>
                  </a:cubicBezTo>
                  <a:cubicBezTo>
                    <a:pt x="1989668" y="1883973"/>
                    <a:pt x="1989660" y="1883969"/>
                    <a:pt x="1989652" y="1883965"/>
                  </a:cubicBezTo>
                  <a:cubicBezTo>
                    <a:pt x="1886260" y="1833663"/>
                    <a:pt x="1781742" y="1786223"/>
                    <a:pt x="1676101" y="1741647"/>
                  </a:cubicBezTo>
                  <a:lnTo>
                    <a:pt x="1676101" y="1421493"/>
                  </a:lnTo>
                  <a:cubicBezTo>
                    <a:pt x="1780040" y="1465642"/>
                    <a:pt x="1882985" y="1512411"/>
                    <a:pt x="1984932" y="1561795"/>
                  </a:cubicBezTo>
                  <a:close/>
                  <a:moveTo>
                    <a:pt x="1665265" y="1405104"/>
                  </a:moveTo>
                  <a:cubicBezTo>
                    <a:pt x="1562255" y="1361647"/>
                    <a:pt x="1458309" y="1320882"/>
                    <a:pt x="1353420" y="1282813"/>
                  </a:cubicBezTo>
                  <a:lnTo>
                    <a:pt x="1353420" y="962401"/>
                  </a:lnTo>
                  <a:cubicBezTo>
                    <a:pt x="1458309" y="1000571"/>
                    <a:pt x="1562255" y="1041421"/>
                    <a:pt x="1665265" y="1084954"/>
                  </a:cubicBezTo>
                  <a:close/>
                  <a:moveTo>
                    <a:pt x="1025673" y="852552"/>
                  </a:moveTo>
                  <a:cubicBezTo>
                    <a:pt x="1132187" y="885092"/>
                    <a:pt x="1237824" y="920413"/>
                    <a:pt x="1342580" y="958518"/>
                  </a:cubicBezTo>
                  <a:lnTo>
                    <a:pt x="1342580" y="1278938"/>
                  </a:lnTo>
                  <a:cubicBezTo>
                    <a:pt x="1237784" y="1241078"/>
                    <a:pt x="1132147" y="1205801"/>
                    <a:pt x="1025673" y="1173112"/>
                  </a:cubicBezTo>
                  <a:close/>
                  <a:moveTo>
                    <a:pt x="1014849" y="1169941"/>
                  </a:moveTo>
                  <a:cubicBezTo>
                    <a:pt x="908528" y="1137710"/>
                    <a:pt x="801410" y="1108240"/>
                    <a:pt x="693488" y="1081530"/>
                  </a:cubicBezTo>
                  <a:lnTo>
                    <a:pt x="693488" y="760777"/>
                  </a:lnTo>
                  <a:cubicBezTo>
                    <a:pt x="801358" y="787644"/>
                    <a:pt x="908484" y="817150"/>
                    <a:pt x="1014861" y="849300"/>
                  </a:cubicBezTo>
                  <a:close/>
                  <a:moveTo>
                    <a:pt x="1665265" y="753039"/>
                  </a:moveTo>
                  <a:lnTo>
                    <a:pt x="1665265" y="1073185"/>
                  </a:lnTo>
                  <a:cubicBezTo>
                    <a:pt x="1562255" y="1029728"/>
                    <a:pt x="1458309" y="988967"/>
                    <a:pt x="1353420" y="950897"/>
                  </a:cubicBezTo>
                  <a:lnTo>
                    <a:pt x="1353420" y="630482"/>
                  </a:lnTo>
                  <a:cubicBezTo>
                    <a:pt x="1458288" y="668656"/>
                    <a:pt x="1562235" y="709505"/>
                    <a:pt x="1665265" y="753039"/>
                  </a:cubicBezTo>
                  <a:close/>
                  <a:moveTo>
                    <a:pt x="1342580" y="626595"/>
                  </a:moveTo>
                  <a:lnTo>
                    <a:pt x="1342580" y="947006"/>
                  </a:lnTo>
                  <a:cubicBezTo>
                    <a:pt x="1237784" y="909150"/>
                    <a:pt x="1132147" y="873874"/>
                    <a:pt x="1025673" y="841180"/>
                  </a:cubicBezTo>
                  <a:lnTo>
                    <a:pt x="1025673" y="520608"/>
                  </a:lnTo>
                  <a:cubicBezTo>
                    <a:pt x="1132187" y="553161"/>
                    <a:pt x="1237824" y="588490"/>
                    <a:pt x="1342580" y="626595"/>
                  </a:cubicBezTo>
                  <a:close/>
                  <a:moveTo>
                    <a:pt x="1014849" y="517369"/>
                  </a:moveTo>
                  <a:lnTo>
                    <a:pt x="1014849" y="838001"/>
                  </a:lnTo>
                  <a:cubicBezTo>
                    <a:pt x="908528" y="805787"/>
                    <a:pt x="801410" y="776325"/>
                    <a:pt x="693488" y="749615"/>
                  </a:cubicBezTo>
                  <a:lnTo>
                    <a:pt x="693488" y="428845"/>
                  </a:lnTo>
                  <a:cubicBezTo>
                    <a:pt x="801354" y="455724"/>
                    <a:pt x="908476" y="485231"/>
                    <a:pt x="1014849" y="517369"/>
                  </a:cubicBezTo>
                  <a:close/>
                  <a:moveTo>
                    <a:pt x="357810" y="354489"/>
                  </a:moveTo>
                  <a:cubicBezTo>
                    <a:pt x="466771" y="375663"/>
                    <a:pt x="575051" y="399544"/>
                    <a:pt x="682652" y="426133"/>
                  </a:cubicBezTo>
                  <a:lnTo>
                    <a:pt x="682652" y="746887"/>
                  </a:lnTo>
                  <a:cubicBezTo>
                    <a:pt x="575084" y="720329"/>
                    <a:pt x="466803" y="696496"/>
                    <a:pt x="357810" y="675392"/>
                  </a:cubicBezTo>
                  <a:close/>
                  <a:moveTo>
                    <a:pt x="357810" y="686405"/>
                  </a:moveTo>
                  <a:cubicBezTo>
                    <a:pt x="466783" y="707574"/>
                    <a:pt x="575064" y="731455"/>
                    <a:pt x="682652" y="758049"/>
                  </a:cubicBezTo>
                  <a:lnTo>
                    <a:pt x="682652" y="1078802"/>
                  </a:lnTo>
                  <a:cubicBezTo>
                    <a:pt x="575084" y="1052245"/>
                    <a:pt x="466803" y="1028412"/>
                    <a:pt x="357810" y="1007307"/>
                  </a:cubicBezTo>
                  <a:close/>
                  <a:moveTo>
                    <a:pt x="357810" y="1339222"/>
                  </a:moveTo>
                  <a:lnTo>
                    <a:pt x="357810" y="1018332"/>
                  </a:lnTo>
                  <a:cubicBezTo>
                    <a:pt x="466783" y="1039497"/>
                    <a:pt x="575064" y="1063371"/>
                    <a:pt x="682652" y="1089956"/>
                  </a:cubicBezTo>
                  <a:lnTo>
                    <a:pt x="682652" y="1410709"/>
                  </a:lnTo>
                  <a:cubicBezTo>
                    <a:pt x="575064" y="1384164"/>
                    <a:pt x="466783" y="1360335"/>
                    <a:pt x="357810" y="1339222"/>
                  </a:cubicBezTo>
                  <a:close/>
                  <a:moveTo>
                    <a:pt x="693488" y="1413445"/>
                  </a:moveTo>
                  <a:lnTo>
                    <a:pt x="693488" y="1092692"/>
                  </a:lnTo>
                  <a:cubicBezTo>
                    <a:pt x="801358" y="1119559"/>
                    <a:pt x="908484" y="1149066"/>
                    <a:pt x="1014861" y="1181216"/>
                  </a:cubicBezTo>
                  <a:lnTo>
                    <a:pt x="1014861" y="1501848"/>
                  </a:lnTo>
                  <a:cubicBezTo>
                    <a:pt x="908532" y="1469622"/>
                    <a:pt x="801410" y="1440155"/>
                    <a:pt x="693488" y="1413445"/>
                  </a:cubicBezTo>
                  <a:close/>
                  <a:moveTo>
                    <a:pt x="1025685" y="1505027"/>
                  </a:moveTo>
                  <a:lnTo>
                    <a:pt x="1025685" y="1184455"/>
                  </a:lnTo>
                  <a:cubicBezTo>
                    <a:pt x="1132199" y="1216995"/>
                    <a:pt x="1237836" y="1252316"/>
                    <a:pt x="1342592" y="1290422"/>
                  </a:cubicBezTo>
                  <a:lnTo>
                    <a:pt x="1342592" y="1610837"/>
                  </a:lnTo>
                  <a:cubicBezTo>
                    <a:pt x="1237788" y="1572981"/>
                    <a:pt x="1132147" y="1537713"/>
                    <a:pt x="1025673" y="1505027"/>
                  </a:cubicBezTo>
                  <a:close/>
                  <a:moveTo>
                    <a:pt x="1665277" y="1737019"/>
                  </a:moveTo>
                  <a:cubicBezTo>
                    <a:pt x="1562284" y="1693562"/>
                    <a:pt x="1458337" y="1652797"/>
                    <a:pt x="1353432" y="1614728"/>
                  </a:cubicBezTo>
                  <a:lnTo>
                    <a:pt x="1353432" y="1294313"/>
                  </a:lnTo>
                  <a:cubicBezTo>
                    <a:pt x="1458320" y="1332483"/>
                    <a:pt x="1562267" y="1373332"/>
                    <a:pt x="1665277" y="14168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44"/>
            <p:cNvSpPr/>
            <p:nvPr/>
          </p:nvSpPr>
          <p:spPr>
            <a:xfrm>
              <a:off x="6965512" y="1232029"/>
              <a:ext cx="1067846" cy="924896"/>
            </a:xfrm>
            <a:custGeom>
              <a:avLst/>
              <a:gdLst/>
              <a:ahLst/>
              <a:cxnLst/>
              <a:rect l="l" t="t" r="r" b="b"/>
              <a:pathLst>
                <a:path w="1729305" h="1497808" extrusionOk="0">
                  <a:moveTo>
                    <a:pt x="433714" y="1045718"/>
                  </a:moveTo>
                  <a:cubicBezTo>
                    <a:pt x="400236" y="1038073"/>
                    <a:pt x="383348" y="1034452"/>
                    <a:pt x="349870" y="1027245"/>
                  </a:cubicBezTo>
                  <a:lnTo>
                    <a:pt x="349870" y="530816"/>
                  </a:lnTo>
                  <a:cubicBezTo>
                    <a:pt x="383348" y="537886"/>
                    <a:pt x="400236" y="541640"/>
                    <a:pt x="433714" y="549286"/>
                  </a:cubicBezTo>
                  <a:close/>
                  <a:moveTo>
                    <a:pt x="766784" y="288672"/>
                  </a:moveTo>
                  <a:cubicBezTo>
                    <a:pt x="733592" y="279868"/>
                    <a:pt x="716998" y="274528"/>
                    <a:pt x="683805" y="265439"/>
                  </a:cubicBezTo>
                  <a:lnTo>
                    <a:pt x="683805" y="1108361"/>
                  </a:lnTo>
                  <a:cubicBezTo>
                    <a:pt x="716998" y="1117310"/>
                    <a:pt x="733592" y="1122215"/>
                    <a:pt x="766784" y="1131739"/>
                  </a:cubicBezTo>
                  <a:close/>
                  <a:moveTo>
                    <a:pt x="1095690" y="393718"/>
                  </a:moveTo>
                  <a:cubicBezTo>
                    <a:pt x="1063097" y="382318"/>
                    <a:pt x="1046769" y="376689"/>
                    <a:pt x="1013866" y="365724"/>
                  </a:cubicBezTo>
                  <a:lnTo>
                    <a:pt x="1013866" y="1207906"/>
                  </a:lnTo>
                  <a:cubicBezTo>
                    <a:pt x="1046769" y="1219740"/>
                    <a:pt x="1063077" y="1225208"/>
                    <a:pt x="1095690" y="1236768"/>
                  </a:cubicBezTo>
                  <a:close/>
                  <a:moveTo>
                    <a:pt x="1419811" y="127467"/>
                  </a:moveTo>
                  <a:cubicBezTo>
                    <a:pt x="1387621" y="114043"/>
                    <a:pt x="1371469" y="107408"/>
                    <a:pt x="1339287" y="94564"/>
                  </a:cubicBezTo>
                  <a:lnTo>
                    <a:pt x="1339287" y="1328133"/>
                  </a:lnTo>
                  <a:cubicBezTo>
                    <a:pt x="1371478" y="1340977"/>
                    <a:pt x="1387633" y="1347616"/>
                    <a:pt x="1419811" y="1361040"/>
                  </a:cubicBezTo>
                  <a:close/>
                  <a:moveTo>
                    <a:pt x="1738022" y="44198"/>
                  </a:moveTo>
                  <a:cubicBezTo>
                    <a:pt x="1706415" y="28908"/>
                    <a:pt x="1690686" y="20965"/>
                    <a:pt x="1659083" y="6531"/>
                  </a:cubicBezTo>
                  <a:lnTo>
                    <a:pt x="1659083" y="1466672"/>
                  </a:lnTo>
                  <a:cubicBezTo>
                    <a:pt x="1690686" y="1481536"/>
                    <a:pt x="1706415" y="1489041"/>
                    <a:pt x="1738022" y="1504339"/>
                  </a:cubicBezTo>
                  <a:close/>
                  <a:moveTo>
                    <a:pt x="93284" y="335996"/>
                  </a:moveTo>
                  <a:cubicBezTo>
                    <a:pt x="59372" y="329502"/>
                    <a:pt x="42488" y="326741"/>
                    <a:pt x="8716" y="321563"/>
                  </a:cubicBezTo>
                  <a:lnTo>
                    <a:pt x="8716" y="964615"/>
                  </a:lnTo>
                  <a:cubicBezTo>
                    <a:pt x="42488" y="969809"/>
                    <a:pt x="59372" y="972554"/>
                    <a:pt x="93284" y="9781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44"/>
            <p:cNvSpPr/>
            <p:nvPr/>
          </p:nvSpPr>
          <p:spPr>
            <a:xfrm>
              <a:off x="6849760" y="784156"/>
              <a:ext cx="1244808" cy="1424778"/>
            </a:xfrm>
            <a:custGeom>
              <a:avLst/>
              <a:gdLst/>
              <a:ahLst/>
              <a:cxnLst/>
              <a:rect l="l" t="t" r="r" b="b"/>
              <a:pathLst>
                <a:path w="2015883" h="2307332" extrusionOk="0">
                  <a:moveTo>
                    <a:pt x="2004110" y="2311476"/>
                  </a:moveTo>
                  <a:cubicBezTo>
                    <a:pt x="1381986" y="2008721"/>
                    <a:pt x="716135" y="1805652"/>
                    <a:pt x="30942" y="1709697"/>
                  </a:cubicBezTo>
                  <a:cubicBezTo>
                    <a:pt x="18580" y="1708087"/>
                    <a:pt x="9187" y="1697786"/>
                    <a:pt x="8718" y="1685328"/>
                  </a:cubicBezTo>
                  <a:lnTo>
                    <a:pt x="8718" y="25727"/>
                  </a:lnTo>
                  <a:cubicBezTo>
                    <a:pt x="8561" y="15290"/>
                    <a:pt x="16889" y="6703"/>
                    <a:pt x="27324" y="6534"/>
                  </a:cubicBezTo>
                  <a:cubicBezTo>
                    <a:pt x="28538" y="6514"/>
                    <a:pt x="29751" y="6610"/>
                    <a:pt x="30946" y="6823"/>
                  </a:cubicBezTo>
                  <a:cubicBezTo>
                    <a:pt x="716139" y="102779"/>
                    <a:pt x="1381986" y="305852"/>
                    <a:pt x="2004110" y="608603"/>
                  </a:cubicBezTo>
                  <a:cubicBezTo>
                    <a:pt x="2015908" y="615138"/>
                    <a:pt x="2023613" y="627189"/>
                    <a:pt x="2024599" y="640641"/>
                  </a:cubicBezTo>
                  <a:lnTo>
                    <a:pt x="2024599" y="2300218"/>
                  </a:lnTo>
                  <a:cubicBezTo>
                    <a:pt x="2024599" y="2312197"/>
                    <a:pt x="2015365" y="2317246"/>
                    <a:pt x="2004110" y="2311476"/>
                  </a:cubicBezTo>
                  <a:close/>
                  <a:moveTo>
                    <a:pt x="53020" y="1669277"/>
                  </a:moveTo>
                  <a:cubicBezTo>
                    <a:pt x="722915" y="1765410"/>
                    <a:pt x="1374051" y="1963948"/>
                    <a:pt x="1983617" y="2257936"/>
                  </a:cubicBezTo>
                  <a:lnTo>
                    <a:pt x="1983617" y="641651"/>
                  </a:lnTo>
                  <a:cubicBezTo>
                    <a:pt x="1374051" y="347668"/>
                    <a:pt x="722915" y="149133"/>
                    <a:pt x="53020" y="530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44"/>
            <p:cNvSpPr/>
            <p:nvPr/>
          </p:nvSpPr>
          <p:spPr>
            <a:xfrm>
              <a:off x="6845306" y="779702"/>
              <a:ext cx="1253716" cy="1433682"/>
            </a:xfrm>
            <a:custGeom>
              <a:avLst/>
              <a:gdLst/>
              <a:ahLst/>
              <a:cxnLst/>
              <a:rect l="l" t="t" r="r" b="b"/>
              <a:pathLst>
                <a:path w="2030309" h="2321753" extrusionOk="0">
                  <a:moveTo>
                    <a:pt x="2020214" y="2328283"/>
                  </a:moveTo>
                  <a:cubicBezTo>
                    <a:pt x="2016339" y="2328283"/>
                    <a:pt x="2012211" y="2327241"/>
                    <a:pt x="2008106" y="2325141"/>
                  </a:cubicBezTo>
                  <a:cubicBezTo>
                    <a:pt x="1385725" y="2022285"/>
                    <a:pt x="722570" y="1820037"/>
                    <a:pt x="37159" y="1724065"/>
                  </a:cubicBezTo>
                  <a:cubicBezTo>
                    <a:pt x="21307" y="1721997"/>
                    <a:pt x="9275" y="1708771"/>
                    <a:pt x="8719" y="1692792"/>
                  </a:cubicBezTo>
                  <a:lnTo>
                    <a:pt x="8719" y="32946"/>
                  </a:lnTo>
                  <a:cubicBezTo>
                    <a:pt x="8616" y="26053"/>
                    <a:pt x="11265" y="19406"/>
                    <a:pt x="16078" y="14472"/>
                  </a:cubicBezTo>
                  <a:cubicBezTo>
                    <a:pt x="20884" y="9475"/>
                    <a:pt x="27495" y="6618"/>
                    <a:pt x="34427" y="6538"/>
                  </a:cubicBezTo>
                  <a:cubicBezTo>
                    <a:pt x="36133" y="6497"/>
                    <a:pt x="37839" y="6646"/>
                    <a:pt x="39513" y="6976"/>
                  </a:cubicBezTo>
                  <a:cubicBezTo>
                    <a:pt x="726119" y="103089"/>
                    <a:pt x="1390706" y="305771"/>
                    <a:pt x="2014480" y="609339"/>
                  </a:cubicBezTo>
                  <a:cubicBezTo>
                    <a:pt x="2028781" y="617246"/>
                    <a:pt x="2037818" y="631382"/>
                    <a:pt x="2039025" y="647336"/>
                  </a:cubicBezTo>
                  <a:lnTo>
                    <a:pt x="2039025" y="2307448"/>
                  </a:lnTo>
                  <a:cubicBezTo>
                    <a:pt x="2039025" y="2315496"/>
                    <a:pt x="2035714" y="2322135"/>
                    <a:pt x="2029952" y="2325644"/>
                  </a:cubicBezTo>
                  <a:cubicBezTo>
                    <a:pt x="2027014" y="2327412"/>
                    <a:pt x="2023642" y="2328326"/>
                    <a:pt x="2020214" y="2328283"/>
                  </a:cubicBezTo>
                  <a:close/>
                  <a:moveTo>
                    <a:pt x="34793" y="20967"/>
                  </a:moveTo>
                  <a:lnTo>
                    <a:pt x="34624" y="20967"/>
                  </a:lnTo>
                  <a:cubicBezTo>
                    <a:pt x="31533" y="21011"/>
                    <a:pt x="28588" y="22291"/>
                    <a:pt x="26448" y="24520"/>
                  </a:cubicBezTo>
                  <a:cubicBezTo>
                    <a:pt x="24276" y="26733"/>
                    <a:pt x="23088" y="29731"/>
                    <a:pt x="23152" y="32833"/>
                  </a:cubicBezTo>
                  <a:lnTo>
                    <a:pt x="23152" y="1692547"/>
                  </a:lnTo>
                  <a:cubicBezTo>
                    <a:pt x="23474" y="1701254"/>
                    <a:pt x="30186" y="1708642"/>
                    <a:pt x="39091" y="1709781"/>
                  </a:cubicBezTo>
                  <a:cubicBezTo>
                    <a:pt x="726107" y="1805958"/>
                    <a:pt x="1390706" y="2008645"/>
                    <a:pt x="2014492" y="2312212"/>
                  </a:cubicBezTo>
                  <a:lnTo>
                    <a:pt x="2014633" y="2312285"/>
                  </a:lnTo>
                  <a:cubicBezTo>
                    <a:pt x="2017832" y="2313918"/>
                    <a:pt x="2020822" y="2314341"/>
                    <a:pt x="2022455" y="2313327"/>
                  </a:cubicBezTo>
                  <a:cubicBezTo>
                    <a:pt x="2023823" y="2312494"/>
                    <a:pt x="2024612" y="2310353"/>
                    <a:pt x="2024612" y="2307448"/>
                  </a:cubicBezTo>
                  <a:lnTo>
                    <a:pt x="2024612" y="647871"/>
                  </a:lnTo>
                  <a:cubicBezTo>
                    <a:pt x="2023807" y="637329"/>
                    <a:pt x="2017522" y="627507"/>
                    <a:pt x="2007825" y="622119"/>
                  </a:cubicBezTo>
                  <a:cubicBezTo>
                    <a:pt x="1385745" y="319404"/>
                    <a:pt x="722622" y="117172"/>
                    <a:pt x="37159" y="21184"/>
                  </a:cubicBezTo>
                  <a:cubicBezTo>
                    <a:pt x="36379" y="21035"/>
                    <a:pt x="35587" y="20963"/>
                    <a:pt x="34793" y="20967"/>
                  </a:cubicBezTo>
                  <a:close/>
                  <a:moveTo>
                    <a:pt x="1998047" y="2276634"/>
                  </a:moveTo>
                  <a:lnTo>
                    <a:pt x="1987702" y="2271644"/>
                  </a:lnTo>
                  <a:cubicBezTo>
                    <a:pt x="1378071" y="1977637"/>
                    <a:pt x="729233" y="1779803"/>
                    <a:pt x="59230" y="1683646"/>
                  </a:cubicBezTo>
                  <a:lnTo>
                    <a:pt x="53045" y="1682761"/>
                  </a:lnTo>
                  <a:lnTo>
                    <a:pt x="53045" y="51886"/>
                  </a:lnTo>
                  <a:lnTo>
                    <a:pt x="61290" y="53093"/>
                  </a:lnTo>
                  <a:cubicBezTo>
                    <a:pt x="732758" y="149459"/>
                    <a:pt x="1383021" y="347732"/>
                    <a:pt x="1993975" y="642387"/>
                  </a:cubicBezTo>
                  <a:lnTo>
                    <a:pt x="1998063" y="644346"/>
                  </a:lnTo>
                  <a:close/>
                  <a:moveTo>
                    <a:pt x="67458" y="1670247"/>
                  </a:moveTo>
                  <a:cubicBezTo>
                    <a:pt x="732995" y="1766416"/>
                    <a:pt x="1377508" y="1962644"/>
                    <a:pt x="1983613" y="2253662"/>
                  </a:cubicBezTo>
                  <a:lnTo>
                    <a:pt x="1983613" y="653396"/>
                  </a:lnTo>
                  <a:cubicBezTo>
                    <a:pt x="1377677" y="361670"/>
                    <a:pt x="733052" y="164906"/>
                    <a:pt x="67478" y="68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4"/>
            <p:cNvSpPr/>
            <p:nvPr/>
          </p:nvSpPr>
          <p:spPr>
            <a:xfrm>
              <a:off x="7172670" y="1552174"/>
              <a:ext cx="58470" cy="324638"/>
            </a:xfrm>
            <a:custGeom>
              <a:avLst/>
              <a:gdLst/>
              <a:ahLst/>
              <a:cxnLst/>
              <a:rect l="l" t="t" r="r" b="b"/>
              <a:pathLst>
                <a:path w="94688" h="525729" extrusionOk="0">
                  <a:moveTo>
                    <a:pt x="97968" y="532261"/>
                  </a:moveTo>
                  <a:cubicBezTo>
                    <a:pt x="97562" y="532265"/>
                    <a:pt x="97155" y="532217"/>
                    <a:pt x="96761" y="532120"/>
                  </a:cubicBezTo>
                  <a:cubicBezTo>
                    <a:pt x="65407" y="524962"/>
                    <a:pt x="48620" y="521340"/>
                    <a:pt x="19101" y="514983"/>
                  </a:cubicBezTo>
                  <a:lnTo>
                    <a:pt x="12985" y="513659"/>
                  </a:lnTo>
                  <a:cubicBezTo>
                    <a:pt x="10494" y="513128"/>
                    <a:pt x="8712" y="510923"/>
                    <a:pt x="8716" y="508376"/>
                  </a:cubicBezTo>
                  <a:lnTo>
                    <a:pt x="8716" y="11939"/>
                  </a:lnTo>
                  <a:cubicBezTo>
                    <a:pt x="8716" y="10305"/>
                    <a:pt x="9456" y="8764"/>
                    <a:pt x="10728" y="7738"/>
                  </a:cubicBezTo>
                  <a:cubicBezTo>
                    <a:pt x="11999" y="6720"/>
                    <a:pt x="13653" y="6318"/>
                    <a:pt x="15251" y="6640"/>
                  </a:cubicBezTo>
                  <a:cubicBezTo>
                    <a:pt x="48777" y="13730"/>
                    <a:pt x="65677" y="17476"/>
                    <a:pt x="99203" y="25149"/>
                  </a:cubicBezTo>
                  <a:cubicBezTo>
                    <a:pt x="101658" y="25712"/>
                    <a:pt x="103400" y="27897"/>
                    <a:pt x="103404" y="30416"/>
                  </a:cubicBezTo>
                  <a:lnTo>
                    <a:pt x="103404" y="526853"/>
                  </a:lnTo>
                  <a:cubicBezTo>
                    <a:pt x="103404" y="528503"/>
                    <a:pt x="102652" y="530060"/>
                    <a:pt x="101360" y="531082"/>
                  </a:cubicBezTo>
                  <a:cubicBezTo>
                    <a:pt x="100398" y="531854"/>
                    <a:pt x="99199" y="532269"/>
                    <a:pt x="97968" y="532261"/>
                  </a:cubicBezTo>
                  <a:close/>
                  <a:moveTo>
                    <a:pt x="19504" y="504006"/>
                  </a:moveTo>
                  <a:lnTo>
                    <a:pt x="21351" y="504408"/>
                  </a:lnTo>
                  <a:cubicBezTo>
                    <a:pt x="48777" y="510315"/>
                    <a:pt x="65238" y="513864"/>
                    <a:pt x="92536" y="520101"/>
                  </a:cubicBezTo>
                  <a:lnTo>
                    <a:pt x="92536" y="34726"/>
                  </a:lnTo>
                  <a:cubicBezTo>
                    <a:pt x="63967" y="28215"/>
                    <a:pt x="47425" y="24537"/>
                    <a:pt x="19504" y="18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4"/>
            <p:cNvSpPr/>
            <p:nvPr/>
          </p:nvSpPr>
          <p:spPr>
            <a:xfrm>
              <a:off x="7378706" y="1388423"/>
              <a:ext cx="57925" cy="541632"/>
            </a:xfrm>
            <a:custGeom>
              <a:avLst/>
              <a:gdLst/>
              <a:ahLst/>
              <a:cxnLst/>
              <a:rect l="l" t="t" r="r" b="b"/>
              <a:pathLst>
                <a:path w="93806" h="877137" extrusionOk="0">
                  <a:moveTo>
                    <a:pt x="97107" y="883669"/>
                  </a:moveTo>
                  <a:cubicBezTo>
                    <a:pt x="96604" y="883669"/>
                    <a:pt x="96101" y="883597"/>
                    <a:pt x="95614" y="883460"/>
                  </a:cubicBezTo>
                  <a:lnTo>
                    <a:pt x="79760" y="878909"/>
                  </a:lnTo>
                  <a:cubicBezTo>
                    <a:pt x="56237" y="872129"/>
                    <a:pt x="40158" y="867505"/>
                    <a:pt x="12720" y="860106"/>
                  </a:cubicBezTo>
                  <a:cubicBezTo>
                    <a:pt x="10354" y="859474"/>
                    <a:pt x="8708" y="857325"/>
                    <a:pt x="8716" y="854875"/>
                  </a:cubicBezTo>
                  <a:lnTo>
                    <a:pt x="8716" y="11952"/>
                  </a:lnTo>
                  <a:cubicBezTo>
                    <a:pt x="8712" y="10267"/>
                    <a:pt x="9501" y="8677"/>
                    <a:pt x="10845" y="7655"/>
                  </a:cubicBezTo>
                  <a:cubicBezTo>
                    <a:pt x="12173" y="6605"/>
                    <a:pt x="13927" y="6267"/>
                    <a:pt x="15552" y="6742"/>
                  </a:cubicBezTo>
                  <a:cubicBezTo>
                    <a:pt x="30167" y="10729"/>
                    <a:pt x="41554" y="14013"/>
                    <a:pt x="52571" y="17167"/>
                  </a:cubicBezTo>
                  <a:cubicBezTo>
                    <a:pt x="66566" y="21191"/>
                    <a:pt x="79933" y="25034"/>
                    <a:pt x="98499" y="29963"/>
                  </a:cubicBezTo>
                  <a:cubicBezTo>
                    <a:pt x="100873" y="30591"/>
                    <a:pt x="102523" y="32739"/>
                    <a:pt x="102523" y="35194"/>
                  </a:cubicBezTo>
                  <a:lnTo>
                    <a:pt x="102523" y="878257"/>
                  </a:lnTo>
                  <a:cubicBezTo>
                    <a:pt x="102519" y="879959"/>
                    <a:pt x="101722" y="881561"/>
                    <a:pt x="100366" y="882587"/>
                  </a:cubicBezTo>
                  <a:cubicBezTo>
                    <a:pt x="99425" y="883287"/>
                    <a:pt x="98282" y="883665"/>
                    <a:pt x="97107" y="883669"/>
                  </a:cubicBezTo>
                  <a:close/>
                  <a:moveTo>
                    <a:pt x="19540" y="850734"/>
                  </a:moveTo>
                  <a:cubicBezTo>
                    <a:pt x="44653" y="857526"/>
                    <a:pt x="60337" y="862053"/>
                    <a:pt x="82746" y="868491"/>
                  </a:cubicBezTo>
                  <a:lnTo>
                    <a:pt x="91695" y="871070"/>
                  </a:lnTo>
                  <a:lnTo>
                    <a:pt x="91695" y="39351"/>
                  </a:lnTo>
                  <a:cubicBezTo>
                    <a:pt x="75093" y="34924"/>
                    <a:pt x="62607" y="31303"/>
                    <a:pt x="49570" y="27569"/>
                  </a:cubicBezTo>
                  <a:cubicBezTo>
                    <a:pt x="40383" y="24933"/>
                    <a:pt x="30927" y="22213"/>
                    <a:pt x="19540" y="190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44"/>
            <p:cNvSpPr/>
            <p:nvPr/>
          </p:nvSpPr>
          <p:spPr>
            <a:xfrm>
              <a:off x="7582353" y="1450317"/>
              <a:ext cx="57210" cy="544556"/>
            </a:xfrm>
            <a:custGeom>
              <a:avLst/>
              <a:gdLst/>
              <a:ahLst/>
              <a:cxnLst/>
              <a:rect l="l" t="t" r="r" b="b"/>
              <a:pathLst>
                <a:path w="92648" h="881872" extrusionOk="0">
                  <a:moveTo>
                    <a:pt x="95948" y="888403"/>
                  </a:moveTo>
                  <a:cubicBezTo>
                    <a:pt x="95332" y="888407"/>
                    <a:pt x="94725" y="888298"/>
                    <a:pt x="94145" y="888093"/>
                  </a:cubicBezTo>
                  <a:lnTo>
                    <a:pt x="61553" y="876650"/>
                  </a:lnTo>
                  <a:cubicBezTo>
                    <a:pt x="46318" y="871322"/>
                    <a:pt x="32408" y="866461"/>
                    <a:pt x="12297" y="859218"/>
                  </a:cubicBezTo>
                  <a:cubicBezTo>
                    <a:pt x="10153" y="858446"/>
                    <a:pt x="8720" y="856410"/>
                    <a:pt x="8716" y="854128"/>
                  </a:cubicBezTo>
                  <a:lnTo>
                    <a:pt x="8716" y="11947"/>
                  </a:lnTo>
                  <a:cubicBezTo>
                    <a:pt x="8720" y="10208"/>
                    <a:pt x="9553" y="8575"/>
                    <a:pt x="10957" y="7549"/>
                  </a:cubicBezTo>
                  <a:cubicBezTo>
                    <a:pt x="12370" y="6531"/>
                    <a:pt x="14184" y="6257"/>
                    <a:pt x="15834" y="6816"/>
                  </a:cubicBezTo>
                  <a:cubicBezTo>
                    <a:pt x="48769" y="17781"/>
                    <a:pt x="65090" y="23418"/>
                    <a:pt x="97743" y="34818"/>
                  </a:cubicBezTo>
                  <a:cubicBezTo>
                    <a:pt x="99912" y="35582"/>
                    <a:pt x="101364" y="37635"/>
                    <a:pt x="101364" y="39936"/>
                  </a:cubicBezTo>
                  <a:lnTo>
                    <a:pt x="101364" y="882999"/>
                  </a:lnTo>
                  <a:cubicBezTo>
                    <a:pt x="101360" y="884758"/>
                    <a:pt x="100511" y="886403"/>
                    <a:pt x="99083" y="887425"/>
                  </a:cubicBezTo>
                  <a:cubicBezTo>
                    <a:pt x="98161" y="888061"/>
                    <a:pt x="97067" y="888403"/>
                    <a:pt x="95948" y="888403"/>
                  </a:cubicBezTo>
                  <a:close/>
                  <a:moveTo>
                    <a:pt x="19536" y="850326"/>
                  </a:moveTo>
                  <a:cubicBezTo>
                    <a:pt x="37716" y="856848"/>
                    <a:pt x="50837" y="861444"/>
                    <a:pt x="65114" y="866421"/>
                  </a:cubicBezTo>
                  <a:lnTo>
                    <a:pt x="90536" y="875342"/>
                  </a:lnTo>
                  <a:lnTo>
                    <a:pt x="90536" y="43775"/>
                  </a:lnTo>
                  <a:cubicBezTo>
                    <a:pt x="62659" y="34037"/>
                    <a:pt x="46652" y="28513"/>
                    <a:pt x="19536" y="194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44"/>
            <p:cNvSpPr/>
            <p:nvPr/>
          </p:nvSpPr>
          <p:spPr>
            <a:xfrm>
              <a:off x="7783125" y="1283008"/>
              <a:ext cx="56407" cy="788731"/>
            </a:xfrm>
            <a:custGeom>
              <a:avLst/>
              <a:gdLst/>
              <a:ahLst/>
              <a:cxnLst/>
              <a:rect l="l" t="t" r="r" b="b"/>
              <a:pathLst>
                <a:path w="91348" h="1277297" extrusionOk="0">
                  <a:moveTo>
                    <a:pt x="94652" y="1283829"/>
                  </a:moveTo>
                  <a:cubicBezTo>
                    <a:pt x="93936" y="1283833"/>
                    <a:pt x="93228" y="1283696"/>
                    <a:pt x="92568" y="1283426"/>
                  </a:cubicBezTo>
                  <a:cubicBezTo>
                    <a:pt x="60410" y="1270023"/>
                    <a:pt x="44258" y="1263400"/>
                    <a:pt x="12124" y="1250560"/>
                  </a:cubicBezTo>
                  <a:cubicBezTo>
                    <a:pt x="10068" y="1249735"/>
                    <a:pt x="8720" y="1247743"/>
                    <a:pt x="8716" y="1245530"/>
                  </a:cubicBezTo>
                  <a:lnTo>
                    <a:pt x="8716" y="11945"/>
                  </a:lnTo>
                  <a:cubicBezTo>
                    <a:pt x="8716" y="10150"/>
                    <a:pt x="9609" y="8468"/>
                    <a:pt x="11098" y="7463"/>
                  </a:cubicBezTo>
                  <a:cubicBezTo>
                    <a:pt x="12579" y="6460"/>
                    <a:pt x="14462" y="6251"/>
                    <a:pt x="16128" y="6911"/>
                  </a:cubicBezTo>
                  <a:cubicBezTo>
                    <a:pt x="48318" y="19763"/>
                    <a:pt x="64522" y="26419"/>
                    <a:pt x="96741" y="39846"/>
                  </a:cubicBezTo>
                  <a:cubicBezTo>
                    <a:pt x="98757" y="40683"/>
                    <a:pt x="100068" y="42655"/>
                    <a:pt x="100064" y="44836"/>
                  </a:cubicBezTo>
                  <a:lnTo>
                    <a:pt x="100064" y="1278417"/>
                  </a:lnTo>
                  <a:cubicBezTo>
                    <a:pt x="100060" y="1280227"/>
                    <a:pt x="99155" y="1281917"/>
                    <a:pt x="97650" y="1282923"/>
                  </a:cubicBezTo>
                  <a:cubicBezTo>
                    <a:pt x="96761" y="1283511"/>
                    <a:pt x="95719" y="1283829"/>
                    <a:pt x="94652" y="1283829"/>
                  </a:cubicBezTo>
                  <a:close/>
                  <a:moveTo>
                    <a:pt x="19540" y="1241844"/>
                  </a:moveTo>
                  <a:cubicBezTo>
                    <a:pt x="47007" y="1252837"/>
                    <a:pt x="62876" y="1259320"/>
                    <a:pt x="89240" y="1270296"/>
                  </a:cubicBezTo>
                  <a:lnTo>
                    <a:pt x="89240" y="48445"/>
                  </a:lnTo>
                  <a:cubicBezTo>
                    <a:pt x="61746" y="36985"/>
                    <a:pt x="45908" y="30475"/>
                    <a:pt x="19540" y="199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44"/>
            <p:cNvSpPr/>
            <p:nvPr/>
          </p:nvSpPr>
          <p:spPr>
            <a:xfrm>
              <a:off x="7980447" y="1228691"/>
              <a:ext cx="55426" cy="931577"/>
            </a:xfrm>
            <a:custGeom>
              <a:avLst/>
              <a:gdLst/>
              <a:ahLst/>
              <a:cxnLst/>
              <a:rect l="l" t="t" r="r" b="b"/>
              <a:pathLst>
                <a:path w="89758" h="1508626" extrusionOk="0">
                  <a:moveTo>
                    <a:pt x="93051" y="1515158"/>
                  </a:moveTo>
                  <a:cubicBezTo>
                    <a:pt x="92238" y="1515155"/>
                    <a:pt x="91433" y="1514972"/>
                    <a:pt x="90697" y="1514623"/>
                  </a:cubicBezTo>
                  <a:cubicBezTo>
                    <a:pt x="59098" y="1499332"/>
                    <a:pt x="43385" y="1491832"/>
                    <a:pt x="11831" y="1476992"/>
                  </a:cubicBezTo>
                  <a:cubicBezTo>
                    <a:pt x="9931" y="1476099"/>
                    <a:pt x="8720" y="1474190"/>
                    <a:pt x="8716" y="1472091"/>
                  </a:cubicBezTo>
                  <a:lnTo>
                    <a:pt x="8716" y="11938"/>
                  </a:lnTo>
                  <a:cubicBezTo>
                    <a:pt x="8712" y="10099"/>
                    <a:pt x="9646" y="8385"/>
                    <a:pt x="11195" y="7387"/>
                  </a:cubicBezTo>
                  <a:cubicBezTo>
                    <a:pt x="12748" y="6393"/>
                    <a:pt x="14703" y="6256"/>
                    <a:pt x="16381" y="7021"/>
                  </a:cubicBezTo>
                  <a:cubicBezTo>
                    <a:pt x="40524" y="18042"/>
                    <a:pt x="55412" y="25285"/>
                    <a:pt x="75149" y="34898"/>
                  </a:cubicBezTo>
                  <a:lnTo>
                    <a:pt x="95417" y="44732"/>
                  </a:lnTo>
                  <a:cubicBezTo>
                    <a:pt x="97288" y="45637"/>
                    <a:pt x="98475" y="47533"/>
                    <a:pt x="98475" y="49609"/>
                  </a:cubicBezTo>
                  <a:lnTo>
                    <a:pt x="98475" y="1509746"/>
                  </a:lnTo>
                  <a:cubicBezTo>
                    <a:pt x="98475" y="1511608"/>
                    <a:pt x="97513" y="1513338"/>
                    <a:pt x="95936" y="1514325"/>
                  </a:cubicBezTo>
                  <a:cubicBezTo>
                    <a:pt x="95071" y="1514870"/>
                    <a:pt x="94073" y="1515159"/>
                    <a:pt x="93051" y="1515158"/>
                  </a:cubicBezTo>
                  <a:close/>
                  <a:moveTo>
                    <a:pt x="19528" y="1468651"/>
                  </a:moveTo>
                  <a:cubicBezTo>
                    <a:pt x="46487" y="1481334"/>
                    <a:pt x="61947" y="1488706"/>
                    <a:pt x="87639" y="1501119"/>
                  </a:cubicBezTo>
                  <a:lnTo>
                    <a:pt x="87639" y="52993"/>
                  </a:lnTo>
                  <a:lnTo>
                    <a:pt x="70405" y="44607"/>
                  </a:lnTo>
                  <a:cubicBezTo>
                    <a:pt x="52918" y="36109"/>
                    <a:pt x="39249" y="29458"/>
                    <a:pt x="19532" y="20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44"/>
            <p:cNvSpPr/>
            <p:nvPr/>
          </p:nvSpPr>
          <p:spPr>
            <a:xfrm>
              <a:off x="6913237" y="1263557"/>
              <a:ext cx="1071396" cy="869915"/>
            </a:xfrm>
            <a:custGeom>
              <a:avLst/>
              <a:gdLst/>
              <a:ahLst/>
              <a:cxnLst/>
              <a:rect l="l" t="t" r="r" b="b"/>
              <a:pathLst>
                <a:path w="1735055" h="1408769" extrusionOk="0">
                  <a:moveTo>
                    <a:pt x="434000" y="976147"/>
                  </a:moveTo>
                  <a:cubicBezTo>
                    <a:pt x="400377" y="968932"/>
                    <a:pt x="383638" y="965467"/>
                    <a:pt x="350011" y="958844"/>
                  </a:cubicBezTo>
                  <a:lnTo>
                    <a:pt x="350011" y="381586"/>
                  </a:lnTo>
                  <a:cubicBezTo>
                    <a:pt x="383638" y="388370"/>
                    <a:pt x="400377" y="391830"/>
                    <a:pt x="434000" y="398888"/>
                  </a:cubicBezTo>
                  <a:close/>
                  <a:moveTo>
                    <a:pt x="768515" y="449121"/>
                  </a:moveTo>
                  <a:cubicBezTo>
                    <a:pt x="735322" y="440031"/>
                    <a:pt x="718728" y="435702"/>
                    <a:pt x="685391" y="427043"/>
                  </a:cubicBezTo>
                  <a:lnTo>
                    <a:pt x="685391" y="1035172"/>
                  </a:lnTo>
                  <a:cubicBezTo>
                    <a:pt x="718728" y="1043831"/>
                    <a:pt x="735322" y="1048301"/>
                    <a:pt x="768515" y="1057250"/>
                  </a:cubicBezTo>
                  <a:close/>
                  <a:moveTo>
                    <a:pt x="1098555" y="597197"/>
                  </a:moveTo>
                  <a:cubicBezTo>
                    <a:pt x="1065797" y="586232"/>
                    <a:pt x="1049344" y="580893"/>
                    <a:pt x="1016586" y="570354"/>
                  </a:cubicBezTo>
                  <a:lnTo>
                    <a:pt x="1016586" y="1130717"/>
                  </a:lnTo>
                  <a:cubicBezTo>
                    <a:pt x="1049344" y="1141251"/>
                    <a:pt x="1065797" y="1146591"/>
                    <a:pt x="1098555" y="1157560"/>
                  </a:cubicBezTo>
                  <a:close/>
                  <a:moveTo>
                    <a:pt x="1423976" y="116642"/>
                  </a:moveTo>
                  <a:cubicBezTo>
                    <a:pt x="1391649" y="103798"/>
                    <a:pt x="1375489" y="97449"/>
                    <a:pt x="1343162" y="85039"/>
                  </a:cubicBezTo>
                  <a:lnTo>
                    <a:pt x="1343162" y="1245444"/>
                  </a:lnTo>
                  <a:cubicBezTo>
                    <a:pt x="1375489" y="1257853"/>
                    <a:pt x="1391653" y="1264207"/>
                    <a:pt x="1423976" y="1277047"/>
                  </a:cubicBezTo>
                  <a:close/>
                  <a:moveTo>
                    <a:pt x="1743772" y="42898"/>
                  </a:moveTo>
                  <a:cubicBezTo>
                    <a:pt x="1712020" y="28179"/>
                    <a:pt x="1696146" y="20965"/>
                    <a:pt x="1664398" y="6531"/>
                  </a:cubicBezTo>
                  <a:lnTo>
                    <a:pt x="1664398" y="1378933"/>
                  </a:lnTo>
                  <a:cubicBezTo>
                    <a:pt x="1696146" y="1393218"/>
                    <a:pt x="1712020" y="1400867"/>
                    <a:pt x="1743772" y="1415300"/>
                  </a:cubicBezTo>
                  <a:close/>
                  <a:moveTo>
                    <a:pt x="93425" y="417514"/>
                  </a:moveTo>
                  <a:cubicBezTo>
                    <a:pt x="59512" y="412319"/>
                    <a:pt x="42629" y="409869"/>
                    <a:pt x="8716" y="405105"/>
                  </a:cubicBezTo>
                  <a:lnTo>
                    <a:pt x="8716" y="900958"/>
                  </a:lnTo>
                  <a:cubicBezTo>
                    <a:pt x="42629" y="905718"/>
                    <a:pt x="59512" y="908317"/>
                    <a:pt x="93425" y="9135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44"/>
            <p:cNvSpPr/>
            <p:nvPr/>
          </p:nvSpPr>
          <p:spPr>
            <a:xfrm>
              <a:off x="6909915" y="1260214"/>
              <a:ext cx="1078051" cy="876594"/>
            </a:xfrm>
            <a:custGeom>
              <a:avLst/>
              <a:gdLst/>
              <a:ahLst/>
              <a:cxnLst/>
              <a:rect l="l" t="t" r="r" b="b"/>
              <a:pathLst>
                <a:path w="1745831" h="1419586" extrusionOk="0">
                  <a:moveTo>
                    <a:pt x="439384" y="986992"/>
                  </a:moveTo>
                  <a:cubicBezTo>
                    <a:pt x="438997" y="986992"/>
                    <a:pt x="438615" y="986948"/>
                    <a:pt x="438241" y="986864"/>
                  </a:cubicBezTo>
                  <a:cubicBezTo>
                    <a:pt x="404674" y="979661"/>
                    <a:pt x="387943" y="976197"/>
                    <a:pt x="354361" y="969561"/>
                  </a:cubicBezTo>
                  <a:cubicBezTo>
                    <a:pt x="351826" y="969054"/>
                    <a:pt x="349999" y="966833"/>
                    <a:pt x="349991" y="964246"/>
                  </a:cubicBezTo>
                  <a:lnTo>
                    <a:pt x="349991" y="387003"/>
                  </a:lnTo>
                  <a:cubicBezTo>
                    <a:pt x="349991" y="385382"/>
                    <a:pt x="350723" y="383845"/>
                    <a:pt x="351979" y="382819"/>
                  </a:cubicBezTo>
                  <a:cubicBezTo>
                    <a:pt x="353206" y="381740"/>
                    <a:pt x="354884" y="381322"/>
                    <a:pt x="356473" y="381704"/>
                  </a:cubicBezTo>
                  <a:cubicBezTo>
                    <a:pt x="390116" y="388480"/>
                    <a:pt x="406855" y="391949"/>
                    <a:pt x="440498" y="399006"/>
                  </a:cubicBezTo>
                  <a:cubicBezTo>
                    <a:pt x="443005" y="399533"/>
                    <a:pt x="444796" y="401747"/>
                    <a:pt x="444796" y="404306"/>
                  </a:cubicBezTo>
                  <a:lnTo>
                    <a:pt x="444796" y="981552"/>
                  </a:lnTo>
                  <a:cubicBezTo>
                    <a:pt x="444800" y="983190"/>
                    <a:pt x="444059" y="984739"/>
                    <a:pt x="442784" y="985765"/>
                  </a:cubicBezTo>
                  <a:cubicBezTo>
                    <a:pt x="441822" y="986550"/>
                    <a:pt x="440623" y="986980"/>
                    <a:pt x="439384" y="986992"/>
                  </a:cubicBezTo>
                  <a:close/>
                  <a:moveTo>
                    <a:pt x="360815" y="959808"/>
                  </a:moveTo>
                  <a:cubicBezTo>
                    <a:pt x="389464" y="965485"/>
                    <a:pt x="405942" y="968881"/>
                    <a:pt x="433972" y="974885"/>
                  </a:cubicBezTo>
                  <a:lnTo>
                    <a:pt x="433972" y="408736"/>
                  </a:lnTo>
                  <a:cubicBezTo>
                    <a:pt x="405306" y="402700"/>
                    <a:pt x="388861" y="399292"/>
                    <a:pt x="360815" y="393627"/>
                  </a:cubicBezTo>
                  <a:close/>
                  <a:moveTo>
                    <a:pt x="773907" y="1068096"/>
                  </a:moveTo>
                  <a:cubicBezTo>
                    <a:pt x="773432" y="1068100"/>
                    <a:pt x="772957" y="1068036"/>
                    <a:pt x="772498" y="1067911"/>
                  </a:cubicBezTo>
                  <a:lnTo>
                    <a:pt x="771029" y="1067509"/>
                  </a:lnTo>
                  <a:cubicBezTo>
                    <a:pt x="738839" y="1058829"/>
                    <a:pt x="722241" y="1054347"/>
                    <a:pt x="689419" y="1045837"/>
                  </a:cubicBezTo>
                  <a:cubicBezTo>
                    <a:pt x="687033" y="1045221"/>
                    <a:pt x="685367" y="1043068"/>
                    <a:pt x="685363" y="1040606"/>
                  </a:cubicBezTo>
                  <a:lnTo>
                    <a:pt x="685363" y="432464"/>
                  </a:lnTo>
                  <a:cubicBezTo>
                    <a:pt x="685363" y="430790"/>
                    <a:pt x="686135" y="429209"/>
                    <a:pt x="687459" y="428183"/>
                  </a:cubicBezTo>
                  <a:cubicBezTo>
                    <a:pt x="688795" y="427181"/>
                    <a:pt x="690505" y="426831"/>
                    <a:pt x="692127" y="427225"/>
                  </a:cubicBezTo>
                  <a:cubicBezTo>
                    <a:pt x="725496" y="435888"/>
                    <a:pt x="742114" y="440218"/>
                    <a:pt x="775331" y="449320"/>
                  </a:cubicBezTo>
                  <a:cubicBezTo>
                    <a:pt x="777693" y="449960"/>
                    <a:pt x="779327" y="452104"/>
                    <a:pt x="779319" y="454551"/>
                  </a:cubicBezTo>
                  <a:lnTo>
                    <a:pt x="779319" y="1062688"/>
                  </a:lnTo>
                  <a:cubicBezTo>
                    <a:pt x="779315" y="1064370"/>
                    <a:pt x="778534" y="1065956"/>
                    <a:pt x="777206" y="1066986"/>
                  </a:cubicBezTo>
                  <a:cubicBezTo>
                    <a:pt x="776260" y="1067698"/>
                    <a:pt x="775106" y="1068084"/>
                    <a:pt x="773919" y="1068084"/>
                  </a:cubicBezTo>
                  <a:close/>
                  <a:moveTo>
                    <a:pt x="696183" y="1036417"/>
                  </a:moveTo>
                  <a:cubicBezTo>
                    <a:pt x="724623" y="1043813"/>
                    <a:pt x="740956" y="1048198"/>
                    <a:pt x="768494" y="1055622"/>
                  </a:cubicBezTo>
                  <a:lnTo>
                    <a:pt x="768494" y="458667"/>
                  </a:lnTo>
                  <a:cubicBezTo>
                    <a:pt x="740167" y="450933"/>
                    <a:pt x="723862" y="446648"/>
                    <a:pt x="696183" y="439462"/>
                  </a:cubicBezTo>
                  <a:close/>
                  <a:moveTo>
                    <a:pt x="1103947" y="1168398"/>
                  </a:moveTo>
                  <a:cubicBezTo>
                    <a:pt x="1103363" y="1168393"/>
                    <a:pt x="1102784" y="1168301"/>
                    <a:pt x="1102229" y="1168116"/>
                  </a:cubicBezTo>
                  <a:cubicBezTo>
                    <a:pt x="1069491" y="1157151"/>
                    <a:pt x="1053058" y="1151811"/>
                    <a:pt x="1020320" y="1141297"/>
                  </a:cubicBezTo>
                  <a:cubicBezTo>
                    <a:pt x="1018079" y="1140577"/>
                    <a:pt x="1016558" y="1138493"/>
                    <a:pt x="1016558" y="1136139"/>
                  </a:cubicBezTo>
                  <a:lnTo>
                    <a:pt x="1016558" y="575760"/>
                  </a:lnTo>
                  <a:cubicBezTo>
                    <a:pt x="1016558" y="574030"/>
                    <a:pt x="1017387" y="572408"/>
                    <a:pt x="1018783" y="571390"/>
                  </a:cubicBezTo>
                  <a:cubicBezTo>
                    <a:pt x="1020171" y="570360"/>
                    <a:pt x="1021966" y="570062"/>
                    <a:pt x="1023612" y="570585"/>
                  </a:cubicBezTo>
                  <a:cubicBezTo>
                    <a:pt x="1056406" y="581128"/>
                    <a:pt x="1072867" y="586467"/>
                    <a:pt x="1105661" y="597460"/>
                  </a:cubicBezTo>
                  <a:cubicBezTo>
                    <a:pt x="1107866" y="598197"/>
                    <a:pt x="1109355" y="600265"/>
                    <a:pt x="1109351" y="602591"/>
                  </a:cubicBezTo>
                  <a:lnTo>
                    <a:pt x="1109351" y="1162949"/>
                  </a:lnTo>
                  <a:cubicBezTo>
                    <a:pt x="1109359" y="1164696"/>
                    <a:pt x="1108518" y="1166333"/>
                    <a:pt x="1107097" y="1167347"/>
                  </a:cubicBezTo>
                  <a:cubicBezTo>
                    <a:pt x="1106184" y="1168007"/>
                    <a:pt x="1105086" y="1168369"/>
                    <a:pt x="1103959" y="1168381"/>
                  </a:cubicBezTo>
                  <a:close/>
                  <a:moveTo>
                    <a:pt x="1027382" y="1132183"/>
                  </a:moveTo>
                  <a:cubicBezTo>
                    <a:pt x="1055355" y="1141172"/>
                    <a:pt x="1071491" y="1146415"/>
                    <a:pt x="1098535" y="1155465"/>
                  </a:cubicBezTo>
                  <a:lnTo>
                    <a:pt x="1098535" y="606498"/>
                  </a:lnTo>
                  <a:cubicBezTo>
                    <a:pt x="1070561" y="597142"/>
                    <a:pt x="1054426" y="591883"/>
                    <a:pt x="1027382" y="583188"/>
                  </a:cubicBezTo>
                  <a:close/>
                  <a:moveTo>
                    <a:pt x="1429360" y="1287868"/>
                  </a:moveTo>
                  <a:cubicBezTo>
                    <a:pt x="1428672" y="1287860"/>
                    <a:pt x="1427988" y="1287723"/>
                    <a:pt x="1427348" y="1287466"/>
                  </a:cubicBezTo>
                  <a:cubicBezTo>
                    <a:pt x="1395049" y="1274642"/>
                    <a:pt x="1378897" y="1268284"/>
                    <a:pt x="1346582" y="1255899"/>
                  </a:cubicBezTo>
                  <a:cubicBezTo>
                    <a:pt x="1344494" y="1255090"/>
                    <a:pt x="1343118" y="1253078"/>
                    <a:pt x="1343118" y="1250837"/>
                  </a:cubicBezTo>
                  <a:lnTo>
                    <a:pt x="1343118" y="90445"/>
                  </a:lnTo>
                  <a:cubicBezTo>
                    <a:pt x="1343118" y="88667"/>
                    <a:pt x="1343991" y="87001"/>
                    <a:pt x="1345455" y="85991"/>
                  </a:cubicBezTo>
                  <a:cubicBezTo>
                    <a:pt x="1346928" y="84977"/>
                    <a:pt x="1348803" y="84747"/>
                    <a:pt x="1350473" y="85387"/>
                  </a:cubicBezTo>
                  <a:cubicBezTo>
                    <a:pt x="1382816" y="97801"/>
                    <a:pt x="1398996" y="104158"/>
                    <a:pt x="1431352" y="117010"/>
                  </a:cubicBezTo>
                  <a:cubicBezTo>
                    <a:pt x="1433408" y="117831"/>
                    <a:pt x="1434760" y="119823"/>
                    <a:pt x="1434764" y="122040"/>
                  </a:cubicBezTo>
                  <a:lnTo>
                    <a:pt x="1434764" y="1282452"/>
                  </a:lnTo>
                  <a:cubicBezTo>
                    <a:pt x="1434760" y="1284243"/>
                    <a:pt x="1433875" y="1285921"/>
                    <a:pt x="1432394" y="1286931"/>
                  </a:cubicBezTo>
                  <a:cubicBezTo>
                    <a:pt x="1431505" y="1287534"/>
                    <a:pt x="1430454" y="1287860"/>
                    <a:pt x="1429380" y="1287864"/>
                  </a:cubicBezTo>
                  <a:close/>
                  <a:moveTo>
                    <a:pt x="1353950" y="1247139"/>
                  </a:moveTo>
                  <a:cubicBezTo>
                    <a:pt x="1381557" y="1257734"/>
                    <a:pt x="1397407" y="1263963"/>
                    <a:pt x="1423964" y="1274477"/>
                  </a:cubicBezTo>
                  <a:lnTo>
                    <a:pt x="1423964" y="125722"/>
                  </a:lnTo>
                  <a:cubicBezTo>
                    <a:pt x="1396357" y="114757"/>
                    <a:pt x="1380507" y="108512"/>
                    <a:pt x="1353950" y="98324"/>
                  </a:cubicBezTo>
                  <a:close/>
                  <a:moveTo>
                    <a:pt x="1749156" y="1426118"/>
                  </a:moveTo>
                  <a:cubicBezTo>
                    <a:pt x="1748383" y="1426118"/>
                    <a:pt x="1747619" y="1425955"/>
                    <a:pt x="1746914" y="1425639"/>
                  </a:cubicBezTo>
                  <a:cubicBezTo>
                    <a:pt x="1732891" y="1419253"/>
                    <a:pt x="1721967" y="1414208"/>
                    <a:pt x="1711400" y="1409335"/>
                  </a:cubicBezTo>
                  <a:cubicBezTo>
                    <a:pt x="1698053" y="1403162"/>
                    <a:pt x="1685286" y="1397263"/>
                    <a:pt x="1667541" y="1389280"/>
                  </a:cubicBezTo>
                  <a:cubicBezTo>
                    <a:pt x="1665605" y="1388403"/>
                    <a:pt x="1664358" y="1386472"/>
                    <a:pt x="1664358" y="1384347"/>
                  </a:cubicBezTo>
                  <a:lnTo>
                    <a:pt x="1664358" y="11933"/>
                  </a:lnTo>
                  <a:cubicBezTo>
                    <a:pt x="1664354" y="10094"/>
                    <a:pt x="1665287" y="8380"/>
                    <a:pt x="1666837" y="7382"/>
                  </a:cubicBezTo>
                  <a:cubicBezTo>
                    <a:pt x="1668390" y="6404"/>
                    <a:pt x="1670325" y="6259"/>
                    <a:pt x="1672007" y="6999"/>
                  </a:cubicBezTo>
                  <a:lnTo>
                    <a:pt x="1674019" y="7933"/>
                  </a:lnTo>
                  <a:cubicBezTo>
                    <a:pt x="1704447" y="21755"/>
                    <a:pt x="1720329" y="28985"/>
                    <a:pt x="1751417" y="43403"/>
                  </a:cubicBezTo>
                  <a:cubicBezTo>
                    <a:pt x="1753324" y="44292"/>
                    <a:pt x="1754547" y="46203"/>
                    <a:pt x="1754547" y="48308"/>
                  </a:cubicBezTo>
                  <a:lnTo>
                    <a:pt x="1754547" y="1420702"/>
                  </a:lnTo>
                  <a:cubicBezTo>
                    <a:pt x="1754552" y="1422543"/>
                    <a:pt x="1753614" y="1424259"/>
                    <a:pt x="1752065" y="1425253"/>
                  </a:cubicBezTo>
                  <a:cubicBezTo>
                    <a:pt x="1751204" y="1425805"/>
                    <a:pt x="1750202" y="1426104"/>
                    <a:pt x="1749176" y="1426114"/>
                  </a:cubicBezTo>
                  <a:close/>
                  <a:moveTo>
                    <a:pt x="1675194" y="1380850"/>
                  </a:moveTo>
                  <a:cubicBezTo>
                    <a:pt x="1691317" y="1388121"/>
                    <a:pt x="1703381" y="1393690"/>
                    <a:pt x="1715951" y="1399497"/>
                  </a:cubicBezTo>
                  <a:cubicBezTo>
                    <a:pt x="1724494" y="1403456"/>
                    <a:pt x="1733274" y="1407516"/>
                    <a:pt x="1743744" y="1412292"/>
                  </a:cubicBezTo>
                  <a:lnTo>
                    <a:pt x="1743744" y="51764"/>
                  </a:lnTo>
                  <a:cubicBezTo>
                    <a:pt x="1716627" y="39206"/>
                    <a:pt x="1701055" y="32104"/>
                    <a:pt x="1675194" y="20338"/>
                  </a:cubicBezTo>
                  <a:close/>
                  <a:moveTo>
                    <a:pt x="98825" y="924350"/>
                  </a:moveTo>
                  <a:cubicBezTo>
                    <a:pt x="98555" y="924354"/>
                    <a:pt x="98286" y="924334"/>
                    <a:pt x="98020" y="924294"/>
                  </a:cubicBezTo>
                  <a:lnTo>
                    <a:pt x="97163" y="924153"/>
                  </a:lnTo>
                  <a:cubicBezTo>
                    <a:pt x="63846" y="919050"/>
                    <a:pt x="46978" y="916459"/>
                    <a:pt x="13380" y="911735"/>
                  </a:cubicBezTo>
                  <a:cubicBezTo>
                    <a:pt x="10706" y="911369"/>
                    <a:pt x="8715" y="909084"/>
                    <a:pt x="8716" y="906384"/>
                  </a:cubicBezTo>
                  <a:lnTo>
                    <a:pt x="8716" y="410522"/>
                  </a:lnTo>
                  <a:cubicBezTo>
                    <a:pt x="8715" y="408957"/>
                    <a:pt x="9393" y="407464"/>
                    <a:pt x="10575" y="406438"/>
                  </a:cubicBezTo>
                  <a:cubicBezTo>
                    <a:pt x="11757" y="405416"/>
                    <a:pt x="13322" y="404945"/>
                    <a:pt x="14872" y="405151"/>
                  </a:cubicBezTo>
                  <a:cubicBezTo>
                    <a:pt x="48821" y="409915"/>
                    <a:pt x="65721" y="412369"/>
                    <a:pt x="99654" y="417568"/>
                  </a:cubicBezTo>
                  <a:cubicBezTo>
                    <a:pt x="102302" y="417971"/>
                    <a:pt x="104253" y="420248"/>
                    <a:pt x="104249" y="422924"/>
                  </a:cubicBezTo>
                  <a:lnTo>
                    <a:pt x="104249" y="918922"/>
                  </a:lnTo>
                  <a:cubicBezTo>
                    <a:pt x="104249" y="920499"/>
                    <a:pt x="103561" y="921996"/>
                    <a:pt x="102362" y="923022"/>
                  </a:cubicBezTo>
                  <a:cubicBezTo>
                    <a:pt x="101384" y="923879"/>
                    <a:pt x="100125" y="924354"/>
                    <a:pt x="98825" y="924350"/>
                  </a:cubicBezTo>
                  <a:close/>
                  <a:moveTo>
                    <a:pt x="98825" y="918938"/>
                  </a:moveTo>
                  <a:lnTo>
                    <a:pt x="98825" y="918938"/>
                  </a:lnTo>
                  <a:close/>
                  <a:moveTo>
                    <a:pt x="19524" y="901688"/>
                  </a:moveTo>
                  <a:cubicBezTo>
                    <a:pt x="48387" y="905760"/>
                    <a:pt x="64993" y="908295"/>
                    <a:pt x="93413" y="912653"/>
                  </a:cubicBezTo>
                  <a:lnTo>
                    <a:pt x="93413" y="427591"/>
                  </a:lnTo>
                  <a:cubicBezTo>
                    <a:pt x="64554" y="423165"/>
                    <a:pt x="47944" y="420751"/>
                    <a:pt x="19524" y="4167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44"/>
            <p:cNvSpPr/>
            <p:nvPr/>
          </p:nvSpPr>
          <p:spPr>
            <a:xfrm>
              <a:off x="6962173" y="1423060"/>
              <a:ext cx="58907" cy="412143"/>
            </a:xfrm>
            <a:custGeom>
              <a:avLst/>
              <a:gdLst/>
              <a:ahLst/>
              <a:cxnLst/>
              <a:rect l="l" t="t" r="r" b="b"/>
              <a:pathLst>
                <a:path w="95396" h="667438" extrusionOk="0">
                  <a:moveTo>
                    <a:pt x="98700" y="673970"/>
                  </a:moveTo>
                  <a:cubicBezTo>
                    <a:pt x="98403" y="673966"/>
                    <a:pt x="98105" y="673946"/>
                    <a:pt x="97811" y="673902"/>
                  </a:cubicBezTo>
                  <a:cubicBezTo>
                    <a:pt x="63919" y="668268"/>
                    <a:pt x="47051" y="665528"/>
                    <a:pt x="13311" y="660357"/>
                  </a:cubicBezTo>
                  <a:cubicBezTo>
                    <a:pt x="10668" y="659951"/>
                    <a:pt x="8716" y="657678"/>
                    <a:pt x="8716" y="655002"/>
                  </a:cubicBezTo>
                  <a:lnTo>
                    <a:pt x="8716" y="11946"/>
                  </a:lnTo>
                  <a:cubicBezTo>
                    <a:pt x="8716" y="10369"/>
                    <a:pt x="9404" y="8868"/>
                    <a:pt x="10607" y="7846"/>
                  </a:cubicBezTo>
                  <a:cubicBezTo>
                    <a:pt x="11798" y="6811"/>
                    <a:pt x="13384" y="6353"/>
                    <a:pt x="14945" y="6594"/>
                  </a:cubicBezTo>
                  <a:cubicBezTo>
                    <a:pt x="48475" y="11765"/>
                    <a:pt x="65528" y="14513"/>
                    <a:pt x="99714" y="21080"/>
                  </a:cubicBezTo>
                  <a:cubicBezTo>
                    <a:pt x="102265" y="21571"/>
                    <a:pt x="104108" y="23800"/>
                    <a:pt x="104112" y="26395"/>
                  </a:cubicBezTo>
                  <a:lnTo>
                    <a:pt x="104112" y="668594"/>
                  </a:lnTo>
                  <a:cubicBezTo>
                    <a:pt x="104112" y="670188"/>
                    <a:pt x="103412" y="671697"/>
                    <a:pt x="102197" y="672727"/>
                  </a:cubicBezTo>
                  <a:cubicBezTo>
                    <a:pt x="101211" y="673539"/>
                    <a:pt x="99976" y="673978"/>
                    <a:pt x="98700" y="673970"/>
                  </a:cubicBezTo>
                  <a:close/>
                  <a:moveTo>
                    <a:pt x="19540" y="650366"/>
                  </a:moveTo>
                  <a:cubicBezTo>
                    <a:pt x="48290" y="654793"/>
                    <a:pt x="64892" y="657484"/>
                    <a:pt x="93288" y="662176"/>
                  </a:cubicBezTo>
                  <a:lnTo>
                    <a:pt x="93288" y="30842"/>
                  </a:lnTo>
                  <a:cubicBezTo>
                    <a:pt x="64244" y="25317"/>
                    <a:pt x="47558" y="22569"/>
                    <a:pt x="19540" y="18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4"/>
            <p:cNvSpPr/>
            <p:nvPr/>
          </p:nvSpPr>
          <p:spPr>
            <a:xfrm>
              <a:off x="4703274" y="772139"/>
              <a:ext cx="2060540" cy="1422141"/>
            </a:xfrm>
            <a:custGeom>
              <a:avLst/>
              <a:gdLst/>
              <a:ahLst/>
              <a:cxnLst/>
              <a:rect l="l" t="t" r="r" b="b"/>
              <a:pathLst>
                <a:path w="3336907" h="2303062" extrusionOk="0">
                  <a:moveTo>
                    <a:pt x="3345624" y="1689055"/>
                  </a:moveTo>
                  <a:cubicBezTo>
                    <a:pt x="2180455" y="1592222"/>
                    <a:pt x="1061311" y="1800607"/>
                    <a:pt x="8716" y="2309594"/>
                  </a:cubicBezTo>
                  <a:lnTo>
                    <a:pt x="8716" y="650013"/>
                  </a:lnTo>
                  <a:cubicBezTo>
                    <a:pt x="1061343" y="141316"/>
                    <a:pt x="2180455" y="-67069"/>
                    <a:pt x="3345624" y="294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44"/>
            <p:cNvSpPr/>
            <p:nvPr/>
          </p:nvSpPr>
          <p:spPr>
            <a:xfrm>
              <a:off x="4699927" y="768799"/>
              <a:ext cx="2067236" cy="404034"/>
            </a:xfrm>
            <a:custGeom>
              <a:avLst/>
              <a:gdLst/>
              <a:ahLst/>
              <a:cxnLst/>
              <a:rect l="l" t="t" r="r" b="b"/>
              <a:pathLst>
                <a:path w="3347750" h="654306" extrusionOk="0">
                  <a:moveTo>
                    <a:pt x="14132" y="660838"/>
                  </a:moveTo>
                  <a:cubicBezTo>
                    <a:pt x="12056" y="660834"/>
                    <a:pt x="10165" y="659647"/>
                    <a:pt x="9259" y="657780"/>
                  </a:cubicBezTo>
                  <a:cubicBezTo>
                    <a:pt x="7956" y="655088"/>
                    <a:pt x="9078" y="651849"/>
                    <a:pt x="11770" y="650545"/>
                  </a:cubicBezTo>
                  <a:cubicBezTo>
                    <a:pt x="11774" y="650541"/>
                    <a:pt x="11778" y="650541"/>
                    <a:pt x="11782" y="650537"/>
                  </a:cubicBezTo>
                  <a:cubicBezTo>
                    <a:pt x="1064039" y="141739"/>
                    <a:pt x="2187694" y="-67156"/>
                    <a:pt x="3351502" y="29475"/>
                  </a:cubicBezTo>
                  <a:cubicBezTo>
                    <a:pt x="3354482" y="29729"/>
                    <a:pt x="3356694" y="32344"/>
                    <a:pt x="3356448" y="35326"/>
                  </a:cubicBezTo>
                  <a:cubicBezTo>
                    <a:pt x="3356194" y="38283"/>
                    <a:pt x="3353840" y="40597"/>
                    <a:pt x="3350601" y="40271"/>
                  </a:cubicBezTo>
                  <a:cubicBezTo>
                    <a:pt x="2188780" y="-56365"/>
                    <a:pt x="1067000" y="152310"/>
                    <a:pt x="16478" y="660287"/>
                  </a:cubicBezTo>
                  <a:cubicBezTo>
                    <a:pt x="15746" y="660645"/>
                    <a:pt x="14945" y="660834"/>
                    <a:pt x="14132" y="6608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44"/>
            <p:cNvSpPr/>
            <p:nvPr/>
          </p:nvSpPr>
          <p:spPr>
            <a:xfrm>
              <a:off x="4699937" y="765063"/>
              <a:ext cx="2067225" cy="1340946"/>
            </a:xfrm>
            <a:custGeom>
              <a:avLst/>
              <a:gdLst/>
              <a:ahLst/>
              <a:cxnLst/>
              <a:rect l="l" t="t" r="r" b="b"/>
              <a:pathLst>
                <a:path w="3347732" h="2171573" extrusionOk="0">
                  <a:moveTo>
                    <a:pt x="3350583" y="709880"/>
                  </a:moveTo>
                  <a:cubicBezTo>
                    <a:pt x="3353822" y="710173"/>
                    <a:pt x="3356176" y="707892"/>
                    <a:pt x="3356430" y="704930"/>
                  </a:cubicBezTo>
                  <a:cubicBezTo>
                    <a:pt x="3356673" y="701953"/>
                    <a:pt x="3354462" y="699337"/>
                    <a:pt x="3351485" y="699084"/>
                  </a:cubicBezTo>
                  <a:cubicBezTo>
                    <a:pt x="3239129" y="689777"/>
                    <a:pt x="3127162" y="683339"/>
                    <a:pt x="3015582" y="679769"/>
                  </a:cubicBezTo>
                  <a:lnTo>
                    <a:pt x="3015582" y="358670"/>
                  </a:lnTo>
                  <a:cubicBezTo>
                    <a:pt x="3126859" y="362291"/>
                    <a:pt x="3238526" y="368721"/>
                    <a:pt x="3350583" y="377956"/>
                  </a:cubicBezTo>
                  <a:cubicBezTo>
                    <a:pt x="3353822" y="378338"/>
                    <a:pt x="3356176" y="375972"/>
                    <a:pt x="3356430" y="373011"/>
                  </a:cubicBezTo>
                  <a:cubicBezTo>
                    <a:pt x="3356673" y="370033"/>
                    <a:pt x="3354462" y="367418"/>
                    <a:pt x="3351485" y="367164"/>
                  </a:cubicBezTo>
                  <a:cubicBezTo>
                    <a:pt x="3239129" y="357857"/>
                    <a:pt x="3127162" y="351419"/>
                    <a:pt x="3015582" y="347850"/>
                  </a:cubicBezTo>
                  <a:lnTo>
                    <a:pt x="3015582" y="16844"/>
                  </a:lnTo>
                  <a:cubicBezTo>
                    <a:pt x="3015580" y="13854"/>
                    <a:pt x="3013158" y="11436"/>
                    <a:pt x="3010170" y="11432"/>
                  </a:cubicBezTo>
                  <a:cubicBezTo>
                    <a:pt x="3007181" y="11432"/>
                    <a:pt x="3004758" y="13854"/>
                    <a:pt x="3004758" y="16844"/>
                  </a:cubicBezTo>
                  <a:lnTo>
                    <a:pt x="3004758" y="347572"/>
                  </a:lnTo>
                  <a:cubicBezTo>
                    <a:pt x="2894143" y="344164"/>
                    <a:pt x="2783935" y="343561"/>
                    <a:pt x="2674138" y="345754"/>
                  </a:cubicBezTo>
                  <a:lnTo>
                    <a:pt x="2674138" y="11943"/>
                  </a:lnTo>
                  <a:cubicBezTo>
                    <a:pt x="2674138" y="8953"/>
                    <a:pt x="2671715" y="6531"/>
                    <a:pt x="2668726" y="6531"/>
                  </a:cubicBezTo>
                  <a:cubicBezTo>
                    <a:pt x="2665736" y="6531"/>
                    <a:pt x="2663314" y="8953"/>
                    <a:pt x="2663314" y="11943"/>
                  </a:cubicBezTo>
                  <a:lnTo>
                    <a:pt x="2663314" y="346011"/>
                  </a:lnTo>
                  <a:cubicBezTo>
                    <a:pt x="2552764" y="348385"/>
                    <a:pt x="2442656" y="353588"/>
                    <a:pt x="2332992" y="361624"/>
                  </a:cubicBezTo>
                  <a:lnTo>
                    <a:pt x="2332992" y="26075"/>
                  </a:lnTo>
                  <a:cubicBezTo>
                    <a:pt x="2332988" y="23089"/>
                    <a:pt x="2330565" y="20667"/>
                    <a:pt x="2327580" y="20667"/>
                  </a:cubicBezTo>
                  <a:cubicBezTo>
                    <a:pt x="2324594" y="20667"/>
                    <a:pt x="2322172" y="23089"/>
                    <a:pt x="2322168" y="26075"/>
                  </a:cubicBezTo>
                  <a:lnTo>
                    <a:pt x="2322168" y="362428"/>
                  </a:lnTo>
                  <a:cubicBezTo>
                    <a:pt x="2211871" y="370685"/>
                    <a:pt x="2102050" y="381795"/>
                    <a:pt x="1992703" y="395753"/>
                  </a:cubicBezTo>
                  <a:lnTo>
                    <a:pt x="1992703" y="59420"/>
                  </a:lnTo>
                  <a:cubicBezTo>
                    <a:pt x="1992703" y="56430"/>
                    <a:pt x="1990280" y="54008"/>
                    <a:pt x="1987291" y="54008"/>
                  </a:cubicBezTo>
                  <a:cubicBezTo>
                    <a:pt x="1984305" y="54012"/>
                    <a:pt x="1981883" y="56434"/>
                    <a:pt x="1981883" y="59420"/>
                  </a:cubicBezTo>
                  <a:lnTo>
                    <a:pt x="1981883" y="397109"/>
                  </a:lnTo>
                  <a:cubicBezTo>
                    <a:pt x="1872222" y="411309"/>
                    <a:pt x="1763072" y="428354"/>
                    <a:pt x="1654434" y="448252"/>
                  </a:cubicBezTo>
                  <a:lnTo>
                    <a:pt x="1654434" y="111943"/>
                  </a:lnTo>
                  <a:cubicBezTo>
                    <a:pt x="1654430" y="108957"/>
                    <a:pt x="1652007" y="106535"/>
                    <a:pt x="1649022" y="106535"/>
                  </a:cubicBezTo>
                  <a:cubicBezTo>
                    <a:pt x="1646036" y="106535"/>
                    <a:pt x="1643614" y="108957"/>
                    <a:pt x="1643610" y="111943"/>
                  </a:cubicBezTo>
                  <a:lnTo>
                    <a:pt x="1643610" y="450171"/>
                  </a:lnTo>
                  <a:cubicBezTo>
                    <a:pt x="1534782" y="470339"/>
                    <a:pt x="1426501" y="493391"/>
                    <a:pt x="1318768" y="519332"/>
                  </a:cubicBezTo>
                  <a:lnTo>
                    <a:pt x="1318768" y="183522"/>
                  </a:lnTo>
                  <a:cubicBezTo>
                    <a:pt x="1318764" y="180532"/>
                    <a:pt x="1316346" y="178114"/>
                    <a:pt x="1313356" y="178110"/>
                  </a:cubicBezTo>
                  <a:cubicBezTo>
                    <a:pt x="1310366" y="178110"/>
                    <a:pt x="1307944" y="180532"/>
                    <a:pt x="1307944" y="183522"/>
                  </a:cubicBezTo>
                  <a:lnTo>
                    <a:pt x="1307944" y="522008"/>
                  </a:lnTo>
                  <a:cubicBezTo>
                    <a:pt x="1200243" y="548115"/>
                    <a:pt x="1093117" y="577110"/>
                    <a:pt x="986571" y="608991"/>
                  </a:cubicBezTo>
                  <a:lnTo>
                    <a:pt x="986571" y="274142"/>
                  </a:lnTo>
                  <a:cubicBezTo>
                    <a:pt x="986571" y="271152"/>
                    <a:pt x="984149" y="268730"/>
                    <a:pt x="981159" y="268730"/>
                  </a:cubicBezTo>
                  <a:cubicBezTo>
                    <a:pt x="978169" y="268730"/>
                    <a:pt x="975747" y="271152"/>
                    <a:pt x="975747" y="274142"/>
                  </a:cubicBezTo>
                  <a:lnTo>
                    <a:pt x="975747" y="612262"/>
                  </a:lnTo>
                  <a:cubicBezTo>
                    <a:pt x="869518" y="644215"/>
                    <a:pt x="763882" y="679017"/>
                    <a:pt x="658840" y="716676"/>
                  </a:cubicBezTo>
                  <a:lnTo>
                    <a:pt x="658840" y="384109"/>
                  </a:lnTo>
                  <a:cubicBezTo>
                    <a:pt x="658836" y="381119"/>
                    <a:pt x="656418" y="378701"/>
                    <a:pt x="653428" y="378696"/>
                  </a:cubicBezTo>
                  <a:cubicBezTo>
                    <a:pt x="650439" y="378696"/>
                    <a:pt x="648016" y="381119"/>
                    <a:pt x="648016" y="384109"/>
                  </a:cubicBezTo>
                  <a:lnTo>
                    <a:pt x="648016" y="720551"/>
                  </a:lnTo>
                  <a:cubicBezTo>
                    <a:pt x="543442" y="758246"/>
                    <a:pt x="439495" y="798753"/>
                    <a:pt x="336171" y="842069"/>
                  </a:cubicBezTo>
                  <a:lnTo>
                    <a:pt x="336171" y="513120"/>
                  </a:lnTo>
                  <a:cubicBezTo>
                    <a:pt x="336171" y="510130"/>
                    <a:pt x="333749" y="507708"/>
                    <a:pt x="330760" y="507708"/>
                  </a:cubicBezTo>
                  <a:cubicBezTo>
                    <a:pt x="327770" y="507708"/>
                    <a:pt x="325347" y="510130"/>
                    <a:pt x="325347" y="513120"/>
                  </a:cubicBezTo>
                  <a:lnTo>
                    <a:pt x="325347" y="846560"/>
                  </a:lnTo>
                  <a:cubicBezTo>
                    <a:pt x="220157" y="890898"/>
                    <a:pt x="115635" y="938110"/>
                    <a:pt x="11780" y="988198"/>
                  </a:cubicBezTo>
                  <a:cubicBezTo>
                    <a:pt x="9085" y="989502"/>
                    <a:pt x="7954" y="992745"/>
                    <a:pt x="9258" y="995441"/>
                  </a:cubicBezTo>
                  <a:cubicBezTo>
                    <a:pt x="10167" y="997308"/>
                    <a:pt x="12058" y="998495"/>
                    <a:pt x="14134" y="998499"/>
                  </a:cubicBezTo>
                  <a:cubicBezTo>
                    <a:pt x="14951" y="998499"/>
                    <a:pt x="15752" y="998318"/>
                    <a:pt x="16488" y="997964"/>
                  </a:cubicBezTo>
                  <a:cubicBezTo>
                    <a:pt x="118765" y="948535"/>
                    <a:pt x="221718" y="901972"/>
                    <a:pt x="325347" y="858277"/>
                  </a:cubicBezTo>
                  <a:lnTo>
                    <a:pt x="325347" y="1178467"/>
                  </a:lnTo>
                  <a:cubicBezTo>
                    <a:pt x="220157" y="1222806"/>
                    <a:pt x="115635" y="1270025"/>
                    <a:pt x="11780" y="1320125"/>
                  </a:cubicBezTo>
                  <a:cubicBezTo>
                    <a:pt x="9085" y="1321429"/>
                    <a:pt x="7954" y="1324672"/>
                    <a:pt x="9258" y="1327368"/>
                  </a:cubicBezTo>
                  <a:cubicBezTo>
                    <a:pt x="10167" y="1329235"/>
                    <a:pt x="12058" y="1330422"/>
                    <a:pt x="14134" y="1330426"/>
                  </a:cubicBezTo>
                  <a:cubicBezTo>
                    <a:pt x="14951" y="1330426"/>
                    <a:pt x="15752" y="1330245"/>
                    <a:pt x="16488" y="1329891"/>
                  </a:cubicBezTo>
                  <a:cubicBezTo>
                    <a:pt x="118765" y="1280463"/>
                    <a:pt x="221718" y="1233899"/>
                    <a:pt x="325347" y="1190205"/>
                  </a:cubicBezTo>
                  <a:lnTo>
                    <a:pt x="325347" y="1510399"/>
                  </a:lnTo>
                  <a:cubicBezTo>
                    <a:pt x="220157" y="1554733"/>
                    <a:pt x="115635" y="1601944"/>
                    <a:pt x="11780" y="1652037"/>
                  </a:cubicBezTo>
                  <a:cubicBezTo>
                    <a:pt x="9085" y="1653340"/>
                    <a:pt x="7954" y="1656584"/>
                    <a:pt x="9258" y="1659280"/>
                  </a:cubicBezTo>
                  <a:cubicBezTo>
                    <a:pt x="10167" y="1661147"/>
                    <a:pt x="12058" y="1662334"/>
                    <a:pt x="14134" y="1662338"/>
                  </a:cubicBezTo>
                  <a:cubicBezTo>
                    <a:pt x="14951" y="1662338"/>
                    <a:pt x="15752" y="1662157"/>
                    <a:pt x="16488" y="1661802"/>
                  </a:cubicBezTo>
                  <a:cubicBezTo>
                    <a:pt x="118765" y="1612374"/>
                    <a:pt x="221718" y="1565811"/>
                    <a:pt x="325347" y="1522116"/>
                  </a:cubicBezTo>
                  <a:lnTo>
                    <a:pt x="325347" y="1842310"/>
                  </a:lnTo>
                  <a:cubicBezTo>
                    <a:pt x="220157" y="1886649"/>
                    <a:pt x="115635" y="1933864"/>
                    <a:pt x="11780" y="1983948"/>
                  </a:cubicBezTo>
                  <a:cubicBezTo>
                    <a:pt x="9085" y="1985252"/>
                    <a:pt x="7954" y="1988495"/>
                    <a:pt x="9258" y="1991191"/>
                  </a:cubicBezTo>
                  <a:cubicBezTo>
                    <a:pt x="10167" y="1993058"/>
                    <a:pt x="12058" y="1994245"/>
                    <a:pt x="14134" y="1994249"/>
                  </a:cubicBezTo>
                  <a:cubicBezTo>
                    <a:pt x="14951" y="1994249"/>
                    <a:pt x="15752" y="1994068"/>
                    <a:pt x="16488" y="1993714"/>
                  </a:cubicBezTo>
                  <a:cubicBezTo>
                    <a:pt x="118765" y="1944285"/>
                    <a:pt x="221718" y="1897722"/>
                    <a:pt x="325347" y="1854028"/>
                  </a:cubicBezTo>
                  <a:lnTo>
                    <a:pt x="325347" y="2172693"/>
                  </a:lnTo>
                  <a:cubicBezTo>
                    <a:pt x="325347" y="2175682"/>
                    <a:pt x="327770" y="2178105"/>
                    <a:pt x="330760" y="2178105"/>
                  </a:cubicBezTo>
                  <a:cubicBezTo>
                    <a:pt x="333749" y="2178105"/>
                    <a:pt x="336171" y="2175682"/>
                    <a:pt x="336171" y="2172693"/>
                  </a:cubicBezTo>
                  <a:lnTo>
                    <a:pt x="336171" y="1849537"/>
                  </a:lnTo>
                  <a:cubicBezTo>
                    <a:pt x="439491" y="1806120"/>
                    <a:pt x="543442" y="1765540"/>
                    <a:pt x="648016" y="1727797"/>
                  </a:cubicBezTo>
                  <a:lnTo>
                    <a:pt x="648016" y="2043689"/>
                  </a:lnTo>
                  <a:cubicBezTo>
                    <a:pt x="648016" y="2046679"/>
                    <a:pt x="650439" y="2049101"/>
                    <a:pt x="653428" y="2049101"/>
                  </a:cubicBezTo>
                  <a:cubicBezTo>
                    <a:pt x="656418" y="2049097"/>
                    <a:pt x="658836" y="2046679"/>
                    <a:pt x="658840" y="2043689"/>
                  </a:cubicBezTo>
                  <a:lnTo>
                    <a:pt x="658840" y="1723918"/>
                  </a:lnTo>
                  <a:cubicBezTo>
                    <a:pt x="763866" y="1686199"/>
                    <a:pt x="869502" y="1651325"/>
                    <a:pt x="975747" y="1619299"/>
                  </a:cubicBezTo>
                  <a:lnTo>
                    <a:pt x="975747" y="1933703"/>
                  </a:lnTo>
                  <a:cubicBezTo>
                    <a:pt x="975751" y="1936689"/>
                    <a:pt x="978173" y="1939111"/>
                    <a:pt x="981159" y="1939111"/>
                  </a:cubicBezTo>
                  <a:cubicBezTo>
                    <a:pt x="984145" y="1939111"/>
                    <a:pt x="986567" y="1936689"/>
                    <a:pt x="986571" y="1933703"/>
                  </a:cubicBezTo>
                  <a:lnTo>
                    <a:pt x="986571" y="1616080"/>
                  </a:lnTo>
                  <a:cubicBezTo>
                    <a:pt x="1093117" y="1584159"/>
                    <a:pt x="1200239" y="1555103"/>
                    <a:pt x="1307944" y="1528916"/>
                  </a:cubicBezTo>
                  <a:lnTo>
                    <a:pt x="1307944" y="1843103"/>
                  </a:lnTo>
                  <a:cubicBezTo>
                    <a:pt x="1307944" y="1846093"/>
                    <a:pt x="1310366" y="1848515"/>
                    <a:pt x="1313356" y="1848515"/>
                  </a:cubicBezTo>
                  <a:cubicBezTo>
                    <a:pt x="1316346" y="1848511"/>
                    <a:pt x="1318764" y="1846093"/>
                    <a:pt x="1318768" y="1843103"/>
                  </a:cubicBezTo>
                  <a:lnTo>
                    <a:pt x="1318768" y="1526233"/>
                  </a:lnTo>
                  <a:cubicBezTo>
                    <a:pt x="1426501" y="1500271"/>
                    <a:pt x="1534782" y="1477162"/>
                    <a:pt x="1643610" y="1456910"/>
                  </a:cubicBezTo>
                  <a:lnTo>
                    <a:pt x="1643610" y="1771524"/>
                  </a:lnTo>
                  <a:cubicBezTo>
                    <a:pt x="1643610" y="1774513"/>
                    <a:pt x="1646032" y="1776936"/>
                    <a:pt x="1649022" y="1776936"/>
                  </a:cubicBezTo>
                  <a:cubicBezTo>
                    <a:pt x="1652011" y="1776936"/>
                    <a:pt x="1654434" y="1774513"/>
                    <a:pt x="1654434" y="1771524"/>
                  </a:cubicBezTo>
                  <a:lnTo>
                    <a:pt x="1654434" y="1454991"/>
                  </a:lnTo>
                  <a:cubicBezTo>
                    <a:pt x="1763060" y="1435021"/>
                    <a:pt x="1872210" y="1417944"/>
                    <a:pt x="1981883" y="1403760"/>
                  </a:cubicBezTo>
                  <a:lnTo>
                    <a:pt x="1981883" y="1719001"/>
                  </a:lnTo>
                  <a:cubicBezTo>
                    <a:pt x="1981883" y="1721986"/>
                    <a:pt x="1984305" y="1724409"/>
                    <a:pt x="1987291" y="1724413"/>
                  </a:cubicBezTo>
                  <a:cubicBezTo>
                    <a:pt x="1990280" y="1724413"/>
                    <a:pt x="1992703" y="1721990"/>
                    <a:pt x="1992703" y="1719001"/>
                  </a:cubicBezTo>
                  <a:lnTo>
                    <a:pt x="1992703" y="1402416"/>
                  </a:lnTo>
                  <a:cubicBezTo>
                    <a:pt x="2102038" y="1388425"/>
                    <a:pt x="2211859" y="1377292"/>
                    <a:pt x="2322168" y="1369019"/>
                  </a:cubicBezTo>
                  <a:lnTo>
                    <a:pt x="2322168" y="1685652"/>
                  </a:lnTo>
                  <a:cubicBezTo>
                    <a:pt x="2322168" y="1688641"/>
                    <a:pt x="2324590" y="1691064"/>
                    <a:pt x="2327580" y="1691064"/>
                  </a:cubicBezTo>
                  <a:cubicBezTo>
                    <a:pt x="2330569" y="1691064"/>
                    <a:pt x="2332992" y="1688641"/>
                    <a:pt x="2332992" y="1685652"/>
                  </a:cubicBezTo>
                  <a:lnTo>
                    <a:pt x="2332992" y="1368214"/>
                  </a:lnTo>
                  <a:cubicBezTo>
                    <a:pt x="2442648" y="1360166"/>
                    <a:pt x="2552756" y="1354951"/>
                    <a:pt x="2663314" y="1352573"/>
                  </a:cubicBezTo>
                  <a:lnTo>
                    <a:pt x="2663314" y="1671512"/>
                  </a:lnTo>
                  <a:cubicBezTo>
                    <a:pt x="2663314" y="1674502"/>
                    <a:pt x="2665736" y="1676924"/>
                    <a:pt x="2668726" y="1676924"/>
                  </a:cubicBezTo>
                  <a:cubicBezTo>
                    <a:pt x="2671715" y="1676924"/>
                    <a:pt x="2674138" y="1674502"/>
                    <a:pt x="2674138" y="1671512"/>
                  </a:cubicBezTo>
                  <a:lnTo>
                    <a:pt x="2674138" y="1352316"/>
                  </a:lnTo>
                  <a:cubicBezTo>
                    <a:pt x="2783927" y="1350139"/>
                    <a:pt x="2894135" y="1350747"/>
                    <a:pt x="3004758" y="1354139"/>
                  </a:cubicBezTo>
                  <a:lnTo>
                    <a:pt x="3004758" y="1676437"/>
                  </a:lnTo>
                  <a:cubicBezTo>
                    <a:pt x="3004758" y="1679427"/>
                    <a:pt x="3007181" y="1681849"/>
                    <a:pt x="3010170" y="1681849"/>
                  </a:cubicBezTo>
                  <a:cubicBezTo>
                    <a:pt x="3013158" y="1681849"/>
                    <a:pt x="3015582" y="1679427"/>
                    <a:pt x="3015582" y="1676437"/>
                  </a:cubicBezTo>
                  <a:lnTo>
                    <a:pt x="3015582" y="1354436"/>
                  </a:lnTo>
                  <a:cubicBezTo>
                    <a:pt x="3126859" y="1358058"/>
                    <a:pt x="3238526" y="1364488"/>
                    <a:pt x="3350583" y="1373722"/>
                  </a:cubicBezTo>
                  <a:cubicBezTo>
                    <a:pt x="3353479" y="1374044"/>
                    <a:pt x="3356086" y="1371956"/>
                    <a:pt x="3356406" y="1369059"/>
                  </a:cubicBezTo>
                  <a:cubicBezTo>
                    <a:pt x="3356417" y="1368962"/>
                    <a:pt x="3356425" y="1368870"/>
                    <a:pt x="3356430" y="1368773"/>
                  </a:cubicBezTo>
                  <a:cubicBezTo>
                    <a:pt x="3356673" y="1365796"/>
                    <a:pt x="3354462" y="1363180"/>
                    <a:pt x="3351485" y="1362927"/>
                  </a:cubicBezTo>
                  <a:cubicBezTo>
                    <a:pt x="3239129" y="1353619"/>
                    <a:pt x="3127162" y="1347181"/>
                    <a:pt x="3015582" y="1343612"/>
                  </a:cubicBezTo>
                  <a:lnTo>
                    <a:pt x="3015582" y="1022513"/>
                  </a:lnTo>
                  <a:cubicBezTo>
                    <a:pt x="3126859" y="1026134"/>
                    <a:pt x="3238526" y="1032564"/>
                    <a:pt x="3350583" y="1041799"/>
                  </a:cubicBezTo>
                  <a:cubicBezTo>
                    <a:pt x="3353822" y="1042149"/>
                    <a:pt x="3356176" y="1039811"/>
                    <a:pt x="3356430" y="1036850"/>
                  </a:cubicBezTo>
                  <a:cubicBezTo>
                    <a:pt x="3356664" y="1033876"/>
                    <a:pt x="3354455" y="1031273"/>
                    <a:pt x="3351485" y="1031019"/>
                  </a:cubicBezTo>
                  <a:cubicBezTo>
                    <a:pt x="3239129" y="1021712"/>
                    <a:pt x="3127162" y="1015274"/>
                    <a:pt x="3015582" y="1011705"/>
                  </a:cubicBezTo>
                  <a:lnTo>
                    <a:pt x="3015582" y="690606"/>
                  </a:lnTo>
                  <a:cubicBezTo>
                    <a:pt x="3126859" y="694215"/>
                    <a:pt x="3238526" y="700641"/>
                    <a:pt x="3350583" y="709880"/>
                  </a:cubicBezTo>
                  <a:close/>
                  <a:moveTo>
                    <a:pt x="3004758" y="358396"/>
                  </a:moveTo>
                  <a:lnTo>
                    <a:pt x="3004758" y="679496"/>
                  </a:lnTo>
                  <a:cubicBezTo>
                    <a:pt x="2894143" y="676088"/>
                    <a:pt x="2783935" y="675480"/>
                    <a:pt x="2674138" y="677677"/>
                  </a:cubicBezTo>
                  <a:lnTo>
                    <a:pt x="2674138" y="356578"/>
                  </a:lnTo>
                  <a:cubicBezTo>
                    <a:pt x="2783927" y="354401"/>
                    <a:pt x="2894135" y="355004"/>
                    <a:pt x="3004758" y="358396"/>
                  </a:cubicBezTo>
                  <a:close/>
                  <a:moveTo>
                    <a:pt x="2663314" y="356831"/>
                  </a:moveTo>
                  <a:lnTo>
                    <a:pt x="2663314" y="677931"/>
                  </a:lnTo>
                  <a:cubicBezTo>
                    <a:pt x="2552764" y="680305"/>
                    <a:pt x="2442656" y="685507"/>
                    <a:pt x="2332992" y="693543"/>
                  </a:cubicBezTo>
                  <a:lnTo>
                    <a:pt x="2332992" y="372443"/>
                  </a:lnTo>
                  <a:cubicBezTo>
                    <a:pt x="2442648" y="364424"/>
                    <a:pt x="2552756" y="359221"/>
                    <a:pt x="2663314" y="356831"/>
                  </a:cubicBezTo>
                  <a:close/>
                  <a:moveTo>
                    <a:pt x="986571" y="952221"/>
                  </a:moveTo>
                  <a:cubicBezTo>
                    <a:pt x="1093117" y="920320"/>
                    <a:pt x="1200239" y="891273"/>
                    <a:pt x="1307944" y="865082"/>
                  </a:cubicBezTo>
                  <a:lnTo>
                    <a:pt x="1307944" y="1185851"/>
                  </a:lnTo>
                  <a:cubicBezTo>
                    <a:pt x="1200243" y="1211957"/>
                    <a:pt x="1093117" y="1240953"/>
                    <a:pt x="986571" y="1272834"/>
                  </a:cubicBezTo>
                  <a:close/>
                  <a:moveTo>
                    <a:pt x="975747" y="1276105"/>
                  </a:moveTo>
                  <a:cubicBezTo>
                    <a:pt x="869518" y="1308058"/>
                    <a:pt x="763882" y="1342860"/>
                    <a:pt x="658840" y="1380519"/>
                  </a:cubicBezTo>
                  <a:lnTo>
                    <a:pt x="658840" y="1060103"/>
                  </a:lnTo>
                  <a:cubicBezTo>
                    <a:pt x="763866" y="1022384"/>
                    <a:pt x="869502" y="987510"/>
                    <a:pt x="975747" y="955484"/>
                  </a:cubicBezTo>
                  <a:close/>
                  <a:moveTo>
                    <a:pt x="1318768" y="862398"/>
                  </a:moveTo>
                  <a:cubicBezTo>
                    <a:pt x="1426501" y="836436"/>
                    <a:pt x="1534782" y="813328"/>
                    <a:pt x="1643610" y="793072"/>
                  </a:cubicBezTo>
                  <a:lnTo>
                    <a:pt x="1643610" y="1114006"/>
                  </a:lnTo>
                  <a:cubicBezTo>
                    <a:pt x="1534782" y="1134173"/>
                    <a:pt x="1426501" y="1157226"/>
                    <a:pt x="1318768" y="1183167"/>
                  </a:cubicBezTo>
                  <a:close/>
                  <a:moveTo>
                    <a:pt x="1654434" y="791176"/>
                  </a:moveTo>
                  <a:cubicBezTo>
                    <a:pt x="1763060" y="771206"/>
                    <a:pt x="1872210" y="754125"/>
                    <a:pt x="1981883" y="739941"/>
                  </a:cubicBezTo>
                  <a:lnTo>
                    <a:pt x="1981883" y="1060968"/>
                  </a:lnTo>
                  <a:cubicBezTo>
                    <a:pt x="1872222" y="1075168"/>
                    <a:pt x="1763072" y="1092213"/>
                    <a:pt x="1654434" y="1112111"/>
                  </a:cubicBezTo>
                  <a:close/>
                  <a:moveTo>
                    <a:pt x="1992703" y="738585"/>
                  </a:moveTo>
                  <a:cubicBezTo>
                    <a:pt x="2102038" y="724595"/>
                    <a:pt x="2211859" y="713469"/>
                    <a:pt x="2322168" y="705208"/>
                  </a:cubicBezTo>
                  <a:lnTo>
                    <a:pt x="2322168" y="1026307"/>
                  </a:lnTo>
                  <a:cubicBezTo>
                    <a:pt x="2211871" y="1034544"/>
                    <a:pt x="2102050" y="1045638"/>
                    <a:pt x="1992703" y="1059588"/>
                  </a:cubicBezTo>
                  <a:close/>
                  <a:moveTo>
                    <a:pt x="2332992" y="704403"/>
                  </a:moveTo>
                  <a:cubicBezTo>
                    <a:pt x="2442648" y="696356"/>
                    <a:pt x="2552756" y="691145"/>
                    <a:pt x="2663314" y="688767"/>
                  </a:cubicBezTo>
                  <a:lnTo>
                    <a:pt x="2663314" y="1009866"/>
                  </a:lnTo>
                  <a:cubicBezTo>
                    <a:pt x="2552764" y="1012240"/>
                    <a:pt x="2442656" y="1017443"/>
                    <a:pt x="2332992" y="1025478"/>
                  </a:cubicBezTo>
                  <a:close/>
                  <a:moveTo>
                    <a:pt x="2322168" y="373293"/>
                  </a:moveTo>
                  <a:lnTo>
                    <a:pt x="2322168" y="694392"/>
                  </a:lnTo>
                  <a:cubicBezTo>
                    <a:pt x="2211871" y="702649"/>
                    <a:pt x="2102050" y="713754"/>
                    <a:pt x="1992703" y="727713"/>
                  </a:cubicBezTo>
                  <a:lnTo>
                    <a:pt x="1992703" y="406690"/>
                  </a:lnTo>
                  <a:cubicBezTo>
                    <a:pt x="2102038" y="392675"/>
                    <a:pt x="2211859" y="381533"/>
                    <a:pt x="2322168" y="373272"/>
                  </a:cubicBezTo>
                  <a:close/>
                  <a:moveTo>
                    <a:pt x="1981883" y="408026"/>
                  </a:moveTo>
                  <a:lnTo>
                    <a:pt x="1981883" y="729053"/>
                  </a:lnTo>
                  <a:cubicBezTo>
                    <a:pt x="1872222" y="743253"/>
                    <a:pt x="1763072" y="760298"/>
                    <a:pt x="1654434" y="780195"/>
                  </a:cubicBezTo>
                  <a:lnTo>
                    <a:pt x="1654434" y="459237"/>
                  </a:lnTo>
                  <a:cubicBezTo>
                    <a:pt x="1763048" y="439267"/>
                    <a:pt x="1872198" y="422190"/>
                    <a:pt x="1981883" y="408006"/>
                  </a:cubicBezTo>
                  <a:close/>
                  <a:moveTo>
                    <a:pt x="1643610" y="461176"/>
                  </a:moveTo>
                  <a:lnTo>
                    <a:pt x="1643610" y="782111"/>
                  </a:lnTo>
                  <a:cubicBezTo>
                    <a:pt x="1534782" y="802278"/>
                    <a:pt x="1426501" y="825330"/>
                    <a:pt x="1318768" y="851272"/>
                  </a:cubicBezTo>
                  <a:lnTo>
                    <a:pt x="1318768" y="530502"/>
                  </a:lnTo>
                  <a:cubicBezTo>
                    <a:pt x="1426501" y="504529"/>
                    <a:pt x="1534782" y="481412"/>
                    <a:pt x="1643610" y="461156"/>
                  </a:cubicBezTo>
                  <a:close/>
                  <a:moveTo>
                    <a:pt x="1307944" y="533202"/>
                  </a:moveTo>
                  <a:lnTo>
                    <a:pt x="1307944" y="853972"/>
                  </a:lnTo>
                  <a:cubicBezTo>
                    <a:pt x="1200243" y="880078"/>
                    <a:pt x="1093117" y="909074"/>
                    <a:pt x="986571" y="940954"/>
                  </a:cubicBezTo>
                  <a:lnTo>
                    <a:pt x="986571" y="620342"/>
                  </a:lnTo>
                  <a:cubicBezTo>
                    <a:pt x="1093117" y="588417"/>
                    <a:pt x="1200239" y="559357"/>
                    <a:pt x="1307944" y="533166"/>
                  </a:cubicBezTo>
                  <a:close/>
                  <a:moveTo>
                    <a:pt x="975747" y="623617"/>
                  </a:moveTo>
                  <a:lnTo>
                    <a:pt x="975747" y="944226"/>
                  </a:lnTo>
                  <a:cubicBezTo>
                    <a:pt x="869518" y="976179"/>
                    <a:pt x="763882" y="1010981"/>
                    <a:pt x="658840" y="1048639"/>
                  </a:cubicBezTo>
                  <a:lnTo>
                    <a:pt x="658840" y="728224"/>
                  </a:lnTo>
                  <a:cubicBezTo>
                    <a:pt x="763866" y="690477"/>
                    <a:pt x="869502" y="655595"/>
                    <a:pt x="975747" y="623581"/>
                  </a:cubicBezTo>
                  <a:close/>
                  <a:moveTo>
                    <a:pt x="336155" y="853803"/>
                  </a:moveTo>
                  <a:cubicBezTo>
                    <a:pt x="439475" y="810382"/>
                    <a:pt x="543425" y="769802"/>
                    <a:pt x="648000" y="732063"/>
                  </a:cubicBezTo>
                  <a:lnTo>
                    <a:pt x="648000" y="1052478"/>
                  </a:lnTo>
                  <a:cubicBezTo>
                    <a:pt x="543425" y="1090173"/>
                    <a:pt x="439479" y="1130681"/>
                    <a:pt x="336155" y="1173997"/>
                  </a:cubicBezTo>
                  <a:close/>
                  <a:moveTo>
                    <a:pt x="336155" y="1185718"/>
                  </a:moveTo>
                  <a:cubicBezTo>
                    <a:pt x="439475" y="1142302"/>
                    <a:pt x="543425" y="1101721"/>
                    <a:pt x="648000" y="1063978"/>
                  </a:cubicBezTo>
                  <a:lnTo>
                    <a:pt x="648000" y="1384394"/>
                  </a:lnTo>
                  <a:cubicBezTo>
                    <a:pt x="543425" y="1422088"/>
                    <a:pt x="439479" y="1462596"/>
                    <a:pt x="336155" y="1505912"/>
                  </a:cubicBezTo>
                  <a:close/>
                  <a:moveTo>
                    <a:pt x="336155" y="1837828"/>
                  </a:moveTo>
                  <a:lnTo>
                    <a:pt x="336155" y="1517634"/>
                  </a:lnTo>
                  <a:cubicBezTo>
                    <a:pt x="439475" y="1474217"/>
                    <a:pt x="543425" y="1433637"/>
                    <a:pt x="648000" y="1395894"/>
                  </a:cubicBezTo>
                  <a:lnTo>
                    <a:pt x="648000" y="1716309"/>
                  </a:lnTo>
                  <a:cubicBezTo>
                    <a:pt x="543438" y="1754004"/>
                    <a:pt x="439491" y="1794511"/>
                    <a:pt x="336155" y="1837828"/>
                  </a:cubicBezTo>
                  <a:close/>
                  <a:moveTo>
                    <a:pt x="658840" y="1712434"/>
                  </a:moveTo>
                  <a:lnTo>
                    <a:pt x="658840" y="1392019"/>
                  </a:lnTo>
                  <a:cubicBezTo>
                    <a:pt x="763866" y="1354299"/>
                    <a:pt x="869502" y="1319425"/>
                    <a:pt x="975747" y="1287400"/>
                  </a:cubicBezTo>
                  <a:lnTo>
                    <a:pt x="975747" y="1608032"/>
                  </a:lnTo>
                  <a:cubicBezTo>
                    <a:pt x="869510" y="1639981"/>
                    <a:pt x="763874" y="1674783"/>
                    <a:pt x="658840" y="1712434"/>
                  </a:cubicBezTo>
                  <a:close/>
                  <a:moveTo>
                    <a:pt x="986571" y="1604749"/>
                  </a:moveTo>
                  <a:lnTo>
                    <a:pt x="986571" y="1284141"/>
                  </a:lnTo>
                  <a:cubicBezTo>
                    <a:pt x="1093117" y="1252240"/>
                    <a:pt x="1200239" y="1223192"/>
                    <a:pt x="1307944" y="1197001"/>
                  </a:cubicBezTo>
                  <a:lnTo>
                    <a:pt x="1307944" y="1517766"/>
                  </a:lnTo>
                  <a:cubicBezTo>
                    <a:pt x="1200243" y="1543877"/>
                    <a:pt x="1093117" y="1572868"/>
                    <a:pt x="986571" y="1604749"/>
                  </a:cubicBezTo>
                  <a:close/>
                  <a:moveTo>
                    <a:pt x="1318768" y="1515083"/>
                  </a:moveTo>
                  <a:lnTo>
                    <a:pt x="1318768" y="1194317"/>
                  </a:lnTo>
                  <a:cubicBezTo>
                    <a:pt x="1426501" y="1168356"/>
                    <a:pt x="1534782" y="1145247"/>
                    <a:pt x="1643610" y="1124995"/>
                  </a:cubicBezTo>
                  <a:lnTo>
                    <a:pt x="1643610" y="1445922"/>
                  </a:lnTo>
                  <a:cubicBezTo>
                    <a:pt x="1534782" y="1466089"/>
                    <a:pt x="1426501" y="1489141"/>
                    <a:pt x="1318768" y="1515083"/>
                  </a:cubicBezTo>
                  <a:close/>
                  <a:moveTo>
                    <a:pt x="1654434" y="1444006"/>
                  </a:moveTo>
                  <a:lnTo>
                    <a:pt x="1654434" y="1123076"/>
                  </a:lnTo>
                  <a:cubicBezTo>
                    <a:pt x="1763060" y="1103106"/>
                    <a:pt x="1872210" y="1086029"/>
                    <a:pt x="1981883" y="1071845"/>
                  </a:cubicBezTo>
                  <a:lnTo>
                    <a:pt x="1981883" y="1392864"/>
                  </a:lnTo>
                  <a:cubicBezTo>
                    <a:pt x="1872222" y="1407064"/>
                    <a:pt x="1763072" y="1424112"/>
                    <a:pt x="1654434" y="1444006"/>
                  </a:cubicBezTo>
                  <a:close/>
                  <a:moveTo>
                    <a:pt x="1992703" y="1391508"/>
                  </a:moveTo>
                  <a:lnTo>
                    <a:pt x="1992703" y="1070489"/>
                  </a:lnTo>
                  <a:cubicBezTo>
                    <a:pt x="2102038" y="1056498"/>
                    <a:pt x="2211859" y="1045368"/>
                    <a:pt x="2322168" y="1037091"/>
                  </a:cubicBezTo>
                  <a:lnTo>
                    <a:pt x="2322168" y="1358166"/>
                  </a:lnTo>
                  <a:cubicBezTo>
                    <a:pt x="2211871" y="1366435"/>
                    <a:pt x="2102050" y="1377549"/>
                    <a:pt x="1992703" y="1391508"/>
                  </a:cubicBezTo>
                  <a:close/>
                  <a:moveTo>
                    <a:pt x="2332992" y="1357378"/>
                  </a:moveTo>
                  <a:lnTo>
                    <a:pt x="2332992" y="1036306"/>
                  </a:lnTo>
                  <a:cubicBezTo>
                    <a:pt x="2442648" y="1028259"/>
                    <a:pt x="2552756" y="1023044"/>
                    <a:pt x="2663314" y="1020666"/>
                  </a:cubicBezTo>
                  <a:lnTo>
                    <a:pt x="2663314" y="1341765"/>
                  </a:lnTo>
                  <a:cubicBezTo>
                    <a:pt x="2552764" y="1344139"/>
                    <a:pt x="2442656" y="1349342"/>
                    <a:pt x="2332992" y="1357378"/>
                  </a:cubicBezTo>
                  <a:close/>
                  <a:moveTo>
                    <a:pt x="3004758" y="1343323"/>
                  </a:moveTo>
                  <a:cubicBezTo>
                    <a:pt x="2894143" y="1339914"/>
                    <a:pt x="2783935" y="1339311"/>
                    <a:pt x="2674138" y="1341508"/>
                  </a:cubicBezTo>
                  <a:lnTo>
                    <a:pt x="2674138" y="1020408"/>
                  </a:lnTo>
                  <a:cubicBezTo>
                    <a:pt x="2783927" y="1018232"/>
                    <a:pt x="2894135" y="1018839"/>
                    <a:pt x="3004758" y="1022231"/>
                  </a:cubicBezTo>
                  <a:close/>
                  <a:moveTo>
                    <a:pt x="3004758" y="1011407"/>
                  </a:moveTo>
                  <a:cubicBezTo>
                    <a:pt x="2894143" y="1007999"/>
                    <a:pt x="2783935" y="1007391"/>
                    <a:pt x="2674138" y="1009592"/>
                  </a:cubicBezTo>
                  <a:lnTo>
                    <a:pt x="2674138" y="688493"/>
                  </a:lnTo>
                  <a:cubicBezTo>
                    <a:pt x="2783927" y="686320"/>
                    <a:pt x="2894135" y="686928"/>
                    <a:pt x="3004758" y="690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4"/>
            <p:cNvSpPr/>
            <p:nvPr/>
          </p:nvSpPr>
          <p:spPr>
            <a:xfrm>
              <a:off x="4690949" y="1068150"/>
              <a:ext cx="1981624" cy="1140510"/>
            </a:xfrm>
            <a:custGeom>
              <a:avLst/>
              <a:gdLst/>
              <a:ahLst/>
              <a:cxnLst/>
              <a:rect l="l" t="t" r="r" b="b"/>
              <a:pathLst>
                <a:path w="3209107" h="1846980" extrusionOk="0">
                  <a:moveTo>
                    <a:pt x="3215949" y="26664"/>
                  </a:moveTo>
                  <a:lnTo>
                    <a:pt x="3215949" y="26664"/>
                  </a:lnTo>
                  <a:cubicBezTo>
                    <a:pt x="3213634" y="21067"/>
                    <a:pt x="3209310" y="16537"/>
                    <a:pt x="3203825" y="13965"/>
                  </a:cubicBezTo>
                  <a:lnTo>
                    <a:pt x="3203825" y="13965"/>
                  </a:lnTo>
                  <a:cubicBezTo>
                    <a:pt x="3201298" y="12726"/>
                    <a:pt x="3198553" y="11990"/>
                    <a:pt x="3195745" y="11801"/>
                  </a:cubicBezTo>
                  <a:cubicBezTo>
                    <a:pt x="3163128" y="9491"/>
                    <a:pt x="3146824" y="8481"/>
                    <a:pt x="3114207" y="6606"/>
                  </a:cubicBezTo>
                  <a:cubicBezTo>
                    <a:pt x="3102930" y="5648"/>
                    <a:pt x="3093013" y="14014"/>
                    <a:pt x="3092056" y="25292"/>
                  </a:cubicBezTo>
                  <a:cubicBezTo>
                    <a:pt x="3092012" y="25844"/>
                    <a:pt x="3091987" y="26399"/>
                    <a:pt x="3091983" y="26954"/>
                  </a:cubicBezTo>
                  <a:cubicBezTo>
                    <a:pt x="3092272" y="39227"/>
                    <a:pt x="3101949" y="49214"/>
                    <a:pt x="3114207" y="49890"/>
                  </a:cubicBezTo>
                  <a:lnTo>
                    <a:pt x="3142060" y="51479"/>
                  </a:lnTo>
                  <a:cubicBezTo>
                    <a:pt x="2983897" y="197233"/>
                    <a:pt x="2828042" y="345152"/>
                    <a:pt x="2674494" y="495236"/>
                  </a:cubicBezTo>
                  <a:cubicBezTo>
                    <a:pt x="2449720" y="498524"/>
                    <a:pt x="2225305" y="514325"/>
                    <a:pt x="2002289" y="542568"/>
                  </a:cubicBezTo>
                  <a:cubicBezTo>
                    <a:pt x="1996270" y="543425"/>
                    <a:pt x="1990745" y="546391"/>
                    <a:pt x="1986705" y="550938"/>
                  </a:cubicBezTo>
                  <a:cubicBezTo>
                    <a:pt x="1878087" y="672456"/>
                    <a:pt x="1770526" y="794780"/>
                    <a:pt x="1664024" y="917908"/>
                  </a:cubicBezTo>
                  <a:cubicBezTo>
                    <a:pt x="1558194" y="833344"/>
                    <a:pt x="1451455" y="750462"/>
                    <a:pt x="1343798" y="669262"/>
                  </a:cubicBezTo>
                  <a:cubicBezTo>
                    <a:pt x="1333127" y="663306"/>
                    <a:pt x="1319663" y="666578"/>
                    <a:pt x="1312915" y="676766"/>
                  </a:cubicBezTo>
                  <a:cubicBezTo>
                    <a:pt x="1202567" y="813764"/>
                    <a:pt x="1094045" y="952159"/>
                    <a:pt x="987349" y="1091950"/>
                  </a:cubicBezTo>
                  <a:cubicBezTo>
                    <a:pt x="858914" y="1131202"/>
                    <a:pt x="794983" y="1152709"/>
                    <a:pt x="668423" y="1199172"/>
                  </a:cubicBezTo>
                  <a:cubicBezTo>
                    <a:pt x="664914" y="1200488"/>
                    <a:pt x="661683" y="1202448"/>
                    <a:pt x="658894" y="1204946"/>
                  </a:cubicBezTo>
                  <a:cubicBezTo>
                    <a:pt x="437090" y="1400081"/>
                    <a:pt x="225961" y="1604277"/>
                    <a:pt x="19605" y="1814826"/>
                  </a:cubicBezTo>
                  <a:cubicBezTo>
                    <a:pt x="9951" y="1823098"/>
                    <a:pt x="6290" y="1836402"/>
                    <a:pt x="10350" y="1848449"/>
                  </a:cubicBezTo>
                  <a:cubicBezTo>
                    <a:pt x="13971" y="1854223"/>
                    <a:pt x="21174" y="1854943"/>
                    <a:pt x="28678" y="1851193"/>
                  </a:cubicBezTo>
                  <a:cubicBezTo>
                    <a:pt x="32090" y="1849495"/>
                    <a:pt x="35169" y="1847197"/>
                    <a:pt x="37768" y="1844409"/>
                  </a:cubicBezTo>
                  <a:cubicBezTo>
                    <a:pt x="243135" y="1636024"/>
                    <a:pt x="452968" y="1433120"/>
                    <a:pt x="672748" y="1240336"/>
                  </a:cubicBezTo>
                  <a:cubicBezTo>
                    <a:pt x="800899" y="1193434"/>
                    <a:pt x="865549" y="1171786"/>
                    <a:pt x="995429" y="1132244"/>
                  </a:cubicBezTo>
                  <a:cubicBezTo>
                    <a:pt x="1001513" y="1130281"/>
                    <a:pt x="1006849" y="1126506"/>
                    <a:pt x="1010720" y="1121420"/>
                  </a:cubicBezTo>
                  <a:cubicBezTo>
                    <a:pt x="1114622" y="985770"/>
                    <a:pt x="1220448" y="851508"/>
                    <a:pt x="1328198" y="718638"/>
                  </a:cubicBezTo>
                  <a:cubicBezTo>
                    <a:pt x="1436140" y="799452"/>
                    <a:pt x="1542835" y="882093"/>
                    <a:pt x="1648279" y="966564"/>
                  </a:cubicBezTo>
                  <a:cubicBezTo>
                    <a:pt x="1658588" y="973051"/>
                    <a:pt x="1672148" y="970540"/>
                    <a:pt x="1679448" y="960790"/>
                  </a:cubicBezTo>
                  <a:cubicBezTo>
                    <a:pt x="1788935" y="834173"/>
                    <a:pt x="1899574" y="708719"/>
                    <a:pt x="2011367" y="584428"/>
                  </a:cubicBezTo>
                  <a:cubicBezTo>
                    <a:pt x="2234406" y="556519"/>
                    <a:pt x="2458826" y="541055"/>
                    <a:pt x="2683584" y="538102"/>
                  </a:cubicBezTo>
                  <a:cubicBezTo>
                    <a:pt x="2689486" y="537997"/>
                    <a:pt x="2695120" y="535619"/>
                    <a:pt x="2699313" y="531467"/>
                  </a:cubicBezTo>
                  <a:cubicBezTo>
                    <a:pt x="2855364" y="379938"/>
                    <a:pt x="3013385" y="230816"/>
                    <a:pt x="3173377" y="84100"/>
                  </a:cubicBezTo>
                  <a:lnTo>
                    <a:pt x="3173377" y="111229"/>
                  </a:lnTo>
                  <a:cubicBezTo>
                    <a:pt x="3173715" y="123529"/>
                    <a:pt x="3183318" y="133577"/>
                    <a:pt x="3195592" y="134466"/>
                  </a:cubicBezTo>
                  <a:cubicBezTo>
                    <a:pt x="3206696" y="135585"/>
                    <a:pt x="3216605" y="127489"/>
                    <a:pt x="3217723" y="116387"/>
                  </a:cubicBezTo>
                  <a:cubicBezTo>
                    <a:pt x="3217723" y="116383"/>
                    <a:pt x="3217723" y="116383"/>
                    <a:pt x="3217723" y="116383"/>
                  </a:cubicBezTo>
                  <a:cubicBezTo>
                    <a:pt x="3217788" y="115727"/>
                    <a:pt x="3217824" y="115067"/>
                    <a:pt x="3217824" y="114403"/>
                  </a:cubicBezTo>
                  <a:lnTo>
                    <a:pt x="3217824" y="35034"/>
                  </a:lnTo>
                  <a:cubicBezTo>
                    <a:pt x="3217744" y="32149"/>
                    <a:pt x="3217107" y="29308"/>
                    <a:pt x="3215949" y="266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44"/>
            <p:cNvSpPr/>
            <p:nvPr/>
          </p:nvSpPr>
          <p:spPr>
            <a:xfrm>
              <a:off x="4686483" y="1063692"/>
              <a:ext cx="1990538" cy="1149410"/>
            </a:xfrm>
            <a:custGeom>
              <a:avLst/>
              <a:gdLst/>
              <a:ahLst/>
              <a:cxnLst/>
              <a:rect l="l" t="t" r="r" b="b"/>
              <a:pathLst>
                <a:path w="3223544" h="1861392" extrusionOk="0">
                  <a:moveTo>
                    <a:pt x="27141" y="1867924"/>
                  </a:moveTo>
                  <a:cubicBezTo>
                    <a:pt x="20630" y="1867924"/>
                    <a:pt x="14937" y="1865023"/>
                    <a:pt x="11484" y="1859510"/>
                  </a:cubicBezTo>
                  <a:lnTo>
                    <a:pt x="10768" y="1857989"/>
                  </a:lnTo>
                  <a:cubicBezTo>
                    <a:pt x="5702" y="1843158"/>
                    <a:pt x="10212" y="1826738"/>
                    <a:pt x="22139" y="1816572"/>
                  </a:cubicBezTo>
                  <a:cubicBezTo>
                    <a:pt x="249082" y="1584994"/>
                    <a:pt x="458319" y="1385385"/>
                    <a:pt x="661364" y="1206785"/>
                  </a:cubicBezTo>
                  <a:cubicBezTo>
                    <a:pt x="664801" y="1203695"/>
                    <a:pt x="668788" y="1201280"/>
                    <a:pt x="673118" y="1199667"/>
                  </a:cubicBezTo>
                  <a:cubicBezTo>
                    <a:pt x="800069" y="1153063"/>
                    <a:pt x="862740" y="1131966"/>
                    <a:pt x="990266" y="1092972"/>
                  </a:cubicBezTo>
                  <a:cubicBezTo>
                    <a:pt x="1096020" y="954436"/>
                    <a:pt x="1205097" y="815329"/>
                    <a:pt x="1314528" y="679486"/>
                  </a:cubicBezTo>
                  <a:cubicBezTo>
                    <a:pt x="1322930" y="666759"/>
                    <a:pt x="1340643" y="662461"/>
                    <a:pt x="1354553" y="670211"/>
                  </a:cubicBezTo>
                  <a:cubicBezTo>
                    <a:pt x="1460898" y="750345"/>
                    <a:pt x="1566833" y="832563"/>
                    <a:pt x="1670345" y="915188"/>
                  </a:cubicBezTo>
                  <a:cubicBezTo>
                    <a:pt x="1775069" y="794160"/>
                    <a:pt x="1882106" y="672452"/>
                    <a:pt x="1988564" y="553368"/>
                  </a:cubicBezTo>
                  <a:cubicBezTo>
                    <a:pt x="1993738" y="547549"/>
                    <a:pt x="2000808" y="543755"/>
                    <a:pt x="2008518" y="542656"/>
                  </a:cubicBezTo>
                  <a:cubicBezTo>
                    <a:pt x="2230885" y="514542"/>
                    <a:pt x="2454637" y="498729"/>
                    <a:pt x="2678750" y="495292"/>
                  </a:cubicBezTo>
                  <a:cubicBezTo>
                    <a:pt x="2826923" y="350500"/>
                    <a:pt x="2979308" y="205800"/>
                    <a:pt x="3131891" y="64967"/>
                  </a:cubicBezTo>
                  <a:lnTo>
                    <a:pt x="3121027" y="64347"/>
                  </a:lnTo>
                  <a:cubicBezTo>
                    <a:pt x="3105041" y="63393"/>
                    <a:pt x="3092436" y="50377"/>
                    <a:pt x="3091995" y="34370"/>
                  </a:cubicBezTo>
                  <a:cubicBezTo>
                    <a:pt x="3091995" y="33456"/>
                    <a:pt x="3092035" y="32720"/>
                    <a:pt x="3092092" y="31988"/>
                  </a:cubicBezTo>
                  <a:cubicBezTo>
                    <a:pt x="3092673" y="24632"/>
                    <a:pt x="3096181" y="17820"/>
                    <a:pt x="3101829" y="13076"/>
                  </a:cubicBezTo>
                  <a:cubicBezTo>
                    <a:pt x="3107433" y="8312"/>
                    <a:pt x="3114713" y="5990"/>
                    <a:pt x="3122041" y="6638"/>
                  </a:cubicBezTo>
                  <a:cubicBezTo>
                    <a:pt x="3154497" y="8497"/>
                    <a:pt x="3170813" y="9511"/>
                    <a:pt x="3203466" y="11808"/>
                  </a:cubicBezTo>
                  <a:cubicBezTo>
                    <a:pt x="3207204" y="12070"/>
                    <a:pt x="3210856" y="13052"/>
                    <a:pt x="3214222" y="14697"/>
                  </a:cubicBezTo>
                  <a:cubicBezTo>
                    <a:pt x="3221277" y="18013"/>
                    <a:pt x="3226836" y="23852"/>
                    <a:pt x="3229806" y="31058"/>
                  </a:cubicBezTo>
                  <a:cubicBezTo>
                    <a:pt x="3231324" y="34527"/>
                    <a:pt x="3232158" y="38257"/>
                    <a:pt x="3232261" y="42039"/>
                  </a:cubicBezTo>
                  <a:lnTo>
                    <a:pt x="3232261" y="121622"/>
                  </a:lnTo>
                  <a:cubicBezTo>
                    <a:pt x="3232263" y="122539"/>
                    <a:pt x="3232216" y="123453"/>
                    <a:pt x="3232120" y="124366"/>
                  </a:cubicBezTo>
                  <a:cubicBezTo>
                    <a:pt x="3231408" y="131597"/>
                    <a:pt x="3227830" y="138240"/>
                    <a:pt x="3222185" y="142815"/>
                  </a:cubicBezTo>
                  <a:cubicBezTo>
                    <a:pt x="3216570" y="147451"/>
                    <a:pt x="3209325" y="149624"/>
                    <a:pt x="3202086" y="148851"/>
                  </a:cubicBezTo>
                  <a:cubicBezTo>
                    <a:pt x="3186261" y="147736"/>
                    <a:pt x="3173831" y="134744"/>
                    <a:pt x="3173380" y="118652"/>
                  </a:cubicBezTo>
                  <a:lnTo>
                    <a:pt x="3173380" y="107744"/>
                  </a:lnTo>
                  <a:cubicBezTo>
                    <a:pt x="3018540" y="249949"/>
                    <a:pt x="2863222" y="396613"/>
                    <a:pt x="2711585" y="543868"/>
                  </a:cubicBezTo>
                  <a:cubicBezTo>
                    <a:pt x="2706084" y="549304"/>
                    <a:pt x="2698700" y="552414"/>
                    <a:pt x="2690967" y="552551"/>
                  </a:cubicBezTo>
                  <a:cubicBezTo>
                    <a:pt x="2467372" y="555529"/>
                    <a:pt x="2244111" y="570859"/>
                    <a:pt x="2022211" y="598479"/>
                  </a:cubicBezTo>
                  <a:cubicBezTo>
                    <a:pt x="1911419" y="721651"/>
                    <a:pt x="1800394" y="847572"/>
                    <a:pt x="1692162" y="972737"/>
                  </a:cubicBezTo>
                  <a:cubicBezTo>
                    <a:pt x="1682988" y="985009"/>
                    <a:pt x="1665062" y="988309"/>
                    <a:pt x="1651687" y="979883"/>
                  </a:cubicBezTo>
                  <a:cubicBezTo>
                    <a:pt x="1548022" y="896888"/>
                    <a:pt x="1442280" y="814951"/>
                    <a:pt x="1336683" y="735791"/>
                  </a:cubicBezTo>
                  <a:cubicBezTo>
                    <a:pt x="1230660" y="866629"/>
                    <a:pt x="1125389" y="1000247"/>
                    <a:pt x="1023692" y="1133017"/>
                  </a:cubicBezTo>
                  <a:cubicBezTo>
                    <a:pt x="1018940" y="1139282"/>
                    <a:pt x="1012369" y="1143925"/>
                    <a:pt x="1004880" y="1146319"/>
                  </a:cubicBezTo>
                  <a:cubicBezTo>
                    <a:pt x="874731" y="1185934"/>
                    <a:pt x="811456" y="1207115"/>
                    <a:pt x="683729" y="1253847"/>
                  </a:cubicBezTo>
                  <a:cubicBezTo>
                    <a:pt x="484599" y="1428585"/>
                    <a:pt x="283240" y="1620178"/>
                    <a:pt x="50157" y="1856685"/>
                  </a:cubicBezTo>
                  <a:cubicBezTo>
                    <a:pt x="47006" y="1860062"/>
                    <a:pt x="43264" y="1862836"/>
                    <a:pt x="39119" y="1864874"/>
                  </a:cubicBezTo>
                  <a:cubicBezTo>
                    <a:pt x="35035" y="1866926"/>
                    <a:pt x="30947" y="1867924"/>
                    <a:pt x="27141" y="1867924"/>
                  </a:cubicBezTo>
                  <a:close/>
                  <a:moveTo>
                    <a:pt x="24127" y="1852396"/>
                  </a:moveTo>
                  <a:cubicBezTo>
                    <a:pt x="26408" y="1854810"/>
                    <a:pt x="31201" y="1852718"/>
                    <a:pt x="32681" y="1851957"/>
                  </a:cubicBezTo>
                  <a:cubicBezTo>
                    <a:pt x="35333" y="1850657"/>
                    <a:pt x="37719" y="1848876"/>
                    <a:pt x="39719" y="1846706"/>
                  </a:cubicBezTo>
                  <a:cubicBezTo>
                    <a:pt x="273607" y="1609399"/>
                    <a:pt x="475497" y="1417326"/>
                    <a:pt x="675210" y="1242106"/>
                  </a:cubicBezTo>
                  <a:lnTo>
                    <a:pt x="677492" y="1240754"/>
                  </a:lnTo>
                  <a:cubicBezTo>
                    <a:pt x="806374" y="1193587"/>
                    <a:pt x="869777" y="1172349"/>
                    <a:pt x="1000559" y="1132550"/>
                  </a:cubicBezTo>
                  <a:cubicBezTo>
                    <a:pt x="1005202" y="1131045"/>
                    <a:pt x="1009274" y="1128152"/>
                    <a:pt x="1012228" y="1124265"/>
                  </a:cubicBezTo>
                  <a:cubicBezTo>
                    <a:pt x="1115402" y="989548"/>
                    <a:pt x="1222271" y="853974"/>
                    <a:pt x="1329839" y="721305"/>
                  </a:cubicBezTo>
                  <a:lnTo>
                    <a:pt x="1334221" y="715921"/>
                  </a:lnTo>
                  <a:lnTo>
                    <a:pt x="1339774" y="720078"/>
                  </a:lnTo>
                  <a:cubicBezTo>
                    <a:pt x="1447346" y="800606"/>
                    <a:pt x="1555087" y="884076"/>
                    <a:pt x="1660036" y="968141"/>
                  </a:cubicBezTo>
                  <a:cubicBezTo>
                    <a:pt x="1666474" y="972165"/>
                    <a:pt x="1675906" y="970399"/>
                    <a:pt x="1680924" y="963687"/>
                  </a:cubicBezTo>
                  <a:cubicBezTo>
                    <a:pt x="1790114" y="837376"/>
                    <a:pt x="1901830" y="710707"/>
                    <a:pt x="2013245" y="586830"/>
                  </a:cubicBezTo>
                  <a:lnTo>
                    <a:pt x="2015052" y="584818"/>
                  </a:lnTo>
                  <a:lnTo>
                    <a:pt x="2017712" y="584480"/>
                  </a:lnTo>
                  <a:cubicBezTo>
                    <a:pt x="2241017" y="556583"/>
                    <a:pt x="2465698" y="541099"/>
                    <a:pt x="2690721" y="538098"/>
                  </a:cubicBezTo>
                  <a:cubicBezTo>
                    <a:pt x="2694757" y="538025"/>
                    <a:pt x="2698608" y="536391"/>
                    <a:pt x="2701473" y="533547"/>
                  </a:cubicBezTo>
                  <a:cubicBezTo>
                    <a:pt x="2857226" y="382316"/>
                    <a:pt x="3016774" y="231761"/>
                    <a:pt x="3175726" y="85999"/>
                  </a:cubicBezTo>
                  <a:lnTo>
                    <a:pt x="3187798" y="74910"/>
                  </a:lnTo>
                  <a:lnTo>
                    <a:pt x="3187798" y="118439"/>
                  </a:lnTo>
                  <a:cubicBezTo>
                    <a:pt x="3188083" y="126974"/>
                    <a:pt x="3194792" y="133902"/>
                    <a:pt x="3203313" y="134466"/>
                  </a:cubicBezTo>
                  <a:cubicBezTo>
                    <a:pt x="3206811" y="134921"/>
                    <a:pt x="3210340" y="133899"/>
                    <a:pt x="3213055" y="131649"/>
                  </a:cubicBezTo>
                  <a:cubicBezTo>
                    <a:pt x="3215724" y="129468"/>
                    <a:pt x="3217417" y="126314"/>
                    <a:pt x="3217759" y="122881"/>
                  </a:cubicBezTo>
                  <a:lnTo>
                    <a:pt x="3217815" y="42256"/>
                  </a:lnTo>
                  <a:cubicBezTo>
                    <a:pt x="3217740" y="40365"/>
                    <a:pt x="3217310" y="38506"/>
                    <a:pt x="3216548" y="36776"/>
                  </a:cubicBezTo>
                  <a:lnTo>
                    <a:pt x="3216491" y="36635"/>
                  </a:lnTo>
                  <a:cubicBezTo>
                    <a:pt x="3214869" y="32704"/>
                    <a:pt x="3211832" y="29525"/>
                    <a:pt x="3207981" y="27727"/>
                  </a:cubicBezTo>
                  <a:cubicBezTo>
                    <a:pt x="3206252" y="26865"/>
                    <a:pt x="3204368" y="26350"/>
                    <a:pt x="3202440" y="26218"/>
                  </a:cubicBezTo>
                  <a:cubicBezTo>
                    <a:pt x="3169872" y="23920"/>
                    <a:pt x="3153583" y="22906"/>
                    <a:pt x="3121015" y="21031"/>
                  </a:cubicBezTo>
                  <a:cubicBezTo>
                    <a:pt x="3117442" y="20693"/>
                    <a:pt x="3113883" y="21800"/>
                    <a:pt x="3111132" y="24105"/>
                  </a:cubicBezTo>
                  <a:cubicBezTo>
                    <a:pt x="3108427" y="26362"/>
                    <a:pt x="3106741" y="29614"/>
                    <a:pt x="3106456" y="33126"/>
                  </a:cubicBezTo>
                  <a:cubicBezTo>
                    <a:pt x="3106609" y="42470"/>
                    <a:pt x="3113373" y="49459"/>
                    <a:pt x="3121815" y="49922"/>
                  </a:cubicBezTo>
                  <a:lnTo>
                    <a:pt x="3166689" y="52461"/>
                  </a:lnTo>
                  <a:lnTo>
                    <a:pt x="3154159" y="64001"/>
                  </a:lnTo>
                  <a:cubicBezTo>
                    <a:pt x="2996812" y="209051"/>
                    <a:pt x="2839550" y="358302"/>
                    <a:pt x="2686782" y="507621"/>
                  </a:cubicBezTo>
                  <a:lnTo>
                    <a:pt x="2684726" y="509633"/>
                  </a:lnTo>
                  <a:lnTo>
                    <a:pt x="2681849" y="509677"/>
                  </a:lnTo>
                  <a:cubicBezTo>
                    <a:pt x="2457345" y="513021"/>
                    <a:pt x="2233195" y="528803"/>
                    <a:pt x="2010437" y="556957"/>
                  </a:cubicBezTo>
                  <a:cubicBezTo>
                    <a:pt x="2006148" y="557589"/>
                    <a:pt x="2002220" y="559709"/>
                    <a:pt x="1999343" y="562949"/>
                  </a:cubicBezTo>
                  <a:cubicBezTo>
                    <a:pt x="1891381" y="683723"/>
                    <a:pt x="1782835" y="807161"/>
                    <a:pt x="1676715" y="929871"/>
                  </a:cubicBezTo>
                  <a:lnTo>
                    <a:pt x="1672180" y="935102"/>
                  </a:lnTo>
                  <a:lnTo>
                    <a:pt x="1666752" y="930772"/>
                  </a:lnTo>
                  <a:cubicBezTo>
                    <a:pt x="1561634" y="846779"/>
                    <a:pt x="1453949" y="763165"/>
                    <a:pt x="1346691" y="682258"/>
                  </a:cubicBezTo>
                  <a:cubicBezTo>
                    <a:pt x="1340204" y="678693"/>
                    <a:pt x="1330821" y="680963"/>
                    <a:pt x="1326169" y="687980"/>
                  </a:cubicBezTo>
                  <a:cubicBezTo>
                    <a:pt x="1215917" y="824878"/>
                    <a:pt x="1106445" y="964528"/>
                    <a:pt x="1000326" y="1103566"/>
                  </a:cubicBezTo>
                  <a:lnTo>
                    <a:pt x="998917" y="1105413"/>
                  </a:lnTo>
                  <a:lnTo>
                    <a:pt x="996704" y="1106089"/>
                  </a:lnTo>
                  <a:cubicBezTo>
                    <a:pt x="867995" y="1145410"/>
                    <a:pt x="805481" y="1166446"/>
                    <a:pt x="678136" y="1213183"/>
                  </a:cubicBezTo>
                  <a:cubicBezTo>
                    <a:pt x="675492" y="1214181"/>
                    <a:pt x="673054" y="1215662"/>
                    <a:pt x="670949" y="1217549"/>
                  </a:cubicBezTo>
                  <a:cubicBezTo>
                    <a:pt x="468109" y="1395980"/>
                    <a:pt x="259125" y="1595339"/>
                    <a:pt x="31989" y="1827082"/>
                  </a:cubicBezTo>
                  <a:cubicBezTo>
                    <a:pt x="24352" y="1833677"/>
                    <a:pt x="21491" y="1843363"/>
                    <a:pt x="24127" y="1852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44"/>
            <p:cNvSpPr/>
            <p:nvPr/>
          </p:nvSpPr>
          <p:spPr>
            <a:xfrm>
              <a:off x="5069584" y="1152386"/>
              <a:ext cx="1513034" cy="695963"/>
            </a:xfrm>
            <a:custGeom>
              <a:avLst/>
              <a:gdLst/>
              <a:ahLst/>
              <a:cxnLst/>
              <a:rect l="l" t="t" r="r" b="b"/>
              <a:pathLst>
                <a:path w="2450258" h="1127065" extrusionOk="0">
                  <a:moveTo>
                    <a:pt x="100064" y="1067432"/>
                  </a:moveTo>
                  <a:cubicBezTo>
                    <a:pt x="98294" y="1095563"/>
                    <a:pt x="80489" y="1120164"/>
                    <a:pt x="54318" y="1130638"/>
                  </a:cubicBezTo>
                  <a:cubicBezTo>
                    <a:pt x="29064" y="1139893"/>
                    <a:pt x="8716" y="1126743"/>
                    <a:pt x="8716" y="1100910"/>
                  </a:cubicBezTo>
                  <a:cubicBezTo>
                    <a:pt x="10422" y="1072731"/>
                    <a:pt x="28159" y="1048037"/>
                    <a:pt x="54318" y="1037419"/>
                  </a:cubicBezTo>
                  <a:cubicBezTo>
                    <a:pt x="79571" y="1028164"/>
                    <a:pt x="100064" y="1041599"/>
                    <a:pt x="100064" y="1067432"/>
                  </a:cubicBezTo>
                  <a:close/>
                  <a:moveTo>
                    <a:pt x="425928" y="945511"/>
                  </a:moveTo>
                  <a:cubicBezTo>
                    <a:pt x="418725" y="928490"/>
                    <a:pt x="399093" y="920527"/>
                    <a:pt x="382069" y="927718"/>
                  </a:cubicBezTo>
                  <a:cubicBezTo>
                    <a:pt x="355656" y="936675"/>
                    <a:pt x="337324" y="960773"/>
                    <a:pt x="335743" y="988618"/>
                  </a:cubicBezTo>
                  <a:cubicBezTo>
                    <a:pt x="335429" y="993825"/>
                    <a:pt x="336342" y="999036"/>
                    <a:pt x="338418" y="1003824"/>
                  </a:cubicBezTo>
                  <a:cubicBezTo>
                    <a:pt x="345705" y="1020643"/>
                    <a:pt x="365249" y="1028373"/>
                    <a:pt x="382069" y="1021086"/>
                  </a:cubicBezTo>
                  <a:cubicBezTo>
                    <a:pt x="408541" y="1012354"/>
                    <a:pt x="426974" y="988308"/>
                    <a:pt x="428535" y="960475"/>
                  </a:cubicBezTo>
                  <a:cubicBezTo>
                    <a:pt x="428821" y="955361"/>
                    <a:pt x="427928" y="950247"/>
                    <a:pt x="425928" y="945531"/>
                  </a:cubicBezTo>
                  <a:close/>
                  <a:moveTo>
                    <a:pt x="1096133" y="792928"/>
                  </a:moveTo>
                  <a:cubicBezTo>
                    <a:pt x="1091022" y="772516"/>
                    <a:pt x="1070336" y="760114"/>
                    <a:pt x="1049923" y="765224"/>
                  </a:cubicBezTo>
                  <a:cubicBezTo>
                    <a:pt x="1049923" y="765224"/>
                    <a:pt x="1049919" y="765224"/>
                    <a:pt x="1049919" y="765224"/>
                  </a:cubicBezTo>
                  <a:cubicBezTo>
                    <a:pt x="1023274" y="770628"/>
                    <a:pt x="1003742" y="793500"/>
                    <a:pt x="1002579" y="820660"/>
                  </a:cubicBezTo>
                  <a:cubicBezTo>
                    <a:pt x="1002483" y="824173"/>
                    <a:pt x="1002877" y="827686"/>
                    <a:pt x="1003746" y="831090"/>
                  </a:cubicBezTo>
                  <a:cubicBezTo>
                    <a:pt x="1008941" y="851394"/>
                    <a:pt x="1029607" y="863643"/>
                    <a:pt x="1049911" y="858452"/>
                  </a:cubicBezTo>
                  <a:cubicBezTo>
                    <a:pt x="1076472" y="853116"/>
                    <a:pt x="1095988" y="830386"/>
                    <a:pt x="1097247" y="803326"/>
                  </a:cubicBezTo>
                  <a:cubicBezTo>
                    <a:pt x="1097352" y="799833"/>
                    <a:pt x="1096978" y="796341"/>
                    <a:pt x="1096133" y="792948"/>
                  </a:cubicBezTo>
                  <a:close/>
                  <a:moveTo>
                    <a:pt x="1435363" y="414132"/>
                  </a:moveTo>
                  <a:cubicBezTo>
                    <a:pt x="1431537" y="391904"/>
                    <a:pt x="1410416" y="376988"/>
                    <a:pt x="1388188" y="380815"/>
                  </a:cubicBezTo>
                  <a:cubicBezTo>
                    <a:pt x="1388188" y="380815"/>
                    <a:pt x="1388188" y="380815"/>
                    <a:pt x="1388188" y="380815"/>
                  </a:cubicBezTo>
                  <a:cubicBezTo>
                    <a:pt x="1361631" y="384573"/>
                    <a:pt x="1341581" y="406812"/>
                    <a:pt x="1340579" y="433615"/>
                  </a:cubicBezTo>
                  <a:cubicBezTo>
                    <a:pt x="1340550" y="436146"/>
                    <a:pt x="1340756" y="438673"/>
                    <a:pt x="1341198" y="441168"/>
                  </a:cubicBezTo>
                  <a:cubicBezTo>
                    <a:pt x="1345105" y="463222"/>
                    <a:pt x="1366150" y="477929"/>
                    <a:pt x="1388204" y="474022"/>
                  </a:cubicBezTo>
                  <a:cubicBezTo>
                    <a:pt x="1388204" y="474022"/>
                    <a:pt x="1388204" y="474022"/>
                    <a:pt x="1388204" y="474022"/>
                  </a:cubicBezTo>
                  <a:cubicBezTo>
                    <a:pt x="1414749" y="470513"/>
                    <a:pt x="1434905" y="448394"/>
                    <a:pt x="1435943" y="421640"/>
                  </a:cubicBezTo>
                  <a:cubicBezTo>
                    <a:pt x="1435983" y="419125"/>
                    <a:pt x="1435790" y="416610"/>
                    <a:pt x="1435363" y="414132"/>
                  </a:cubicBezTo>
                  <a:close/>
                  <a:moveTo>
                    <a:pt x="1776719" y="385611"/>
                  </a:moveTo>
                  <a:cubicBezTo>
                    <a:pt x="1774164" y="361838"/>
                    <a:pt x="1752821" y="344637"/>
                    <a:pt x="1729049" y="347188"/>
                  </a:cubicBezTo>
                  <a:cubicBezTo>
                    <a:pt x="1702536" y="349107"/>
                    <a:pt x="1681809" y="370835"/>
                    <a:pt x="1681137" y="397409"/>
                  </a:cubicBezTo>
                  <a:cubicBezTo>
                    <a:pt x="1681129" y="399034"/>
                    <a:pt x="1681210" y="400660"/>
                    <a:pt x="1681383" y="402278"/>
                  </a:cubicBezTo>
                  <a:cubicBezTo>
                    <a:pt x="1683934" y="426050"/>
                    <a:pt x="1705276" y="443256"/>
                    <a:pt x="1729049" y="440705"/>
                  </a:cubicBezTo>
                  <a:cubicBezTo>
                    <a:pt x="1755461" y="438930"/>
                    <a:pt x="1776204" y="417375"/>
                    <a:pt x="1776960" y="390914"/>
                  </a:cubicBezTo>
                  <a:cubicBezTo>
                    <a:pt x="1776988" y="389140"/>
                    <a:pt x="1776908" y="387361"/>
                    <a:pt x="1776719" y="385595"/>
                  </a:cubicBezTo>
                  <a:close/>
                  <a:moveTo>
                    <a:pt x="2117660" y="378481"/>
                  </a:moveTo>
                  <a:cubicBezTo>
                    <a:pt x="2116863" y="352753"/>
                    <a:pt x="2095360" y="332541"/>
                    <a:pt x="2069631" y="333338"/>
                  </a:cubicBezTo>
                  <a:cubicBezTo>
                    <a:pt x="2069627" y="333338"/>
                    <a:pt x="2069627" y="333338"/>
                    <a:pt x="2069623" y="333338"/>
                  </a:cubicBezTo>
                  <a:cubicBezTo>
                    <a:pt x="2043396" y="333491"/>
                    <a:pt x="2022102" y="354591"/>
                    <a:pt x="2021712" y="380819"/>
                  </a:cubicBezTo>
                  <a:cubicBezTo>
                    <a:pt x="2021712" y="381068"/>
                    <a:pt x="2021712" y="381318"/>
                    <a:pt x="2021712" y="381567"/>
                  </a:cubicBezTo>
                  <a:cubicBezTo>
                    <a:pt x="2022509" y="407215"/>
                    <a:pt x="2043947" y="427362"/>
                    <a:pt x="2069595" y="426565"/>
                  </a:cubicBezTo>
                  <a:cubicBezTo>
                    <a:pt x="2069595" y="426565"/>
                    <a:pt x="2069595" y="426565"/>
                    <a:pt x="2069595" y="426565"/>
                  </a:cubicBezTo>
                  <a:cubicBezTo>
                    <a:pt x="2095746" y="426569"/>
                    <a:pt x="2117100" y="405666"/>
                    <a:pt x="2117651" y="379519"/>
                  </a:cubicBezTo>
                  <a:cubicBezTo>
                    <a:pt x="2117676" y="379153"/>
                    <a:pt x="2117672" y="378811"/>
                    <a:pt x="2117660" y="378465"/>
                  </a:cubicBezTo>
                  <a:close/>
                  <a:moveTo>
                    <a:pt x="2411063" y="6617"/>
                  </a:moveTo>
                  <a:cubicBezTo>
                    <a:pt x="2410258" y="6565"/>
                    <a:pt x="2409454" y="6541"/>
                    <a:pt x="2408673" y="6532"/>
                  </a:cubicBezTo>
                  <a:cubicBezTo>
                    <a:pt x="2383727" y="6339"/>
                    <a:pt x="2363347" y="26402"/>
                    <a:pt x="2363152" y="51350"/>
                  </a:cubicBezTo>
                  <a:cubicBezTo>
                    <a:pt x="2363899" y="77545"/>
                    <a:pt x="2384875" y="98646"/>
                    <a:pt x="2411063" y="99551"/>
                  </a:cubicBezTo>
                  <a:cubicBezTo>
                    <a:pt x="2412065" y="99623"/>
                    <a:pt x="2413075" y="99660"/>
                    <a:pt x="2414065" y="99663"/>
                  </a:cubicBezTo>
                  <a:cubicBezTo>
                    <a:pt x="2438772" y="99760"/>
                    <a:pt x="2458879" y="79806"/>
                    <a:pt x="2458975" y="55100"/>
                  </a:cubicBezTo>
                  <a:cubicBezTo>
                    <a:pt x="2458975" y="55096"/>
                    <a:pt x="2458975" y="55092"/>
                    <a:pt x="2458975" y="55088"/>
                  </a:cubicBezTo>
                  <a:cubicBezTo>
                    <a:pt x="2458238" y="28841"/>
                    <a:pt x="2437299" y="7651"/>
                    <a:pt x="2411063" y="6601"/>
                  </a:cubicBezTo>
                  <a:close/>
                  <a:moveTo>
                    <a:pt x="759344" y="527728"/>
                  </a:moveTo>
                  <a:cubicBezTo>
                    <a:pt x="753115" y="509053"/>
                    <a:pt x="732928" y="498965"/>
                    <a:pt x="714254" y="505194"/>
                  </a:cubicBezTo>
                  <a:cubicBezTo>
                    <a:pt x="714254" y="505194"/>
                    <a:pt x="714254" y="505194"/>
                    <a:pt x="714254" y="505194"/>
                  </a:cubicBezTo>
                  <a:cubicBezTo>
                    <a:pt x="687781" y="512268"/>
                    <a:pt x="668857" y="535558"/>
                    <a:pt x="667352" y="562920"/>
                  </a:cubicBezTo>
                  <a:cubicBezTo>
                    <a:pt x="667175" y="567290"/>
                    <a:pt x="667803" y="571655"/>
                    <a:pt x="669211" y="575796"/>
                  </a:cubicBezTo>
                  <a:cubicBezTo>
                    <a:pt x="675525" y="594358"/>
                    <a:pt x="695692" y="604289"/>
                    <a:pt x="714254" y="597975"/>
                  </a:cubicBezTo>
                  <a:cubicBezTo>
                    <a:pt x="740746" y="590941"/>
                    <a:pt x="759686" y="567632"/>
                    <a:pt x="761151" y="540262"/>
                  </a:cubicBezTo>
                  <a:cubicBezTo>
                    <a:pt x="761300" y="536009"/>
                    <a:pt x="760688" y="531764"/>
                    <a:pt x="759344" y="5277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44"/>
            <p:cNvSpPr/>
            <p:nvPr/>
          </p:nvSpPr>
          <p:spPr>
            <a:xfrm>
              <a:off x="5066242" y="1783289"/>
              <a:ext cx="63095" cy="67900"/>
            </a:xfrm>
            <a:custGeom>
              <a:avLst/>
              <a:gdLst/>
              <a:ahLst/>
              <a:cxnLst/>
              <a:rect l="l" t="t" r="r" b="b"/>
              <a:pathLst>
                <a:path w="102178" h="109959" extrusionOk="0">
                  <a:moveTo>
                    <a:pt x="44069" y="116491"/>
                  </a:moveTo>
                  <a:cubicBezTo>
                    <a:pt x="36424" y="116491"/>
                    <a:pt x="29467" y="114419"/>
                    <a:pt x="23604" y="110318"/>
                  </a:cubicBezTo>
                  <a:cubicBezTo>
                    <a:pt x="14007" y="103611"/>
                    <a:pt x="8716" y="92264"/>
                    <a:pt x="8716" y="78381"/>
                  </a:cubicBezTo>
                  <a:cubicBezTo>
                    <a:pt x="10547" y="47969"/>
                    <a:pt x="29768" y="21207"/>
                    <a:pt x="57702" y="9864"/>
                  </a:cubicBezTo>
                  <a:cubicBezTo>
                    <a:pt x="72135" y="4565"/>
                    <a:pt x="85635" y="5623"/>
                    <a:pt x="95851" y="12765"/>
                  </a:cubicBezTo>
                  <a:cubicBezTo>
                    <a:pt x="105549" y="19545"/>
                    <a:pt x="110888" y="30961"/>
                    <a:pt x="110888" y="44899"/>
                  </a:cubicBezTo>
                  <a:cubicBezTo>
                    <a:pt x="110896" y="45012"/>
                    <a:pt x="110896" y="45125"/>
                    <a:pt x="110888" y="45237"/>
                  </a:cubicBezTo>
                  <a:cubicBezTo>
                    <a:pt x="108901" y="75424"/>
                    <a:pt x="89808" y="101808"/>
                    <a:pt x="61758" y="113135"/>
                  </a:cubicBezTo>
                  <a:cubicBezTo>
                    <a:pt x="55626" y="115376"/>
                    <a:pt x="49662" y="116491"/>
                    <a:pt x="44069" y="116491"/>
                  </a:cubicBezTo>
                  <a:close/>
                  <a:moveTo>
                    <a:pt x="75185" y="17360"/>
                  </a:moveTo>
                  <a:cubicBezTo>
                    <a:pt x="70538" y="17425"/>
                    <a:pt x="65938" y="18306"/>
                    <a:pt x="61601" y="19968"/>
                  </a:cubicBezTo>
                  <a:cubicBezTo>
                    <a:pt x="37683" y="29677"/>
                    <a:pt x="21109" y="52762"/>
                    <a:pt x="19532" y="78715"/>
                  </a:cubicBezTo>
                  <a:cubicBezTo>
                    <a:pt x="19532" y="88638"/>
                    <a:pt x="23198" y="96822"/>
                    <a:pt x="29805" y="101462"/>
                  </a:cubicBezTo>
                  <a:cubicBezTo>
                    <a:pt x="36995" y="106451"/>
                    <a:pt x="46958" y="107015"/>
                    <a:pt x="57879" y="103027"/>
                  </a:cubicBezTo>
                  <a:cubicBezTo>
                    <a:pt x="81768" y="93471"/>
                    <a:pt x="98382" y="70583"/>
                    <a:pt x="100072" y="44738"/>
                  </a:cubicBezTo>
                  <a:cubicBezTo>
                    <a:pt x="100032" y="34506"/>
                    <a:pt x="96338" y="26317"/>
                    <a:pt x="89659" y="21638"/>
                  </a:cubicBezTo>
                  <a:cubicBezTo>
                    <a:pt x="85587" y="18785"/>
                    <a:pt x="80653" y="17360"/>
                    <a:pt x="75185" y="17360"/>
                  </a:cubicBezTo>
                  <a:close/>
                  <a:moveTo>
                    <a:pt x="105484" y="44899"/>
                  </a:moveTo>
                  <a:lnTo>
                    <a:pt x="105484" y="448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4"/>
            <p:cNvSpPr/>
            <p:nvPr/>
          </p:nvSpPr>
          <p:spPr>
            <a:xfrm>
              <a:off x="5267977" y="1715760"/>
              <a:ext cx="64042" cy="67743"/>
            </a:xfrm>
            <a:custGeom>
              <a:avLst/>
              <a:gdLst/>
              <a:ahLst/>
              <a:cxnLst/>
              <a:rect l="l" t="t" r="r" b="b"/>
              <a:pathLst>
                <a:path w="103711" h="109706" extrusionOk="0">
                  <a:moveTo>
                    <a:pt x="47361" y="116238"/>
                  </a:moveTo>
                  <a:cubicBezTo>
                    <a:pt x="31950" y="116197"/>
                    <a:pt x="18028" y="107035"/>
                    <a:pt x="11888" y="92900"/>
                  </a:cubicBezTo>
                  <a:cubicBezTo>
                    <a:pt x="9477" y="87323"/>
                    <a:pt x="8415" y="81259"/>
                    <a:pt x="8789" y="75195"/>
                  </a:cubicBezTo>
                  <a:cubicBezTo>
                    <a:pt x="10407" y="45121"/>
                    <a:pt x="30220" y="19083"/>
                    <a:pt x="58777" y="9506"/>
                  </a:cubicBezTo>
                  <a:cubicBezTo>
                    <a:pt x="68165" y="5563"/>
                    <a:pt x="78743" y="5539"/>
                    <a:pt x="88151" y="9438"/>
                  </a:cubicBezTo>
                  <a:cubicBezTo>
                    <a:pt x="97727" y="13281"/>
                    <a:pt x="105365" y="20797"/>
                    <a:pt x="109360" y="30309"/>
                  </a:cubicBezTo>
                  <a:cubicBezTo>
                    <a:pt x="111682" y="35798"/>
                    <a:pt x="112708" y="41749"/>
                    <a:pt x="112362" y="47700"/>
                  </a:cubicBezTo>
                  <a:lnTo>
                    <a:pt x="112362" y="47700"/>
                  </a:lnTo>
                  <a:cubicBezTo>
                    <a:pt x="110789" y="77794"/>
                    <a:pt x="90847" y="103812"/>
                    <a:pt x="62193" y="113147"/>
                  </a:cubicBezTo>
                  <a:cubicBezTo>
                    <a:pt x="57513" y="115183"/>
                    <a:pt x="52464" y="116234"/>
                    <a:pt x="47361" y="116238"/>
                  </a:cubicBezTo>
                  <a:close/>
                  <a:moveTo>
                    <a:pt x="73544" y="17405"/>
                  </a:moveTo>
                  <a:cubicBezTo>
                    <a:pt x="69790" y="17409"/>
                    <a:pt x="66076" y="18169"/>
                    <a:pt x="62624" y="19646"/>
                  </a:cubicBezTo>
                  <a:cubicBezTo>
                    <a:pt x="37793" y="28060"/>
                    <a:pt x="21050" y="50074"/>
                    <a:pt x="19569" y="75863"/>
                  </a:cubicBezTo>
                  <a:cubicBezTo>
                    <a:pt x="19308" y="80229"/>
                    <a:pt x="20068" y="84598"/>
                    <a:pt x="21794" y="88618"/>
                  </a:cubicBezTo>
                  <a:cubicBezTo>
                    <a:pt x="24719" y="95386"/>
                    <a:pt x="30224" y="100706"/>
                    <a:pt x="37085" y="103402"/>
                  </a:cubicBezTo>
                  <a:cubicBezTo>
                    <a:pt x="43933" y="106146"/>
                    <a:pt x="51599" y="106025"/>
                    <a:pt x="58354" y="103064"/>
                  </a:cubicBezTo>
                  <a:cubicBezTo>
                    <a:pt x="83338" y="94791"/>
                    <a:pt x="100126" y="72885"/>
                    <a:pt x="101574" y="47101"/>
                  </a:cubicBezTo>
                  <a:lnTo>
                    <a:pt x="101574" y="47101"/>
                  </a:lnTo>
                  <a:cubicBezTo>
                    <a:pt x="101816" y="42807"/>
                    <a:pt x="101067" y="38514"/>
                    <a:pt x="99393" y="34554"/>
                  </a:cubicBezTo>
                  <a:cubicBezTo>
                    <a:pt x="96516" y="27686"/>
                    <a:pt x="91012" y="22258"/>
                    <a:pt x="84103" y="19477"/>
                  </a:cubicBezTo>
                  <a:cubicBezTo>
                    <a:pt x="80751" y="18113"/>
                    <a:pt x="77166" y="17409"/>
                    <a:pt x="73544" y="17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4"/>
            <p:cNvSpPr/>
            <p:nvPr/>
          </p:nvSpPr>
          <p:spPr>
            <a:xfrm>
              <a:off x="5679456" y="1616442"/>
              <a:ext cx="65165" cy="65733"/>
            </a:xfrm>
            <a:custGeom>
              <a:avLst/>
              <a:gdLst/>
              <a:ahLst/>
              <a:cxnLst/>
              <a:rect l="l" t="t" r="r" b="b"/>
              <a:pathLst>
                <a:path w="105530" h="106451" extrusionOk="0">
                  <a:moveTo>
                    <a:pt x="52012" y="112982"/>
                  </a:moveTo>
                  <a:cubicBezTo>
                    <a:pt x="44246" y="112970"/>
                    <a:pt x="36625" y="110862"/>
                    <a:pt x="29958" y="106878"/>
                  </a:cubicBezTo>
                  <a:cubicBezTo>
                    <a:pt x="20043" y="101040"/>
                    <a:pt x="12876" y="91475"/>
                    <a:pt x="10060" y="80321"/>
                  </a:cubicBezTo>
                  <a:cubicBezTo>
                    <a:pt x="9070" y="76426"/>
                    <a:pt x="8623" y="72414"/>
                    <a:pt x="8732" y="68398"/>
                  </a:cubicBezTo>
                  <a:cubicBezTo>
                    <a:pt x="9943" y="38711"/>
                    <a:pt x="31281" y="13695"/>
                    <a:pt x="60406" y="7820"/>
                  </a:cubicBezTo>
                  <a:cubicBezTo>
                    <a:pt x="83406" y="2042"/>
                    <a:pt x="107126" y="16234"/>
                    <a:pt x="112944" y="39516"/>
                  </a:cubicBezTo>
                  <a:cubicBezTo>
                    <a:pt x="113914" y="43395"/>
                    <a:pt x="114345" y="47386"/>
                    <a:pt x="114228" y="51382"/>
                  </a:cubicBezTo>
                  <a:lnTo>
                    <a:pt x="114228" y="51482"/>
                  </a:lnTo>
                  <a:cubicBezTo>
                    <a:pt x="112884" y="81041"/>
                    <a:pt x="91554" y="105872"/>
                    <a:pt x="62534" y="111658"/>
                  </a:cubicBezTo>
                  <a:cubicBezTo>
                    <a:pt x="59098" y="112539"/>
                    <a:pt x="55561" y="112982"/>
                    <a:pt x="52012" y="112982"/>
                  </a:cubicBezTo>
                  <a:close/>
                  <a:moveTo>
                    <a:pt x="70715" y="17389"/>
                  </a:moveTo>
                  <a:cubicBezTo>
                    <a:pt x="68039" y="17393"/>
                    <a:pt x="65375" y="17723"/>
                    <a:pt x="62780" y="18378"/>
                  </a:cubicBezTo>
                  <a:cubicBezTo>
                    <a:pt x="38299" y="23352"/>
                    <a:pt x="20614" y="44054"/>
                    <a:pt x="19556" y="68789"/>
                  </a:cubicBezTo>
                  <a:cubicBezTo>
                    <a:pt x="19483" y="71770"/>
                    <a:pt x="19814" y="74748"/>
                    <a:pt x="20542" y="77641"/>
                  </a:cubicBezTo>
                  <a:cubicBezTo>
                    <a:pt x="22658" y="86007"/>
                    <a:pt x="28042" y="93177"/>
                    <a:pt x="35482" y="97551"/>
                  </a:cubicBezTo>
                  <a:cubicBezTo>
                    <a:pt x="42894" y="101981"/>
                    <a:pt x="51775" y="103257"/>
                    <a:pt x="60132" y="101092"/>
                  </a:cubicBezTo>
                  <a:cubicBezTo>
                    <a:pt x="84569" y="96187"/>
                    <a:pt x="102241" y="75625"/>
                    <a:pt x="103396" y="51020"/>
                  </a:cubicBezTo>
                  <a:cubicBezTo>
                    <a:pt x="103484" y="48030"/>
                    <a:pt x="103163" y="45040"/>
                    <a:pt x="102438" y="42139"/>
                  </a:cubicBezTo>
                  <a:cubicBezTo>
                    <a:pt x="98777" y="27601"/>
                    <a:pt x="85707" y="17405"/>
                    <a:pt x="70715" y="17389"/>
                  </a:cubicBezTo>
                  <a:close/>
                  <a:moveTo>
                    <a:pt x="108808" y="51229"/>
                  </a:moveTo>
                  <a:lnTo>
                    <a:pt x="108808" y="512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44"/>
            <p:cNvSpPr/>
            <p:nvPr/>
          </p:nvSpPr>
          <p:spPr>
            <a:xfrm>
              <a:off x="5888005" y="1379586"/>
              <a:ext cx="65587" cy="65033"/>
            </a:xfrm>
            <a:custGeom>
              <a:avLst/>
              <a:gdLst/>
              <a:ahLst/>
              <a:cxnLst/>
              <a:rect l="l" t="t" r="r" b="b"/>
              <a:pathLst>
                <a:path w="106213" h="105317" extrusionOk="0">
                  <a:moveTo>
                    <a:pt x="54534" y="111848"/>
                  </a:moveTo>
                  <a:cubicBezTo>
                    <a:pt x="45154" y="111828"/>
                    <a:pt x="36008" y="108927"/>
                    <a:pt x="28335" y="103535"/>
                  </a:cubicBezTo>
                  <a:cubicBezTo>
                    <a:pt x="18324" y="96574"/>
                    <a:pt x="11511" y="85895"/>
                    <a:pt x="9423" y="73880"/>
                  </a:cubicBezTo>
                  <a:cubicBezTo>
                    <a:pt x="8920" y="71059"/>
                    <a:pt x="8687" y="68194"/>
                    <a:pt x="8719" y="65329"/>
                  </a:cubicBezTo>
                  <a:cubicBezTo>
                    <a:pt x="9729" y="35839"/>
                    <a:pt x="31771" y="11334"/>
                    <a:pt x="60988" y="7210"/>
                  </a:cubicBezTo>
                  <a:cubicBezTo>
                    <a:pt x="86060" y="2868"/>
                    <a:pt x="109934" y="19820"/>
                    <a:pt x="114259" y="44965"/>
                  </a:cubicBezTo>
                  <a:cubicBezTo>
                    <a:pt x="114746" y="47782"/>
                    <a:pt x="114971" y="50634"/>
                    <a:pt x="114923" y="53491"/>
                  </a:cubicBezTo>
                  <a:lnTo>
                    <a:pt x="114923" y="53616"/>
                  </a:lnTo>
                  <a:cubicBezTo>
                    <a:pt x="113841" y="83038"/>
                    <a:pt x="91653" y="107370"/>
                    <a:pt x="62453" y="111156"/>
                  </a:cubicBezTo>
                  <a:cubicBezTo>
                    <a:pt x="59837" y="111619"/>
                    <a:pt x="57190" y="111853"/>
                    <a:pt x="54534" y="111848"/>
                  </a:cubicBezTo>
                  <a:close/>
                  <a:moveTo>
                    <a:pt x="68742" y="17370"/>
                  </a:moveTo>
                  <a:cubicBezTo>
                    <a:pt x="66702" y="17374"/>
                    <a:pt x="64666" y="17551"/>
                    <a:pt x="62654" y="17893"/>
                  </a:cubicBezTo>
                  <a:cubicBezTo>
                    <a:pt x="38612" y="21216"/>
                    <a:pt x="20424" y="41327"/>
                    <a:pt x="19527" y="65583"/>
                  </a:cubicBezTo>
                  <a:cubicBezTo>
                    <a:pt x="19499" y="67728"/>
                    <a:pt x="19680" y="69872"/>
                    <a:pt x="20062" y="71981"/>
                  </a:cubicBezTo>
                  <a:cubicBezTo>
                    <a:pt x="21659" y="81167"/>
                    <a:pt x="26866" y="89331"/>
                    <a:pt x="34524" y="94655"/>
                  </a:cubicBezTo>
                  <a:cubicBezTo>
                    <a:pt x="42161" y="100015"/>
                    <a:pt x="51621" y="102107"/>
                    <a:pt x="60803" y="100461"/>
                  </a:cubicBezTo>
                  <a:cubicBezTo>
                    <a:pt x="85042" y="97262"/>
                    <a:pt x="103141" y="77433"/>
                    <a:pt x="104099" y="53266"/>
                  </a:cubicBezTo>
                  <a:cubicBezTo>
                    <a:pt x="104127" y="51097"/>
                    <a:pt x="103958" y="48932"/>
                    <a:pt x="103592" y="46796"/>
                  </a:cubicBezTo>
                  <a:cubicBezTo>
                    <a:pt x="102015" y="37525"/>
                    <a:pt x="96800" y="29268"/>
                    <a:pt x="89106" y="23860"/>
                  </a:cubicBezTo>
                  <a:cubicBezTo>
                    <a:pt x="83155" y="19635"/>
                    <a:pt x="76041" y="17366"/>
                    <a:pt x="68742" y="17370"/>
                  </a:cubicBezTo>
                  <a:close/>
                  <a:moveTo>
                    <a:pt x="109499" y="53407"/>
                  </a:moveTo>
                  <a:lnTo>
                    <a:pt x="109499" y="534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44"/>
            <p:cNvSpPr/>
            <p:nvPr/>
          </p:nvSpPr>
          <p:spPr>
            <a:xfrm>
              <a:off x="6098128" y="1359064"/>
              <a:ext cx="65856" cy="64755"/>
            </a:xfrm>
            <a:custGeom>
              <a:avLst/>
              <a:gdLst/>
              <a:ahLst/>
              <a:cxnLst/>
              <a:rect l="l" t="t" r="r" b="b"/>
              <a:pathLst>
                <a:path w="106650" h="104867" extrusionOk="0">
                  <a:moveTo>
                    <a:pt x="57240" y="111398"/>
                  </a:moveTo>
                  <a:cubicBezTo>
                    <a:pt x="32860" y="111398"/>
                    <a:pt x="11679" y="92824"/>
                    <a:pt x="8999" y="67865"/>
                  </a:cubicBezTo>
                  <a:cubicBezTo>
                    <a:pt x="8802" y="66046"/>
                    <a:pt x="8705" y="64215"/>
                    <a:pt x="8717" y="62384"/>
                  </a:cubicBezTo>
                  <a:cubicBezTo>
                    <a:pt x="9337" y="32958"/>
                    <a:pt x="32288" y="8856"/>
                    <a:pt x="61650" y="6803"/>
                  </a:cubicBezTo>
                  <a:cubicBezTo>
                    <a:pt x="88147" y="3987"/>
                    <a:pt x="112229" y="23345"/>
                    <a:pt x="115090" y="50051"/>
                  </a:cubicBezTo>
                  <a:cubicBezTo>
                    <a:pt x="115300" y="52031"/>
                    <a:pt x="115392" y="54023"/>
                    <a:pt x="115360" y="56014"/>
                  </a:cubicBezTo>
                  <a:lnTo>
                    <a:pt x="115360" y="56083"/>
                  </a:lnTo>
                  <a:cubicBezTo>
                    <a:pt x="114632" y="85376"/>
                    <a:pt x="91652" y="109257"/>
                    <a:pt x="62411" y="111116"/>
                  </a:cubicBezTo>
                  <a:cubicBezTo>
                    <a:pt x="60693" y="111301"/>
                    <a:pt x="58966" y="111394"/>
                    <a:pt x="57240" y="111398"/>
                  </a:cubicBezTo>
                  <a:close/>
                  <a:moveTo>
                    <a:pt x="66696" y="17358"/>
                  </a:moveTo>
                  <a:cubicBezTo>
                    <a:pt x="65336" y="17354"/>
                    <a:pt x="63976" y="17430"/>
                    <a:pt x="62624" y="17583"/>
                  </a:cubicBezTo>
                  <a:cubicBezTo>
                    <a:pt x="38594" y="19329"/>
                    <a:pt x="20149" y="38664"/>
                    <a:pt x="19541" y="62565"/>
                  </a:cubicBezTo>
                  <a:cubicBezTo>
                    <a:pt x="19525" y="63941"/>
                    <a:pt x="19601" y="65318"/>
                    <a:pt x="19766" y="66682"/>
                  </a:cubicBezTo>
                  <a:cubicBezTo>
                    <a:pt x="21992" y="87497"/>
                    <a:pt x="40751" y="102662"/>
                    <a:pt x="61469" y="100337"/>
                  </a:cubicBezTo>
                  <a:cubicBezTo>
                    <a:pt x="85427" y="98727"/>
                    <a:pt x="103844" y="79590"/>
                    <a:pt x="104524" y="55817"/>
                  </a:cubicBezTo>
                  <a:cubicBezTo>
                    <a:pt x="104552" y="54288"/>
                    <a:pt x="104479" y="52759"/>
                    <a:pt x="104311" y="51238"/>
                  </a:cubicBezTo>
                  <a:cubicBezTo>
                    <a:pt x="102242" y="32008"/>
                    <a:pt x="86038" y="17414"/>
                    <a:pt x="66696" y="17358"/>
                  </a:cubicBezTo>
                  <a:close/>
                  <a:moveTo>
                    <a:pt x="109948" y="55930"/>
                  </a:moveTo>
                  <a:lnTo>
                    <a:pt x="109948" y="559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44"/>
            <p:cNvSpPr/>
            <p:nvPr/>
          </p:nvSpPr>
          <p:spPr>
            <a:xfrm>
              <a:off x="6308278" y="1350654"/>
              <a:ext cx="65919" cy="64286"/>
            </a:xfrm>
            <a:custGeom>
              <a:avLst/>
              <a:gdLst/>
              <a:ahLst/>
              <a:cxnLst/>
              <a:rect l="l" t="t" r="r" b="b"/>
              <a:pathLst>
                <a:path w="106751" h="104107" extrusionOk="0">
                  <a:moveTo>
                    <a:pt x="60378" y="110639"/>
                  </a:moveTo>
                  <a:cubicBezTo>
                    <a:pt x="47232" y="110635"/>
                    <a:pt x="34589" y="105597"/>
                    <a:pt x="25049" y="96556"/>
                  </a:cubicBezTo>
                  <a:cubicBezTo>
                    <a:pt x="14981" y="87164"/>
                    <a:pt x="9098" y="74127"/>
                    <a:pt x="8716" y="60366"/>
                  </a:cubicBezTo>
                  <a:cubicBezTo>
                    <a:pt x="9118" y="30420"/>
                    <a:pt x="33024" y="6728"/>
                    <a:pt x="61987" y="6559"/>
                  </a:cubicBezTo>
                  <a:cubicBezTo>
                    <a:pt x="62522" y="6559"/>
                    <a:pt x="63070" y="6531"/>
                    <a:pt x="63621" y="6531"/>
                  </a:cubicBezTo>
                  <a:cubicBezTo>
                    <a:pt x="91425" y="6531"/>
                    <a:pt x="114582" y="28827"/>
                    <a:pt x="115468" y="56957"/>
                  </a:cubicBezTo>
                  <a:cubicBezTo>
                    <a:pt x="115468" y="57054"/>
                    <a:pt x="115468" y="58165"/>
                    <a:pt x="115468" y="58265"/>
                  </a:cubicBezTo>
                  <a:cubicBezTo>
                    <a:pt x="114860" y="87128"/>
                    <a:pt x="90890" y="110607"/>
                    <a:pt x="62027" y="110607"/>
                  </a:cubicBezTo>
                  <a:cubicBezTo>
                    <a:pt x="61154" y="110627"/>
                    <a:pt x="60917" y="110639"/>
                    <a:pt x="60378" y="110639"/>
                  </a:cubicBezTo>
                  <a:close/>
                  <a:moveTo>
                    <a:pt x="63496" y="17359"/>
                  </a:moveTo>
                  <a:cubicBezTo>
                    <a:pt x="63057" y="17359"/>
                    <a:pt x="62619" y="17359"/>
                    <a:pt x="62184" y="17387"/>
                  </a:cubicBezTo>
                  <a:cubicBezTo>
                    <a:pt x="38943" y="17528"/>
                    <a:pt x="19862" y="36428"/>
                    <a:pt x="19532" y="59541"/>
                  </a:cubicBezTo>
                  <a:cubicBezTo>
                    <a:pt x="19898" y="70997"/>
                    <a:pt x="24477" y="81173"/>
                    <a:pt x="32469" y="88685"/>
                  </a:cubicBezTo>
                  <a:cubicBezTo>
                    <a:pt x="40395" y="96157"/>
                    <a:pt x="50978" y="100153"/>
                    <a:pt x="61866" y="99787"/>
                  </a:cubicBezTo>
                  <a:lnTo>
                    <a:pt x="61866" y="99787"/>
                  </a:lnTo>
                  <a:cubicBezTo>
                    <a:pt x="85064" y="99787"/>
                    <a:pt x="104189" y="81072"/>
                    <a:pt x="104668" y="58044"/>
                  </a:cubicBezTo>
                  <a:lnTo>
                    <a:pt x="110080" y="58156"/>
                  </a:lnTo>
                  <a:lnTo>
                    <a:pt x="110080" y="58156"/>
                  </a:lnTo>
                  <a:lnTo>
                    <a:pt x="104668" y="57754"/>
                  </a:lnTo>
                  <a:cubicBezTo>
                    <a:pt x="104313" y="46294"/>
                    <a:pt x="99706" y="36094"/>
                    <a:pt x="91687" y="28553"/>
                  </a:cubicBezTo>
                  <a:cubicBezTo>
                    <a:pt x="84074" y="21343"/>
                    <a:pt x="73982" y="17335"/>
                    <a:pt x="63496" y="17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44"/>
            <p:cNvSpPr/>
            <p:nvPr/>
          </p:nvSpPr>
          <p:spPr>
            <a:xfrm>
              <a:off x="6518929" y="1149038"/>
              <a:ext cx="65859" cy="64204"/>
            </a:xfrm>
            <a:custGeom>
              <a:avLst/>
              <a:gdLst/>
              <a:ahLst/>
              <a:cxnLst/>
              <a:rect l="l" t="t" r="r" b="b"/>
              <a:pathLst>
                <a:path w="106654" h="103974" extrusionOk="0">
                  <a:moveTo>
                    <a:pt x="65230" y="110482"/>
                  </a:moveTo>
                  <a:cubicBezTo>
                    <a:pt x="64040" y="110538"/>
                    <a:pt x="62848" y="110494"/>
                    <a:pt x="61665" y="110353"/>
                  </a:cubicBezTo>
                  <a:cubicBezTo>
                    <a:pt x="32887" y="109367"/>
                    <a:pt x="9549" y="85888"/>
                    <a:pt x="8716" y="56913"/>
                  </a:cubicBezTo>
                  <a:cubicBezTo>
                    <a:pt x="8945" y="28968"/>
                    <a:pt x="31591" y="6531"/>
                    <a:pt x="59283" y="6531"/>
                  </a:cubicBezTo>
                  <a:cubicBezTo>
                    <a:pt x="60325" y="6531"/>
                    <a:pt x="61355" y="6531"/>
                    <a:pt x="62426" y="6632"/>
                  </a:cubicBezTo>
                  <a:cubicBezTo>
                    <a:pt x="91216" y="7774"/>
                    <a:pt x="114542" y="31378"/>
                    <a:pt x="115371" y="60353"/>
                  </a:cubicBezTo>
                  <a:lnTo>
                    <a:pt x="115371" y="60538"/>
                  </a:lnTo>
                  <a:cubicBezTo>
                    <a:pt x="115350" y="73845"/>
                    <a:pt x="110013" y="86593"/>
                    <a:pt x="100547" y="95948"/>
                  </a:cubicBezTo>
                  <a:cubicBezTo>
                    <a:pt x="91171" y="105287"/>
                    <a:pt x="78465" y="110518"/>
                    <a:pt x="65230" y="110482"/>
                  </a:cubicBezTo>
                  <a:close/>
                  <a:moveTo>
                    <a:pt x="59327" y="17355"/>
                  </a:moveTo>
                  <a:cubicBezTo>
                    <a:pt x="48873" y="17315"/>
                    <a:pt x="38830" y="21427"/>
                    <a:pt x="31406" y="28787"/>
                  </a:cubicBezTo>
                  <a:cubicBezTo>
                    <a:pt x="23867" y="36166"/>
                    <a:pt x="19594" y="46254"/>
                    <a:pt x="19540" y="56801"/>
                  </a:cubicBezTo>
                  <a:cubicBezTo>
                    <a:pt x="20204" y="79885"/>
                    <a:pt x="38963" y="98745"/>
                    <a:pt x="62229" y="99545"/>
                  </a:cubicBezTo>
                  <a:cubicBezTo>
                    <a:pt x="63371" y="99618"/>
                    <a:pt x="64285" y="99630"/>
                    <a:pt x="65218" y="99658"/>
                  </a:cubicBezTo>
                  <a:cubicBezTo>
                    <a:pt x="75600" y="99686"/>
                    <a:pt x="85567" y="95586"/>
                    <a:pt x="92922" y="88258"/>
                  </a:cubicBezTo>
                  <a:cubicBezTo>
                    <a:pt x="100321" y="80943"/>
                    <a:pt x="104505" y="70984"/>
                    <a:pt x="104551" y="60579"/>
                  </a:cubicBezTo>
                  <a:cubicBezTo>
                    <a:pt x="103847" y="37297"/>
                    <a:pt x="85100" y="18357"/>
                    <a:pt x="61834" y="17440"/>
                  </a:cubicBezTo>
                  <a:cubicBezTo>
                    <a:pt x="60848" y="17371"/>
                    <a:pt x="60116" y="17343"/>
                    <a:pt x="59327" y="17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44"/>
            <p:cNvSpPr/>
            <p:nvPr/>
          </p:nvSpPr>
          <p:spPr>
            <a:xfrm>
              <a:off x="5472593" y="1455578"/>
              <a:ext cx="64655" cy="66319"/>
            </a:xfrm>
            <a:custGeom>
              <a:avLst/>
              <a:gdLst/>
              <a:ahLst/>
              <a:cxnLst/>
              <a:rect l="l" t="t" r="r" b="b"/>
              <a:pathLst>
                <a:path w="104705" h="107399" extrusionOk="0">
                  <a:moveTo>
                    <a:pt x="49674" y="113931"/>
                  </a:moveTo>
                  <a:cubicBezTo>
                    <a:pt x="43393" y="113923"/>
                    <a:pt x="37197" y="112470"/>
                    <a:pt x="31567" y="109686"/>
                  </a:cubicBezTo>
                  <a:cubicBezTo>
                    <a:pt x="21810" y="104913"/>
                    <a:pt x="14370" y="96439"/>
                    <a:pt x="10893" y="86150"/>
                  </a:cubicBezTo>
                  <a:cubicBezTo>
                    <a:pt x="9263" y="81374"/>
                    <a:pt x="8539" y="76340"/>
                    <a:pt x="8752" y="71298"/>
                  </a:cubicBezTo>
                  <a:cubicBezTo>
                    <a:pt x="10326" y="41555"/>
                    <a:pt x="30899" y="16217"/>
                    <a:pt x="59690" y="8571"/>
                  </a:cubicBezTo>
                  <a:cubicBezTo>
                    <a:pt x="69930" y="5199"/>
                    <a:pt x="81092" y="6032"/>
                    <a:pt x="90721" y="10881"/>
                  </a:cubicBezTo>
                  <a:cubicBezTo>
                    <a:pt x="100483" y="15726"/>
                    <a:pt x="107895" y="24276"/>
                    <a:pt x="111311" y="34622"/>
                  </a:cubicBezTo>
                  <a:cubicBezTo>
                    <a:pt x="112864" y="39273"/>
                    <a:pt x="113568" y="44166"/>
                    <a:pt x="113395" y="49067"/>
                  </a:cubicBezTo>
                  <a:cubicBezTo>
                    <a:pt x="113399" y="49099"/>
                    <a:pt x="113399" y="49135"/>
                    <a:pt x="113395" y="49168"/>
                  </a:cubicBezTo>
                  <a:cubicBezTo>
                    <a:pt x="111874" y="78908"/>
                    <a:pt x="91289" y="104241"/>
                    <a:pt x="62490" y="111822"/>
                  </a:cubicBezTo>
                  <a:cubicBezTo>
                    <a:pt x="58362" y="113222"/>
                    <a:pt x="54032" y="113935"/>
                    <a:pt x="49674" y="113931"/>
                  </a:cubicBezTo>
                  <a:close/>
                  <a:moveTo>
                    <a:pt x="72337" y="17380"/>
                  </a:moveTo>
                  <a:cubicBezTo>
                    <a:pt x="69093" y="17376"/>
                    <a:pt x="65870" y="17899"/>
                    <a:pt x="62796" y="18929"/>
                  </a:cubicBezTo>
                  <a:cubicBezTo>
                    <a:pt x="38203" y="25512"/>
                    <a:pt x="20969" y="46733"/>
                    <a:pt x="19572" y="71818"/>
                  </a:cubicBezTo>
                  <a:cubicBezTo>
                    <a:pt x="19436" y="75499"/>
                    <a:pt x="19979" y="79173"/>
                    <a:pt x="21182" y="82658"/>
                  </a:cubicBezTo>
                  <a:cubicBezTo>
                    <a:pt x="23725" y="90226"/>
                    <a:pt x="29197" y="96459"/>
                    <a:pt x="36372" y="99960"/>
                  </a:cubicBezTo>
                  <a:cubicBezTo>
                    <a:pt x="43526" y="103493"/>
                    <a:pt x="51795" y="104024"/>
                    <a:pt x="59344" y="101441"/>
                  </a:cubicBezTo>
                  <a:cubicBezTo>
                    <a:pt x="83993" y="94886"/>
                    <a:pt x="101227" y="73705"/>
                    <a:pt x="102583" y="48592"/>
                  </a:cubicBezTo>
                  <a:cubicBezTo>
                    <a:pt x="102708" y="45007"/>
                    <a:pt x="102193" y="41426"/>
                    <a:pt x="101058" y="38022"/>
                  </a:cubicBezTo>
                  <a:cubicBezTo>
                    <a:pt x="96910" y="25689"/>
                    <a:pt x="85350" y="17380"/>
                    <a:pt x="72337" y="17380"/>
                  </a:cubicBezTo>
                  <a:close/>
                  <a:moveTo>
                    <a:pt x="107979" y="48862"/>
                  </a:moveTo>
                  <a:lnTo>
                    <a:pt x="107979" y="488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4"/>
            <p:cNvSpPr/>
            <p:nvPr/>
          </p:nvSpPr>
          <p:spPr>
            <a:xfrm>
              <a:off x="4691052" y="863359"/>
              <a:ext cx="1981871" cy="1345419"/>
            </a:xfrm>
            <a:custGeom>
              <a:avLst/>
              <a:gdLst/>
              <a:ahLst/>
              <a:cxnLst/>
              <a:rect l="l" t="t" r="r" b="b"/>
              <a:pathLst>
                <a:path w="3209508" h="2178816" extrusionOk="0">
                  <a:moveTo>
                    <a:pt x="3215783" y="26664"/>
                  </a:moveTo>
                  <a:lnTo>
                    <a:pt x="3215783" y="26664"/>
                  </a:lnTo>
                  <a:cubicBezTo>
                    <a:pt x="3213470" y="21063"/>
                    <a:pt x="3209145" y="16532"/>
                    <a:pt x="3203659" y="13965"/>
                  </a:cubicBezTo>
                  <a:lnTo>
                    <a:pt x="3203659" y="13965"/>
                  </a:lnTo>
                  <a:cubicBezTo>
                    <a:pt x="3201132" y="12726"/>
                    <a:pt x="3198387" y="11990"/>
                    <a:pt x="3195579" y="11801"/>
                  </a:cubicBezTo>
                  <a:cubicBezTo>
                    <a:pt x="3162962" y="9491"/>
                    <a:pt x="3146658" y="8481"/>
                    <a:pt x="3114041" y="6606"/>
                  </a:cubicBezTo>
                  <a:cubicBezTo>
                    <a:pt x="3102764" y="5648"/>
                    <a:pt x="3092847" y="14018"/>
                    <a:pt x="3091890" y="25292"/>
                  </a:cubicBezTo>
                  <a:cubicBezTo>
                    <a:pt x="3091845" y="25844"/>
                    <a:pt x="3091821" y="26399"/>
                    <a:pt x="3091817" y="26954"/>
                  </a:cubicBezTo>
                  <a:cubicBezTo>
                    <a:pt x="3092105" y="39227"/>
                    <a:pt x="3101783" y="49214"/>
                    <a:pt x="3114041" y="49890"/>
                  </a:cubicBezTo>
                  <a:lnTo>
                    <a:pt x="3141893" y="51475"/>
                  </a:lnTo>
                  <a:cubicBezTo>
                    <a:pt x="3091532" y="97528"/>
                    <a:pt x="3066262" y="120753"/>
                    <a:pt x="3015767" y="166934"/>
                  </a:cubicBezTo>
                  <a:cubicBezTo>
                    <a:pt x="2882982" y="161595"/>
                    <a:pt x="2816472" y="160585"/>
                    <a:pt x="2683852" y="162460"/>
                  </a:cubicBezTo>
                  <a:cubicBezTo>
                    <a:pt x="2677965" y="162516"/>
                    <a:pt x="2672328" y="164842"/>
                    <a:pt x="2668119" y="168954"/>
                  </a:cubicBezTo>
                  <a:cubicBezTo>
                    <a:pt x="2554982" y="281709"/>
                    <a:pt x="2443188" y="395281"/>
                    <a:pt x="2332739" y="509674"/>
                  </a:cubicBezTo>
                  <a:cubicBezTo>
                    <a:pt x="2200118" y="519053"/>
                    <a:pt x="2133879" y="525548"/>
                    <a:pt x="2001693" y="542266"/>
                  </a:cubicBezTo>
                  <a:cubicBezTo>
                    <a:pt x="1995669" y="543123"/>
                    <a:pt x="1990144" y="546089"/>
                    <a:pt x="1986104" y="550636"/>
                  </a:cubicBezTo>
                  <a:cubicBezTo>
                    <a:pt x="1877486" y="672155"/>
                    <a:pt x="1769926" y="794478"/>
                    <a:pt x="1663423" y="917607"/>
                  </a:cubicBezTo>
                  <a:cubicBezTo>
                    <a:pt x="1557597" y="833038"/>
                    <a:pt x="1450854" y="750152"/>
                    <a:pt x="1343197" y="668956"/>
                  </a:cubicBezTo>
                  <a:cubicBezTo>
                    <a:pt x="1332522" y="663000"/>
                    <a:pt x="1319067" y="666272"/>
                    <a:pt x="1312314" y="676460"/>
                  </a:cubicBezTo>
                  <a:cubicBezTo>
                    <a:pt x="1201966" y="813463"/>
                    <a:pt x="1093444" y="951857"/>
                    <a:pt x="986749" y="1091644"/>
                  </a:cubicBezTo>
                  <a:cubicBezTo>
                    <a:pt x="858313" y="1130896"/>
                    <a:pt x="794383" y="1152404"/>
                    <a:pt x="667822" y="1198866"/>
                  </a:cubicBezTo>
                  <a:cubicBezTo>
                    <a:pt x="661988" y="1201365"/>
                    <a:pt x="656982" y="1205469"/>
                    <a:pt x="653389" y="1210700"/>
                  </a:cubicBezTo>
                  <a:cubicBezTo>
                    <a:pt x="432981" y="1520296"/>
                    <a:pt x="220073" y="1834555"/>
                    <a:pt x="14670" y="2153477"/>
                  </a:cubicBezTo>
                  <a:cubicBezTo>
                    <a:pt x="6731" y="2165891"/>
                    <a:pt x="6731" y="2179600"/>
                    <a:pt x="14670" y="2184058"/>
                  </a:cubicBezTo>
                  <a:cubicBezTo>
                    <a:pt x="19358" y="2186083"/>
                    <a:pt x="24738" y="2185707"/>
                    <a:pt x="29100" y="2183048"/>
                  </a:cubicBezTo>
                  <a:cubicBezTo>
                    <a:pt x="35007" y="2179854"/>
                    <a:pt x="39980" y="2175178"/>
                    <a:pt x="43533" y="2169480"/>
                  </a:cubicBezTo>
                  <a:cubicBezTo>
                    <a:pt x="247874" y="1854303"/>
                    <a:pt x="459095" y="1544084"/>
                    <a:pt x="677202" y="1238819"/>
                  </a:cubicBezTo>
                  <a:cubicBezTo>
                    <a:pt x="803907" y="1192638"/>
                    <a:pt x="867692" y="1171279"/>
                    <a:pt x="996128" y="1132188"/>
                  </a:cubicBezTo>
                  <a:cubicBezTo>
                    <a:pt x="1002208" y="1130224"/>
                    <a:pt x="1007544" y="1126446"/>
                    <a:pt x="1011418" y="1121364"/>
                  </a:cubicBezTo>
                  <a:cubicBezTo>
                    <a:pt x="1115321" y="985713"/>
                    <a:pt x="1221147" y="851451"/>
                    <a:pt x="1328897" y="718581"/>
                  </a:cubicBezTo>
                  <a:cubicBezTo>
                    <a:pt x="1436839" y="799395"/>
                    <a:pt x="1543534" y="882036"/>
                    <a:pt x="1648978" y="966508"/>
                  </a:cubicBezTo>
                  <a:cubicBezTo>
                    <a:pt x="1659287" y="972998"/>
                    <a:pt x="1672851" y="970483"/>
                    <a:pt x="1680150" y="960734"/>
                  </a:cubicBezTo>
                  <a:cubicBezTo>
                    <a:pt x="1789634" y="834221"/>
                    <a:pt x="1900273" y="708767"/>
                    <a:pt x="2012066" y="584371"/>
                  </a:cubicBezTo>
                  <a:cubicBezTo>
                    <a:pt x="2144111" y="567918"/>
                    <a:pt x="2210492" y="561436"/>
                    <a:pt x="2343116" y="552181"/>
                  </a:cubicBezTo>
                  <a:cubicBezTo>
                    <a:pt x="2349084" y="551738"/>
                    <a:pt x="2354681" y="549119"/>
                    <a:pt x="2358845" y="544821"/>
                  </a:cubicBezTo>
                  <a:cubicBezTo>
                    <a:pt x="2469387" y="430815"/>
                    <a:pt x="2580939" y="317867"/>
                    <a:pt x="2693501" y="205977"/>
                  </a:cubicBezTo>
                  <a:cubicBezTo>
                    <a:pt x="2826415" y="204392"/>
                    <a:pt x="2892941" y="205977"/>
                    <a:pt x="3025420" y="211027"/>
                  </a:cubicBezTo>
                  <a:cubicBezTo>
                    <a:pt x="3031211" y="211361"/>
                    <a:pt x="3036889" y="209329"/>
                    <a:pt x="3041150" y="205394"/>
                  </a:cubicBezTo>
                  <a:cubicBezTo>
                    <a:pt x="3094264" y="156183"/>
                    <a:pt x="3120664" y="131794"/>
                    <a:pt x="3173770" y="83738"/>
                  </a:cubicBezTo>
                  <a:lnTo>
                    <a:pt x="3173770" y="110871"/>
                  </a:lnTo>
                  <a:cubicBezTo>
                    <a:pt x="3174110" y="123175"/>
                    <a:pt x="3183718" y="133219"/>
                    <a:pt x="3195993" y="134104"/>
                  </a:cubicBezTo>
                  <a:cubicBezTo>
                    <a:pt x="3207095" y="135223"/>
                    <a:pt x="3217003" y="127135"/>
                    <a:pt x="3218123" y="116033"/>
                  </a:cubicBezTo>
                  <a:cubicBezTo>
                    <a:pt x="3218124" y="116029"/>
                    <a:pt x="3218124" y="116025"/>
                    <a:pt x="3218124" y="116021"/>
                  </a:cubicBezTo>
                  <a:cubicBezTo>
                    <a:pt x="3218192" y="115365"/>
                    <a:pt x="3218226" y="114705"/>
                    <a:pt x="3218225" y="114045"/>
                  </a:cubicBezTo>
                  <a:lnTo>
                    <a:pt x="3218225" y="34756"/>
                  </a:lnTo>
                  <a:cubicBezTo>
                    <a:pt x="3217935" y="31928"/>
                    <a:pt x="3217106" y="29179"/>
                    <a:pt x="3215783" y="266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44"/>
            <p:cNvSpPr/>
            <p:nvPr/>
          </p:nvSpPr>
          <p:spPr>
            <a:xfrm>
              <a:off x="4686602" y="858876"/>
              <a:ext cx="1990785" cy="1354402"/>
            </a:xfrm>
            <a:custGeom>
              <a:avLst/>
              <a:gdLst/>
              <a:ahLst/>
              <a:cxnLst/>
              <a:rect l="l" t="t" r="r" b="b"/>
              <a:pathLst>
                <a:path w="3223944" h="2193363" extrusionOk="0">
                  <a:moveTo>
                    <a:pt x="28204" y="2199895"/>
                  </a:moveTo>
                  <a:cubicBezTo>
                    <a:pt x="25045" y="2199896"/>
                    <a:pt x="21919" y="2199253"/>
                    <a:pt x="19018" y="2198004"/>
                  </a:cubicBezTo>
                  <a:cubicBezTo>
                    <a:pt x="13899" y="2195187"/>
                    <a:pt x="10829" y="2190974"/>
                    <a:pt x="9473" y="2185530"/>
                  </a:cubicBezTo>
                  <a:cubicBezTo>
                    <a:pt x="7361" y="2177080"/>
                    <a:pt x="9731" y="2166393"/>
                    <a:pt x="15803" y="2156892"/>
                  </a:cubicBezTo>
                  <a:cubicBezTo>
                    <a:pt x="220332" y="1839322"/>
                    <a:pt x="435292" y="1522021"/>
                    <a:pt x="654734" y="1213810"/>
                  </a:cubicBezTo>
                  <a:cubicBezTo>
                    <a:pt x="659084" y="1207484"/>
                    <a:pt x="665144" y="1202535"/>
                    <a:pt x="672210" y="1199533"/>
                  </a:cubicBezTo>
                  <a:cubicBezTo>
                    <a:pt x="799157" y="1152901"/>
                    <a:pt x="861827" y="1131805"/>
                    <a:pt x="989635" y="1092725"/>
                  </a:cubicBezTo>
                  <a:cubicBezTo>
                    <a:pt x="1095518" y="954037"/>
                    <a:pt x="1204611" y="814926"/>
                    <a:pt x="1313902" y="679240"/>
                  </a:cubicBezTo>
                  <a:cubicBezTo>
                    <a:pt x="1322299" y="666512"/>
                    <a:pt x="1340056" y="662215"/>
                    <a:pt x="1353922" y="669953"/>
                  </a:cubicBezTo>
                  <a:cubicBezTo>
                    <a:pt x="1460211" y="750026"/>
                    <a:pt x="1566162" y="832261"/>
                    <a:pt x="1669718" y="914942"/>
                  </a:cubicBezTo>
                  <a:cubicBezTo>
                    <a:pt x="1774032" y="794377"/>
                    <a:pt x="1881069" y="672673"/>
                    <a:pt x="1987933" y="553121"/>
                  </a:cubicBezTo>
                  <a:cubicBezTo>
                    <a:pt x="1993111" y="547299"/>
                    <a:pt x="2000189" y="543501"/>
                    <a:pt x="2007903" y="542410"/>
                  </a:cubicBezTo>
                  <a:cubicBezTo>
                    <a:pt x="2139505" y="525740"/>
                    <a:pt x="2204570" y="519297"/>
                    <a:pt x="2336676" y="509926"/>
                  </a:cubicBezTo>
                  <a:cubicBezTo>
                    <a:pt x="2445673" y="397054"/>
                    <a:pt x="2557892" y="283072"/>
                    <a:pt x="2670249" y="171122"/>
                  </a:cubicBezTo>
                  <a:cubicBezTo>
                    <a:pt x="2675786" y="165670"/>
                    <a:pt x="2683226" y="162587"/>
                    <a:pt x="2690996" y="162523"/>
                  </a:cubicBezTo>
                  <a:cubicBezTo>
                    <a:pt x="2821564" y="160664"/>
                    <a:pt x="2886774" y="161525"/>
                    <a:pt x="3020304" y="166881"/>
                  </a:cubicBezTo>
                  <a:lnTo>
                    <a:pt x="3131602" y="64958"/>
                  </a:lnTo>
                  <a:lnTo>
                    <a:pt x="3120851" y="64354"/>
                  </a:lnTo>
                  <a:cubicBezTo>
                    <a:pt x="3104865" y="63401"/>
                    <a:pt x="3092260" y="50384"/>
                    <a:pt x="3091819" y="34377"/>
                  </a:cubicBezTo>
                  <a:cubicBezTo>
                    <a:pt x="3091819" y="33460"/>
                    <a:pt x="3091859" y="32727"/>
                    <a:pt x="3091903" y="31995"/>
                  </a:cubicBezTo>
                  <a:cubicBezTo>
                    <a:pt x="3092495" y="24639"/>
                    <a:pt x="3096006" y="17831"/>
                    <a:pt x="3101653" y="13083"/>
                  </a:cubicBezTo>
                  <a:cubicBezTo>
                    <a:pt x="3107245" y="8295"/>
                    <a:pt x="3114534" y="5973"/>
                    <a:pt x="3121865" y="6645"/>
                  </a:cubicBezTo>
                  <a:cubicBezTo>
                    <a:pt x="3154321" y="8508"/>
                    <a:pt x="3170637" y="9522"/>
                    <a:pt x="3203290" y="11820"/>
                  </a:cubicBezTo>
                  <a:cubicBezTo>
                    <a:pt x="3207028" y="12081"/>
                    <a:pt x="3210680" y="13063"/>
                    <a:pt x="3214046" y="14709"/>
                  </a:cubicBezTo>
                  <a:cubicBezTo>
                    <a:pt x="3221012" y="17988"/>
                    <a:pt x="3226526" y="23718"/>
                    <a:pt x="3229534" y="30804"/>
                  </a:cubicBezTo>
                  <a:cubicBezTo>
                    <a:pt x="3231195" y="34051"/>
                    <a:pt x="3232242" y="37576"/>
                    <a:pt x="3232620" y="41205"/>
                  </a:cubicBezTo>
                  <a:lnTo>
                    <a:pt x="3232660" y="121323"/>
                  </a:lnTo>
                  <a:cubicBezTo>
                    <a:pt x="3232663" y="122241"/>
                    <a:pt x="3232616" y="123158"/>
                    <a:pt x="3232519" y="124072"/>
                  </a:cubicBezTo>
                  <a:cubicBezTo>
                    <a:pt x="3230986" y="139121"/>
                    <a:pt x="3217551" y="150081"/>
                    <a:pt x="3202502" y="148564"/>
                  </a:cubicBezTo>
                  <a:cubicBezTo>
                    <a:pt x="3186583" y="147377"/>
                    <a:pt x="3174160" y="134308"/>
                    <a:pt x="3173780" y="118350"/>
                  </a:cubicBezTo>
                  <a:lnTo>
                    <a:pt x="3173780" y="107284"/>
                  </a:lnTo>
                  <a:cubicBezTo>
                    <a:pt x="3127417" y="149325"/>
                    <a:pt x="3100683" y="174043"/>
                    <a:pt x="3053287" y="217971"/>
                  </a:cubicBezTo>
                  <a:cubicBezTo>
                    <a:pt x="3047571" y="223226"/>
                    <a:pt x="3039971" y="225946"/>
                    <a:pt x="3032218" y="225512"/>
                  </a:cubicBezTo>
                  <a:cubicBezTo>
                    <a:pt x="2898628" y="220426"/>
                    <a:pt x="2831833" y="218945"/>
                    <a:pt x="2703743" y="220438"/>
                  </a:cubicBezTo>
                  <a:cubicBezTo>
                    <a:pt x="2592284" y="331237"/>
                    <a:pt x="2480454" y="444499"/>
                    <a:pt x="2371260" y="557117"/>
                  </a:cubicBezTo>
                  <a:cubicBezTo>
                    <a:pt x="2365860" y="562686"/>
                    <a:pt x="2358606" y="566082"/>
                    <a:pt x="2350868" y="566658"/>
                  </a:cubicBezTo>
                  <a:cubicBezTo>
                    <a:pt x="2219100" y="575832"/>
                    <a:pt x="2154188" y="582133"/>
                    <a:pt x="2022855" y="598466"/>
                  </a:cubicBezTo>
                  <a:cubicBezTo>
                    <a:pt x="1912100" y="721763"/>
                    <a:pt x="1801075" y="847656"/>
                    <a:pt x="1692831" y="972732"/>
                  </a:cubicBezTo>
                  <a:cubicBezTo>
                    <a:pt x="1683657" y="984992"/>
                    <a:pt x="1665731" y="988304"/>
                    <a:pt x="1652356" y="979874"/>
                  </a:cubicBezTo>
                  <a:cubicBezTo>
                    <a:pt x="1548686" y="896883"/>
                    <a:pt x="1442949" y="814946"/>
                    <a:pt x="1337352" y="735786"/>
                  </a:cubicBezTo>
                  <a:cubicBezTo>
                    <a:pt x="1231768" y="866089"/>
                    <a:pt x="1126477" y="999691"/>
                    <a:pt x="1024361" y="1133008"/>
                  </a:cubicBezTo>
                  <a:cubicBezTo>
                    <a:pt x="1019609" y="1139269"/>
                    <a:pt x="1013046" y="1143912"/>
                    <a:pt x="1005561" y="1146314"/>
                  </a:cubicBezTo>
                  <a:cubicBezTo>
                    <a:pt x="877653" y="1185265"/>
                    <a:pt x="815123" y="1206152"/>
                    <a:pt x="688977" y="1252108"/>
                  </a:cubicBezTo>
                  <a:cubicBezTo>
                    <a:pt x="472456" y="1555233"/>
                    <a:pt x="259750" y="1867657"/>
                    <a:pt x="56797" y="2180689"/>
                  </a:cubicBezTo>
                  <a:cubicBezTo>
                    <a:pt x="52580" y="2187396"/>
                    <a:pt x="46701" y="2192902"/>
                    <a:pt x="39732" y="2196672"/>
                  </a:cubicBezTo>
                  <a:cubicBezTo>
                    <a:pt x="36260" y="2198788"/>
                    <a:pt x="32272" y="2199904"/>
                    <a:pt x="28204" y="2199895"/>
                  </a:cubicBezTo>
                  <a:close/>
                  <a:moveTo>
                    <a:pt x="1339336" y="680370"/>
                  </a:moveTo>
                  <a:cubicBezTo>
                    <a:pt x="1333799" y="680390"/>
                    <a:pt x="1328633" y="683159"/>
                    <a:pt x="1325542" y="687754"/>
                  </a:cubicBezTo>
                  <a:cubicBezTo>
                    <a:pt x="1215431" y="824483"/>
                    <a:pt x="1105943" y="964129"/>
                    <a:pt x="999699" y="1103324"/>
                  </a:cubicBezTo>
                  <a:lnTo>
                    <a:pt x="998291" y="1105171"/>
                  </a:lnTo>
                  <a:lnTo>
                    <a:pt x="996077" y="1105847"/>
                  </a:lnTo>
                  <a:cubicBezTo>
                    <a:pt x="867070" y="1145280"/>
                    <a:pt x="804544" y="1166293"/>
                    <a:pt x="677533" y="1212953"/>
                  </a:cubicBezTo>
                  <a:cubicBezTo>
                    <a:pt x="673095" y="1214904"/>
                    <a:pt x="669292" y="1218063"/>
                    <a:pt x="666556" y="1222071"/>
                  </a:cubicBezTo>
                  <a:cubicBezTo>
                    <a:pt x="447187" y="1530213"/>
                    <a:pt x="232340" y="1847333"/>
                    <a:pt x="27938" y="2164691"/>
                  </a:cubicBezTo>
                  <a:cubicBezTo>
                    <a:pt x="23271" y="2172006"/>
                    <a:pt x="22611" y="2178613"/>
                    <a:pt x="23468" y="2182037"/>
                  </a:cubicBezTo>
                  <a:cubicBezTo>
                    <a:pt x="23850" y="2183558"/>
                    <a:pt x="24498" y="2184577"/>
                    <a:pt x="25416" y="2185095"/>
                  </a:cubicBezTo>
                  <a:cubicBezTo>
                    <a:pt x="27291" y="2185844"/>
                    <a:pt x="30164" y="2185659"/>
                    <a:pt x="32546" y="2184210"/>
                  </a:cubicBezTo>
                  <a:cubicBezTo>
                    <a:pt x="37483" y="2181592"/>
                    <a:pt x="41643" y="2177724"/>
                    <a:pt x="44617" y="2172992"/>
                  </a:cubicBezTo>
                  <a:cubicBezTo>
                    <a:pt x="248161" y="1859042"/>
                    <a:pt x="461431" y="1545830"/>
                    <a:pt x="678531" y="1241944"/>
                  </a:cubicBezTo>
                  <a:lnTo>
                    <a:pt x="679843" y="1240125"/>
                  </a:lnTo>
                  <a:lnTo>
                    <a:pt x="681943" y="1239365"/>
                  </a:lnTo>
                  <a:cubicBezTo>
                    <a:pt x="809780" y="1192773"/>
                    <a:pt x="872450" y="1171817"/>
                    <a:pt x="1001244" y="1132597"/>
                  </a:cubicBezTo>
                  <a:cubicBezTo>
                    <a:pt x="1005887" y="1131088"/>
                    <a:pt x="1009960" y="1128195"/>
                    <a:pt x="1012913" y="1124308"/>
                  </a:cubicBezTo>
                  <a:cubicBezTo>
                    <a:pt x="1116522" y="989032"/>
                    <a:pt x="1223390" y="853458"/>
                    <a:pt x="1330524" y="721353"/>
                  </a:cubicBezTo>
                  <a:lnTo>
                    <a:pt x="1334906" y="715969"/>
                  </a:lnTo>
                  <a:lnTo>
                    <a:pt x="1340459" y="720125"/>
                  </a:lnTo>
                  <a:cubicBezTo>
                    <a:pt x="1448031" y="800654"/>
                    <a:pt x="1555768" y="884124"/>
                    <a:pt x="1660721" y="968189"/>
                  </a:cubicBezTo>
                  <a:cubicBezTo>
                    <a:pt x="1667159" y="972213"/>
                    <a:pt x="1676603" y="970430"/>
                    <a:pt x="1681605" y="963734"/>
                  </a:cubicBezTo>
                  <a:cubicBezTo>
                    <a:pt x="1790811" y="837532"/>
                    <a:pt x="1902511" y="710867"/>
                    <a:pt x="2013931" y="586877"/>
                  </a:cubicBezTo>
                  <a:lnTo>
                    <a:pt x="2015733" y="584865"/>
                  </a:lnTo>
                  <a:lnTo>
                    <a:pt x="2018413" y="584527"/>
                  </a:lnTo>
                  <a:cubicBezTo>
                    <a:pt x="2151843" y="567897"/>
                    <a:pt x="2216895" y="561568"/>
                    <a:pt x="2349850" y="552297"/>
                  </a:cubicBezTo>
                  <a:cubicBezTo>
                    <a:pt x="2354047" y="551983"/>
                    <a:pt x="2357986" y="550136"/>
                    <a:pt x="2360911" y="547110"/>
                  </a:cubicBezTo>
                  <a:cubicBezTo>
                    <a:pt x="2470837" y="433731"/>
                    <a:pt x="2583468" y="319705"/>
                    <a:pt x="2695647" y="208177"/>
                  </a:cubicBezTo>
                  <a:lnTo>
                    <a:pt x="2697716" y="206105"/>
                  </a:lnTo>
                  <a:lnTo>
                    <a:pt x="2700649" y="206077"/>
                  </a:lnTo>
                  <a:cubicBezTo>
                    <a:pt x="2830940" y="204552"/>
                    <a:pt x="2897880" y="205976"/>
                    <a:pt x="3032931" y="211134"/>
                  </a:cubicBezTo>
                  <a:cubicBezTo>
                    <a:pt x="3036693" y="211501"/>
                    <a:pt x="3040680" y="210020"/>
                    <a:pt x="3043501" y="207412"/>
                  </a:cubicBezTo>
                  <a:cubicBezTo>
                    <a:pt x="3094885" y="159795"/>
                    <a:pt x="3121997" y="134723"/>
                    <a:pt x="3176158" y="85709"/>
                  </a:cubicBezTo>
                  <a:lnTo>
                    <a:pt x="3188229" y="74800"/>
                  </a:lnTo>
                  <a:lnTo>
                    <a:pt x="3188229" y="118193"/>
                  </a:lnTo>
                  <a:cubicBezTo>
                    <a:pt x="3188521" y="126735"/>
                    <a:pt x="3195233" y="133664"/>
                    <a:pt x="3203761" y="134232"/>
                  </a:cubicBezTo>
                  <a:cubicBezTo>
                    <a:pt x="3210817" y="135121"/>
                    <a:pt x="3217256" y="130119"/>
                    <a:pt x="3218143" y="123062"/>
                  </a:cubicBezTo>
                  <a:cubicBezTo>
                    <a:pt x="3218161" y="122921"/>
                    <a:pt x="3218177" y="122776"/>
                    <a:pt x="3218190" y="122631"/>
                  </a:cubicBezTo>
                  <a:lnTo>
                    <a:pt x="3218247" y="41990"/>
                  </a:lnTo>
                  <a:cubicBezTo>
                    <a:pt x="3217962" y="40348"/>
                    <a:pt x="3217418" y="38759"/>
                    <a:pt x="3216637" y="37286"/>
                  </a:cubicBezTo>
                  <a:lnTo>
                    <a:pt x="3216356" y="36666"/>
                  </a:lnTo>
                  <a:cubicBezTo>
                    <a:pt x="3214736" y="32735"/>
                    <a:pt x="3211699" y="29556"/>
                    <a:pt x="3207845" y="27758"/>
                  </a:cubicBezTo>
                  <a:cubicBezTo>
                    <a:pt x="3206116" y="26897"/>
                    <a:pt x="3204233" y="26382"/>
                    <a:pt x="3202304" y="26249"/>
                  </a:cubicBezTo>
                  <a:cubicBezTo>
                    <a:pt x="3169736" y="23951"/>
                    <a:pt x="3153447" y="22937"/>
                    <a:pt x="3120879" y="21062"/>
                  </a:cubicBezTo>
                  <a:cubicBezTo>
                    <a:pt x="3117113" y="20797"/>
                    <a:pt x="3113688" y="21867"/>
                    <a:pt x="3110996" y="24136"/>
                  </a:cubicBezTo>
                  <a:cubicBezTo>
                    <a:pt x="3108277" y="26394"/>
                    <a:pt x="3106581" y="29649"/>
                    <a:pt x="3106293" y="33170"/>
                  </a:cubicBezTo>
                  <a:cubicBezTo>
                    <a:pt x="3106445" y="42517"/>
                    <a:pt x="3113209" y="49507"/>
                    <a:pt x="3121651" y="49969"/>
                  </a:cubicBezTo>
                  <a:lnTo>
                    <a:pt x="3166621" y="52520"/>
                  </a:lnTo>
                  <a:lnTo>
                    <a:pt x="3025652" y="181527"/>
                  </a:lnTo>
                  <a:lnTo>
                    <a:pt x="3022678" y="181415"/>
                  </a:lnTo>
                  <a:cubicBezTo>
                    <a:pt x="2887442" y="175963"/>
                    <a:pt x="2822349" y="175073"/>
                    <a:pt x="2691157" y="176948"/>
                  </a:cubicBezTo>
                  <a:cubicBezTo>
                    <a:pt x="2687125" y="176972"/>
                    <a:pt x="2683262" y="178562"/>
                    <a:pt x="2680377" y="181374"/>
                  </a:cubicBezTo>
                  <a:cubicBezTo>
                    <a:pt x="2567477" y="293892"/>
                    <a:pt x="2454678" y="408482"/>
                    <a:pt x="2345134" y="521945"/>
                  </a:cubicBezTo>
                  <a:lnTo>
                    <a:pt x="2343219" y="523929"/>
                  </a:lnTo>
                  <a:lnTo>
                    <a:pt x="2340454" y="524126"/>
                  </a:lnTo>
                  <a:cubicBezTo>
                    <a:pt x="2206812" y="533586"/>
                    <a:pt x="2141916" y="539984"/>
                    <a:pt x="2009806" y="556719"/>
                  </a:cubicBezTo>
                  <a:cubicBezTo>
                    <a:pt x="2005517" y="557346"/>
                    <a:pt x="2001586" y="559475"/>
                    <a:pt x="1998717" y="562722"/>
                  </a:cubicBezTo>
                  <a:cubicBezTo>
                    <a:pt x="1890327" y="683976"/>
                    <a:pt x="1781785" y="807418"/>
                    <a:pt x="1676088" y="929629"/>
                  </a:cubicBezTo>
                  <a:lnTo>
                    <a:pt x="1671549" y="934860"/>
                  </a:lnTo>
                  <a:lnTo>
                    <a:pt x="1666125" y="930534"/>
                  </a:lnTo>
                  <a:cubicBezTo>
                    <a:pt x="1560963" y="846485"/>
                    <a:pt x="1453266" y="762870"/>
                    <a:pt x="1346072" y="682008"/>
                  </a:cubicBezTo>
                  <a:cubicBezTo>
                    <a:pt x="1344000" y="680905"/>
                    <a:pt x="1341682" y="680342"/>
                    <a:pt x="1339336" y="680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44"/>
            <p:cNvSpPr/>
            <p:nvPr/>
          </p:nvSpPr>
          <p:spPr>
            <a:xfrm>
              <a:off x="4870934" y="944425"/>
              <a:ext cx="1711840" cy="984341"/>
            </a:xfrm>
            <a:custGeom>
              <a:avLst/>
              <a:gdLst/>
              <a:ahLst/>
              <a:cxnLst/>
              <a:rect l="l" t="t" r="r" b="b"/>
              <a:pathLst>
                <a:path w="2772211" h="1594075" extrusionOk="0">
                  <a:moveTo>
                    <a:pt x="98624" y="1530756"/>
                  </a:moveTo>
                  <a:cubicBezTo>
                    <a:pt x="96692" y="1559280"/>
                    <a:pt x="79458" y="1584518"/>
                    <a:pt x="53598" y="1596706"/>
                  </a:cubicBezTo>
                  <a:cubicBezTo>
                    <a:pt x="28775" y="1607385"/>
                    <a:pt x="8716" y="1595406"/>
                    <a:pt x="8716" y="1569722"/>
                  </a:cubicBezTo>
                  <a:cubicBezTo>
                    <a:pt x="10551" y="1541133"/>
                    <a:pt x="27728" y="1515783"/>
                    <a:pt x="53598" y="1503482"/>
                  </a:cubicBezTo>
                  <a:cubicBezTo>
                    <a:pt x="78565" y="1492658"/>
                    <a:pt x="98624" y="1505068"/>
                    <a:pt x="98624" y="1530756"/>
                  </a:cubicBezTo>
                  <a:close/>
                  <a:moveTo>
                    <a:pt x="376266" y="1042552"/>
                  </a:moveTo>
                  <a:cubicBezTo>
                    <a:pt x="350108" y="1053171"/>
                    <a:pt x="332367" y="1077865"/>
                    <a:pt x="330661" y="1106047"/>
                  </a:cubicBezTo>
                  <a:cubicBezTo>
                    <a:pt x="330661" y="1131880"/>
                    <a:pt x="351009" y="1145014"/>
                    <a:pt x="376262" y="1135775"/>
                  </a:cubicBezTo>
                  <a:cubicBezTo>
                    <a:pt x="402433" y="1125301"/>
                    <a:pt x="420238" y="1100700"/>
                    <a:pt x="422009" y="1072569"/>
                  </a:cubicBezTo>
                  <a:cubicBezTo>
                    <a:pt x="422025" y="1046736"/>
                    <a:pt x="401532" y="1033313"/>
                    <a:pt x="376278" y="1042552"/>
                  </a:cubicBezTo>
                  <a:close/>
                  <a:moveTo>
                    <a:pt x="1081293" y="532865"/>
                  </a:moveTo>
                  <a:cubicBezTo>
                    <a:pt x="1075064" y="514190"/>
                    <a:pt x="1054877" y="504103"/>
                    <a:pt x="1036202" y="510332"/>
                  </a:cubicBezTo>
                  <a:cubicBezTo>
                    <a:pt x="1036202" y="510332"/>
                    <a:pt x="1036202" y="510332"/>
                    <a:pt x="1036202" y="510332"/>
                  </a:cubicBezTo>
                  <a:cubicBezTo>
                    <a:pt x="1009730" y="517405"/>
                    <a:pt x="990806" y="540695"/>
                    <a:pt x="989301" y="568057"/>
                  </a:cubicBezTo>
                  <a:cubicBezTo>
                    <a:pt x="989124" y="572427"/>
                    <a:pt x="989751" y="576793"/>
                    <a:pt x="991160" y="580933"/>
                  </a:cubicBezTo>
                  <a:cubicBezTo>
                    <a:pt x="997473" y="599495"/>
                    <a:pt x="1017640" y="609426"/>
                    <a:pt x="1036202" y="603112"/>
                  </a:cubicBezTo>
                  <a:cubicBezTo>
                    <a:pt x="1036206" y="603112"/>
                    <a:pt x="1036210" y="603108"/>
                    <a:pt x="1036214" y="603108"/>
                  </a:cubicBezTo>
                  <a:cubicBezTo>
                    <a:pt x="1062707" y="596075"/>
                    <a:pt x="1081643" y="572769"/>
                    <a:pt x="1083112" y="545399"/>
                  </a:cubicBezTo>
                  <a:cubicBezTo>
                    <a:pt x="1083265" y="541146"/>
                    <a:pt x="1082649" y="536901"/>
                    <a:pt x="1081305" y="532865"/>
                  </a:cubicBezTo>
                  <a:close/>
                  <a:moveTo>
                    <a:pt x="1418085" y="798086"/>
                  </a:moveTo>
                  <a:cubicBezTo>
                    <a:pt x="1412975" y="777673"/>
                    <a:pt x="1392289" y="765272"/>
                    <a:pt x="1371876" y="770382"/>
                  </a:cubicBezTo>
                  <a:cubicBezTo>
                    <a:pt x="1371876" y="770382"/>
                    <a:pt x="1371872" y="770382"/>
                    <a:pt x="1371872" y="770382"/>
                  </a:cubicBezTo>
                  <a:cubicBezTo>
                    <a:pt x="1345238" y="775786"/>
                    <a:pt x="1325715" y="798645"/>
                    <a:pt x="1324540" y="825793"/>
                  </a:cubicBezTo>
                  <a:cubicBezTo>
                    <a:pt x="1324443" y="829310"/>
                    <a:pt x="1324838" y="832819"/>
                    <a:pt x="1325707" y="836227"/>
                  </a:cubicBezTo>
                  <a:cubicBezTo>
                    <a:pt x="1330902" y="856527"/>
                    <a:pt x="1351568" y="868780"/>
                    <a:pt x="1371872" y="863589"/>
                  </a:cubicBezTo>
                  <a:cubicBezTo>
                    <a:pt x="1398433" y="858254"/>
                    <a:pt x="1417948" y="835523"/>
                    <a:pt x="1419208" y="808463"/>
                  </a:cubicBezTo>
                  <a:cubicBezTo>
                    <a:pt x="1419312" y="804970"/>
                    <a:pt x="1418938" y="801478"/>
                    <a:pt x="1418093" y="798086"/>
                  </a:cubicBezTo>
                  <a:close/>
                  <a:moveTo>
                    <a:pt x="1757316" y="419253"/>
                  </a:moveTo>
                  <a:cubicBezTo>
                    <a:pt x="1753493" y="397029"/>
                    <a:pt x="1732376" y="382109"/>
                    <a:pt x="1710149" y="385936"/>
                  </a:cubicBezTo>
                  <a:cubicBezTo>
                    <a:pt x="1710149" y="385936"/>
                    <a:pt x="1710145" y="385936"/>
                    <a:pt x="1710141" y="385936"/>
                  </a:cubicBezTo>
                  <a:cubicBezTo>
                    <a:pt x="1683584" y="389698"/>
                    <a:pt x="1663533" y="411945"/>
                    <a:pt x="1662539" y="438752"/>
                  </a:cubicBezTo>
                  <a:cubicBezTo>
                    <a:pt x="1662511" y="441283"/>
                    <a:pt x="1662716" y="443814"/>
                    <a:pt x="1663159" y="446305"/>
                  </a:cubicBezTo>
                  <a:cubicBezTo>
                    <a:pt x="1667058" y="468355"/>
                    <a:pt x="1688094" y="483074"/>
                    <a:pt x="1710149" y="479175"/>
                  </a:cubicBezTo>
                  <a:cubicBezTo>
                    <a:pt x="1736706" y="475670"/>
                    <a:pt x="1756873" y="453540"/>
                    <a:pt x="1757903" y="426773"/>
                  </a:cubicBezTo>
                  <a:cubicBezTo>
                    <a:pt x="1757944" y="424254"/>
                    <a:pt x="1757751" y="421735"/>
                    <a:pt x="1757324" y="419253"/>
                  </a:cubicBezTo>
                  <a:close/>
                  <a:moveTo>
                    <a:pt x="2098603" y="390382"/>
                  </a:moveTo>
                  <a:cubicBezTo>
                    <a:pt x="2095730" y="366645"/>
                    <a:pt x="2074162" y="349729"/>
                    <a:pt x="2050426" y="352598"/>
                  </a:cubicBezTo>
                  <a:cubicBezTo>
                    <a:pt x="2023913" y="354518"/>
                    <a:pt x="2003186" y="376246"/>
                    <a:pt x="2002514" y="402820"/>
                  </a:cubicBezTo>
                  <a:cubicBezTo>
                    <a:pt x="2002502" y="404445"/>
                    <a:pt x="2002587" y="406067"/>
                    <a:pt x="2002760" y="407684"/>
                  </a:cubicBezTo>
                  <a:cubicBezTo>
                    <a:pt x="2005311" y="431457"/>
                    <a:pt x="2026649" y="448663"/>
                    <a:pt x="2050422" y="446112"/>
                  </a:cubicBezTo>
                  <a:cubicBezTo>
                    <a:pt x="2050422" y="446112"/>
                    <a:pt x="2050426" y="446112"/>
                    <a:pt x="2050426" y="446112"/>
                  </a:cubicBezTo>
                  <a:cubicBezTo>
                    <a:pt x="2077172" y="444615"/>
                    <a:pt x="2098277" y="422818"/>
                    <a:pt x="2098913" y="396035"/>
                  </a:cubicBezTo>
                  <a:cubicBezTo>
                    <a:pt x="2098937" y="394148"/>
                    <a:pt x="2098832" y="392257"/>
                    <a:pt x="2098611" y="390382"/>
                  </a:cubicBezTo>
                  <a:close/>
                  <a:moveTo>
                    <a:pt x="2439628" y="52278"/>
                  </a:moveTo>
                  <a:cubicBezTo>
                    <a:pt x="2439145" y="26538"/>
                    <a:pt x="2417888" y="6061"/>
                    <a:pt x="2392147" y="6539"/>
                  </a:cubicBezTo>
                  <a:cubicBezTo>
                    <a:pt x="2365920" y="6692"/>
                    <a:pt x="2344626" y="27793"/>
                    <a:pt x="2344236" y="54020"/>
                  </a:cubicBezTo>
                  <a:lnTo>
                    <a:pt x="2344236" y="54177"/>
                  </a:lnTo>
                  <a:cubicBezTo>
                    <a:pt x="2344719" y="79837"/>
                    <a:pt x="2365908" y="100246"/>
                    <a:pt x="2391568" y="99767"/>
                  </a:cubicBezTo>
                  <a:cubicBezTo>
                    <a:pt x="2417719" y="99771"/>
                    <a:pt x="2439073" y="78863"/>
                    <a:pt x="2439624" y="52721"/>
                  </a:cubicBezTo>
                  <a:cubicBezTo>
                    <a:pt x="2439640" y="52572"/>
                    <a:pt x="2439636" y="52427"/>
                    <a:pt x="2439636" y="52278"/>
                  </a:cubicBezTo>
                  <a:close/>
                  <a:moveTo>
                    <a:pt x="2733016" y="11734"/>
                  </a:moveTo>
                  <a:cubicBezTo>
                    <a:pt x="2732211" y="11686"/>
                    <a:pt x="2731406" y="11662"/>
                    <a:pt x="2730626" y="11654"/>
                  </a:cubicBezTo>
                  <a:cubicBezTo>
                    <a:pt x="2705680" y="11460"/>
                    <a:pt x="2685299" y="31523"/>
                    <a:pt x="2685104" y="56471"/>
                  </a:cubicBezTo>
                  <a:cubicBezTo>
                    <a:pt x="2685851" y="82666"/>
                    <a:pt x="2706827" y="103766"/>
                    <a:pt x="2733016" y="104672"/>
                  </a:cubicBezTo>
                  <a:cubicBezTo>
                    <a:pt x="2734018" y="104744"/>
                    <a:pt x="2735028" y="104780"/>
                    <a:pt x="2736018" y="104785"/>
                  </a:cubicBezTo>
                  <a:cubicBezTo>
                    <a:pt x="2760723" y="104881"/>
                    <a:pt x="2780830" y="84931"/>
                    <a:pt x="2780927" y="60225"/>
                  </a:cubicBezTo>
                  <a:cubicBezTo>
                    <a:pt x="2780191" y="33982"/>
                    <a:pt x="2759257" y="12788"/>
                    <a:pt x="2733024" y="1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44"/>
            <p:cNvSpPr/>
            <p:nvPr/>
          </p:nvSpPr>
          <p:spPr>
            <a:xfrm>
              <a:off x="4867592" y="1862284"/>
              <a:ext cx="62199" cy="69049"/>
            </a:xfrm>
            <a:custGeom>
              <a:avLst/>
              <a:gdLst/>
              <a:ahLst/>
              <a:cxnLst/>
              <a:rect l="l" t="t" r="r" b="b"/>
              <a:pathLst>
                <a:path w="100727" h="111821" extrusionOk="0">
                  <a:moveTo>
                    <a:pt x="41639" y="118353"/>
                  </a:moveTo>
                  <a:cubicBezTo>
                    <a:pt x="34847" y="118353"/>
                    <a:pt x="28618" y="116635"/>
                    <a:pt x="23415" y="113210"/>
                  </a:cubicBezTo>
                  <a:cubicBezTo>
                    <a:pt x="13931" y="106965"/>
                    <a:pt x="8716" y="95908"/>
                    <a:pt x="8716" y="82106"/>
                  </a:cubicBezTo>
                  <a:cubicBezTo>
                    <a:pt x="10692" y="51228"/>
                    <a:pt x="29068" y="24099"/>
                    <a:pt x="56692" y="10982"/>
                  </a:cubicBezTo>
                  <a:cubicBezTo>
                    <a:pt x="71037" y="4793"/>
                    <a:pt x="84412" y="5075"/>
                    <a:pt x="94556" y="11726"/>
                  </a:cubicBezTo>
                  <a:cubicBezTo>
                    <a:pt x="104169" y="18039"/>
                    <a:pt x="109444" y="29189"/>
                    <a:pt x="109444" y="43140"/>
                  </a:cubicBezTo>
                  <a:cubicBezTo>
                    <a:pt x="109444" y="43269"/>
                    <a:pt x="109444" y="43381"/>
                    <a:pt x="109444" y="43506"/>
                  </a:cubicBezTo>
                  <a:cubicBezTo>
                    <a:pt x="107376" y="73986"/>
                    <a:pt x="88963" y="100958"/>
                    <a:pt x="61331" y="113987"/>
                  </a:cubicBezTo>
                  <a:cubicBezTo>
                    <a:pt x="54535" y="116904"/>
                    <a:pt x="47856" y="118353"/>
                    <a:pt x="41639" y="118353"/>
                  </a:cubicBezTo>
                  <a:close/>
                  <a:moveTo>
                    <a:pt x="76336" y="17355"/>
                  </a:moveTo>
                  <a:cubicBezTo>
                    <a:pt x="71672" y="17355"/>
                    <a:pt x="66542" y="18526"/>
                    <a:pt x="61170" y="20852"/>
                  </a:cubicBezTo>
                  <a:cubicBezTo>
                    <a:pt x="37152" y="32336"/>
                    <a:pt x="21222" y="55911"/>
                    <a:pt x="19528" y="82480"/>
                  </a:cubicBezTo>
                  <a:cubicBezTo>
                    <a:pt x="19528" y="92174"/>
                    <a:pt x="23037" y="100012"/>
                    <a:pt x="29362" y="104181"/>
                  </a:cubicBezTo>
                  <a:cubicBezTo>
                    <a:pt x="36368" y="108804"/>
                    <a:pt x="46133" y="108776"/>
                    <a:pt x="56873" y="104141"/>
                  </a:cubicBezTo>
                  <a:cubicBezTo>
                    <a:pt x="80810" y="92785"/>
                    <a:pt x="96773" y="69407"/>
                    <a:pt x="98632" y="42979"/>
                  </a:cubicBezTo>
                  <a:cubicBezTo>
                    <a:pt x="98588" y="32887"/>
                    <a:pt x="95039" y="25008"/>
                    <a:pt x="88609" y="20796"/>
                  </a:cubicBezTo>
                  <a:cubicBezTo>
                    <a:pt x="85128" y="18490"/>
                    <a:pt x="80967" y="17335"/>
                    <a:pt x="76336" y="17335"/>
                  </a:cubicBezTo>
                  <a:close/>
                  <a:moveTo>
                    <a:pt x="104044" y="43160"/>
                  </a:moveTo>
                  <a:lnTo>
                    <a:pt x="104044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44"/>
            <p:cNvSpPr/>
            <p:nvPr/>
          </p:nvSpPr>
          <p:spPr>
            <a:xfrm>
              <a:off x="5066242" y="1578494"/>
              <a:ext cx="63095" cy="67903"/>
            </a:xfrm>
            <a:custGeom>
              <a:avLst/>
              <a:gdLst/>
              <a:ahLst/>
              <a:cxnLst/>
              <a:rect l="l" t="t" r="r" b="b"/>
              <a:pathLst>
                <a:path w="102178" h="109964" extrusionOk="0">
                  <a:moveTo>
                    <a:pt x="44069" y="116496"/>
                  </a:moveTo>
                  <a:cubicBezTo>
                    <a:pt x="36424" y="116496"/>
                    <a:pt x="29467" y="114424"/>
                    <a:pt x="23604" y="110323"/>
                  </a:cubicBezTo>
                  <a:cubicBezTo>
                    <a:pt x="14007" y="103616"/>
                    <a:pt x="8716" y="92268"/>
                    <a:pt x="8716" y="78386"/>
                  </a:cubicBezTo>
                  <a:cubicBezTo>
                    <a:pt x="10547" y="47974"/>
                    <a:pt x="29768" y="21212"/>
                    <a:pt x="57702" y="9869"/>
                  </a:cubicBezTo>
                  <a:cubicBezTo>
                    <a:pt x="72135" y="4570"/>
                    <a:pt x="85635" y="5612"/>
                    <a:pt x="95851" y="12770"/>
                  </a:cubicBezTo>
                  <a:cubicBezTo>
                    <a:pt x="105549" y="19550"/>
                    <a:pt x="110888" y="30966"/>
                    <a:pt x="110888" y="44904"/>
                  </a:cubicBezTo>
                  <a:cubicBezTo>
                    <a:pt x="110896" y="45017"/>
                    <a:pt x="110896" y="45130"/>
                    <a:pt x="110888" y="45242"/>
                  </a:cubicBezTo>
                  <a:cubicBezTo>
                    <a:pt x="108901" y="75429"/>
                    <a:pt x="89808" y="101813"/>
                    <a:pt x="61758" y="113140"/>
                  </a:cubicBezTo>
                  <a:cubicBezTo>
                    <a:pt x="55626" y="115381"/>
                    <a:pt x="49662" y="116496"/>
                    <a:pt x="44069" y="116496"/>
                  </a:cubicBezTo>
                  <a:close/>
                  <a:moveTo>
                    <a:pt x="75185" y="17365"/>
                  </a:moveTo>
                  <a:cubicBezTo>
                    <a:pt x="70538" y="17430"/>
                    <a:pt x="65938" y="18311"/>
                    <a:pt x="61601" y="19973"/>
                  </a:cubicBezTo>
                  <a:cubicBezTo>
                    <a:pt x="37683" y="29682"/>
                    <a:pt x="21109" y="52767"/>
                    <a:pt x="19532" y="78720"/>
                  </a:cubicBezTo>
                  <a:cubicBezTo>
                    <a:pt x="19532" y="88639"/>
                    <a:pt x="23198" y="96827"/>
                    <a:pt x="29805" y="101467"/>
                  </a:cubicBezTo>
                  <a:cubicBezTo>
                    <a:pt x="36995" y="106456"/>
                    <a:pt x="46958" y="107004"/>
                    <a:pt x="57879" y="103028"/>
                  </a:cubicBezTo>
                  <a:cubicBezTo>
                    <a:pt x="81768" y="93476"/>
                    <a:pt x="98382" y="70588"/>
                    <a:pt x="100072" y="44743"/>
                  </a:cubicBezTo>
                  <a:cubicBezTo>
                    <a:pt x="100032" y="34511"/>
                    <a:pt x="96338" y="26322"/>
                    <a:pt x="89659" y="21643"/>
                  </a:cubicBezTo>
                  <a:cubicBezTo>
                    <a:pt x="85587" y="18790"/>
                    <a:pt x="80653" y="17365"/>
                    <a:pt x="75185" y="17365"/>
                  </a:cubicBezTo>
                  <a:close/>
                  <a:moveTo>
                    <a:pt x="105484" y="44904"/>
                  </a:moveTo>
                  <a:lnTo>
                    <a:pt x="105484" y="449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44"/>
            <p:cNvSpPr/>
            <p:nvPr/>
          </p:nvSpPr>
          <p:spPr>
            <a:xfrm>
              <a:off x="5472593" y="1250785"/>
              <a:ext cx="64655" cy="66316"/>
            </a:xfrm>
            <a:custGeom>
              <a:avLst/>
              <a:gdLst/>
              <a:ahLst/>
              <a:cxnLst/>
              <a:rect l="l" t="t" r="r" b="b"/>
              <a:pathLst>
                <a:path w="104705" h="107395" extrusionOk="0">
                  <a:moveTo>
                    <a:pt x="49674" y="113927"/>
                  </a:moveTo>
                  <a:cubicBezTo>
                    <a:pt x="43393" y="113923"/>
                    <a:pt x="37197" y="112470"/>
                    <a:pt x="31567" y="109686"/>
                  </a:cubicBezTo>
                  <a:cubicBezTo>
                    <a:pt x="21810" y="104913"/>
                    <a:pt x="14370" y="96439"/>
                    <a:pt x="10893" y="86150"/>
                  </a:cubicBezTo>
                  <a:cubicBezTo>
                    <a:pt x="9263" y="81374"/>
                    <a:pt x="8539" y="76340"/>
                    <a:pt x="8752" y="71299"/>
                  </a:cubicBezTo>
                  <a:cubicBezTo>
                    <a:pt x="10326" y="41555"/>
                    <a:pt x="30899" y="16217"/>
                    <a:pt x="59690" y="8571"/>
                  </a:cubicBezTo>
                  <a:cubicBezTo>
                    <a:pt x="69930" y="5200"/>
                    <a:pt x="81092" y="6032"/>
                    <a:pt x="90721" y="10881"/>
                  </a:cubicBezTo>
                  <a:cubicBezTo>
                    <a:pt x="100483" y="15726"/>
                    <a:pt x="107895" y="24276"/>
                    <a:pt x="111311" y="34622"/>
                  </a:cubicBezTo>
                  <a:cubicBezTo>
                    <a:pt x="112864" y="39273"/>
                    <a:pt x="113568" y="44166"/>
                    <a:pt x="113395" y="49067"/>
                  </a:cubicBezTo>
                  <a:cubicBezTo>
                    <a:pt x="113399" y="49099"/>
                    <a:pt x="113399" y="49135"/>
                    <a:pt x="113395" y="49168"/>
                  </a:cubicBezTo>
                  <a:cubicBezTo>
                    <a:pt x="111862" y="78908"/>
                    <a:pt x="91269" y="104237"/>
                    <a:pt x="62470" y="111806"/>
                  </a:cubicBezTo>
                  <a:cubicBezTo>
                    <a:pt x="58350" y="113211"/>
                    <a:pt x="54028" y="113927"/>
                    <a:pt x="49674" y="113927"/>
                  </a:cubicBezTo>
                  <a:close/>
                  <a:moveTo>
                    <a:pt x="72337" y="17380"/>
                  </a:moveTo>
                  <a:cubicBezTo>
                    <a:pt x="69093" y="17375"/>
                    <a:pt x="65870" y="17899"/>
                    <a:pt x="62796" y="18929"/>
                  </a:cubicBezTo>
                  <a:cubicBezTo>
                    <a:pt x="38203" y="25512"/>
                    <a:pt x="20969" y="46733"/>
                    <a:pt x="19572" y="71818"/>
                  </a:cubicBezTo>
                  <a:cubicBezTo>
                    <a:pt x="19436" y="75499"/>
                    <a:pt x="19979" y="79173"/>
                    <a:pt x="21182" y="82658"/>
                  </a:cubicBezTo>
                  <a:cubicBezTo>
                    <a:pt x="23725" y="90227"/>
                    <a:pt x="29197" y="96459"/>
                    <a:pt x="36372" y="99960"/>
                  </a:cubicBezTo>
                  <a:cubicBezTo>
                    <a:pt x="43526" y="103501"/>
                    <a:pt x="51795" y="104032"/>
                    <a:pt x="59344" y="101441"/>
                  </a:cubicBezTo>
                  <a:cubicBezTo>
                    <a:pt x="83993" y="94886"/>
                    <a:pt x="101227" y="73705"/>
                    <a:pt x="102583" y="48592"/>
                  </a:cubicBezTo>
                  <a:cubicBezTo>
                    <a:pt x="102708" y="45007"/>
                    <a:pt x="102193" y="41426"/>
                    <a:pt x="101058" y="38022"/>
                  </a:cubicBezTo>
                  <a:cubicBezTo>
                    <a:pt x="96910" y="25689"/>
                    <a:pt x="85350" y="17380"/>
                    <a:pt x="72337" y="17380"/>
                  </a:cubicBezTo>
                  <a:close/>
                  <a:moveTo>
                    <a:pt x="107979" y="48862"/>
                  </a:moveTo>
                  <a:lnTo>
                    <a:pt x="107979" y="488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44"/>
            <p:cNvSpPr/>
            <p:nvPr/>
          </p:nvSpPr>
          <p:spPr>
            <a:xfrm>
              <a:off x="5679456" y="1411655"/>
              <a:ext cx="65165" cy="65729"/>
            </a:xfrm>
            <a:custGeom>
              <a:avLst/>
              <a:gdLst/>
              <a:ahLst/>
              <a:cxnLst/>
              <a:rect l="l" t="t" r="r" b="b"/>
              <a:pathLst>
                <a:path w="105530" h="106444" extrusionOk="0">
                  <a:moveTo>
                    <a:pt x="52012" y="112976"/>
                  </a:moveTo>
                  <a:cubicBezTo>
                    <a:pt x="44246" y="112964"/>
                    <a:pt x="36625" y="110855"/>
                    <a:pt x="29958" y="106872"/>
                  </a:cubicBezTo>
                  <a:cubicBezTo>
                    <a:pt x="20043" y="101033"/>
                    <a:pt x="12876" y="91469"/>
                    <a:pt x="10060" y="80315"/>
                  </a:cubicBezTo>
                  <a:cubicBezTo>
                    <a:pt x="9070" y="76420"/>
                    <a:pt x="8623" y="72408"/>
                    <a:pt x="8732" y="68392"/>
                  </a:cubicBezTo>
                  <a:cubicBezTo>
                    <a:pt x="9943" y="38705"/>
                    <a:pt x="31281" y="13689"/>
                    <a:pt x="60406" y="7814"/>
                  </a:cubicBezTo>
                  <a:cubicBezTo>
                    <a:pt x="83406" y="2052"/>
                    <a:pt x="107126" y="16244"/>
                    <a:pt x="112944" y="39509"/>
                  </a:cubicBezTo>
                  <a:cubicBezTo>
                    <a:pt x="113914" y="43388"/>
                    <a:pt x="114345" y="47380"/>
                    <a:pt x="114228" y="51376"/>
                  </a:cubicBezTo>
                  <a:lnTo>
                    <a:pt x="114228" y="51472"/>
                  </a:lnTo>
                  <a:cubicBezTo>
                    <a:pt x="112880" y="81031"/>
                    <a:pt x="91550" y="105862"/>
                    <a:pt x="62534" y="111652"/>
                  </a:cubicBezTo>
                  <a:cubicBezTo>
                    <a:pt x="59098" y="112533"/>
                    <a:pt x="55561" y="112976"/>
                    <a:pt x="52012" y="112976"/>
                  </a:cubicBezTo>
                  <a:close/>
                  <a:moveTo>
                    <a:pt x="70715" y="17382"/>
                  </a:moveTo>
                  <a:cubicBezTo>
                    <a:pt x="68039" y="17387"/>
                    <a:pt x="65375" y="17716"/>
                    <a:pt x="62780" y="18368"/>
                  </a:cubicBezTo>
                  <a:cubicBezTo>
                    <a:pt x="38299" y="23346"/>
                    <a:pt x="20614" y="44048"/>
                    <a:pt x="19556" y="68779"/>
                  </a:cubicBezTo>
                  <a:cubicBezTo>
                    <a:pt x="19483" y="71760"/>
                    <a:pt x="19814" y="74738"/>
                    <a:pt x="20542" y="77631"/>
                  </a:cubicBezTo>
                  <a:cubicBezTo>
                    <a:pt x="22658" y="86000"/>
                    <a:pt x="28038" y="93171"/>
                    <a:pt x="35482" y="97545"/>
                  </a:cubicBezTo>
                  <a:cubicBezTo>
                    <a:pt x="42894" y="101971"/>
                    <a:pt x="51775" y="103246"/>
                    <a:pt x="60132" y="101082"/>
                  </a:cubicBezTo>
                  <a:cubicBezTo>
                    <a:pt x="84569" y="96181"/>
                    <a:pt x="102241" y="75619"/>
                    <a:pt x="103396" y="51009"/>
                  </a:cubicBezTo>
                  <a:cubicBezTo>
                    <a:pt x="103484" y="48020"/>
                    <a:pt x="103163" y="45034"/>
                    <a:pt x="102438" y="42133"/>
                  </a:cubicBezTo>
                  <a:cubicBezTo>
                    <a:pt x="98777" y="27595"/>
                    <a:pt x="85707" y="17399"/>
                    <a:pt x="70715" y="17382"/>
                  </a:cubicBezTo>
                  <a:close/>
                  <a:moveTo>
                    <a:pt x="108808" y="51219"/>
                  </a:moveTo>
                  <a:lnTo>
                    <a:pt x="108808" y="512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44"/>
            <p:cNvSpPr/>
            <p:nvPr/>
          </p:nvSpPr>
          <p:spPr>
            <a:xfrm>
              <a:off x="5888005" y="1174794"/>
              <a:ext cx="65579" cy="65028"/>
            </a:xfrm>
            <a:custGeom>
              <a:avLst/>
              <a:gdLst/>
              <a:ahLst/>
              <a:cxnLst/>
              <a:rect l="l" t="t" r="r" b="b"/>
              <a:pathLst>
                <a:path w="106200" h="105308" extrusionOk="0">
                  <a:moveTo>
                    <a:pt x="54534" y="111840"/>
                  </a:moveTo>
                  <a:cubicBezTo>
                    <a:pt x="45154" y="111824"/>
                    <a:pt x="36008" y="108918"/>
                    <a:pt x="28335" y="103523"/>
                  </a:cubicBezTo>
                  <a:cubicBezTo>
                    <a:pt x="18324" y="96561"/>
                    <a:pt x="11515" y="85886"/>
                    <a:pt x="9423" y="73871"/>
                  </a:cubicBezTo>
                  <a:cubicBezTo>
                    <a:pt x="8920" y="71046"/>
                    <a:pt x="8687" y="68185"/>
                    <a:pt x="8719" y="65316"/>
                  </a:cubicBezTo>
                  <a:cubicBezTo>
                    <a:pt x="9737" y="35838"/>
                    <a:pt x="31771" y="11345"/>
                    <a:pt x="60976" y="7221"/>
                  </a:cubicBezTo>
                  <a:cubicBezTo>
                    <a:pt x="86048" y="2835"/>
                    <a:pt x="109922" y="19831"/>
                    <a:pt x="114247" y="44972"/>
                  </a:cubicBezTo>
                  <a:cubicBezTo>
                    <a:pt x="114734" y="47789"/>
                    <a:pt x="114955" y="50642"/>
                    <a:pt x="114911" y="53498"/>
                  </a:cubicBezTo>
                  <a:lnTo>
                    <a:pt x="114911" y="53627"/>
                  </a:lnTo>
                  <a:cubicBezTo>
                    <a:pt x="113829" y="83049"/>
                    <a:pt x="91641" y="107381"/>
                    <a:pt x="62441" y="111168"/>
                  </a:cubicBezTo>
                  <a:cubicBezTo>
                    <a:pt x="59829" y="111622"/>
                    <a:pt x="57186" y="111848"/>
                    <a:pt x="54534" y="111840"/>
                  </a:cubicBezTo>
                  <a:close/>
                  <a:moveTo>
                    <a:pt x="68742" y="17361"/>
                  </a:moveTo>
                  <a:cubicBezTo>
                    <a:pt x="66702" y="17369"/>
                    <a:pt x="64666" y="17542"/>
                    <a:pt x="62654" y="17880"/>
                  </a:cubicBezTo>
                  <a:cubicBezTo>
                    <a:pt x="38612" y="21207"/>
                    <a:pt x="20428" y="41314"/>
                    <a:pt x="19527" y="65566"/>
                  </a:cubicBezTo>
                  <a:cubicBezTo>
                    <a:pt x="19499" y="67711"/>
                    <a:pt x="19680" y="69855"/>
                    <a:pt x="20062" y="71968"/>
                  </a:cubicBezTo>
                  <a:cubicBezTo>
                    <a:pt x="21659" y="81154"/>
                    <a:pt x="26866" y="89318"/>
                    <a:pt x="34524" y="94642"/>
                  </a:cubicBezTo>
                  <a:cubicBezTo>
                    <a:pt x="42157" y="99998"/>
                    <a:pt x="51613" y="102090"/>
                    <a:pt x="60791" y="100448"/>
                  </a:cubicBezTo>
                  <a:cubicBezTo>
                    <a:pt x="85030" y="97249"/>
                    <a:pt x="103129" y="77420"/>
                    <a:pt x="104087" y="53249"/>
                  </a:cubicBezTo>
                  <a:cubicBezTo>
                    <a:pt x="104115" y="51084"/>
                    <a:pt x="103946" y="48919"/>
                    <a:pt x="103580" y="46783"/>
                  </a:cubicBezTo>
                  <a:cubicBezTo>
                    <a:pt x="101999" y="37512"/>
                    <a:pt x="96784" y="29259"/>
                    <a:pt x="89094" y="23847"/>
                  </a:cubicBezTo>
                  <a:cubicBezTo>
                    <a:pt x="83147" y="19630"/>
                    <a:pt x="76033" y="17365"/>
                    <a:pt x="68742" y="17369"/>
                  </a:cubicBezTo>
                  <a:close/>
                  <a:moveTo>
                    <a:pt x="109499" y="53394"/>
                  </a:moveTo>
                  <a:lnTo>
                    <a:pt x="109499" y="533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44"/>
            <p:cNvSpPr/>
            <p:nvPr/>
          </p:nvSpPr>
          <p:spPr>
            <a:xfrm>
              <a:off x="6097765" y="1154399"/>
              <a:ext cx="66210" cy="64802"/>
            </a:xfrm>
            <a:custGeom>
              <a:avLst/>
              <a:gdLst/>
              <a:ahLst/>
              <a:cxnLst/>
              <a:rect l="l" t="t" r="r" b="b"/>
              <a:pathLst>
                <a:path w="107222" h="104943" extrusionOk="0">
                  <a:moveTo>
                    <a:pt x="57224" y="111475"/>
                  </a:moveTo>
                  <a:cubicBezTo>
                    <a:pt x="46163" y="111455"/>
                    <a:pt x="35443" y="107640"/>
                    <a:pt x="26852" y="100667"/>
                  </a:cubicBezTo>
                  <a:cubicBezTo>
                    <a:pt x="16777" y="92575"/>
                    <a:pt x="10347" y="80793"/>
                    <a:pt x="8999" y="67941"/>
                  </a:cubicBezTo>
                  <a:cubicBezTo>
                    <a:pt x="8797" y="66123"/>
                    <a:pt x="8705" y="64292"/>
                    <a:pt x="8717" y="62461"/>
                  </a:cubicBezTo>
                  <a:cubicBezTo>
                    <a:pt x="9321" y="33027"/>
                    <a:pt x="32280" y="8920"/>
                    <a:pt x="61650" y="6880"/>
                  </a:cubicBezTo>
                  <a:cubicBezTo>
                    <a:pt x="74398" y="5335"/>
                    <a:pt x="87230" y="8960"/>
                    <a:pt x="97289" y="16940"/>
                  </a:cubicBezTo>
                  <a:cubicBezTo>
                    <a:pt x="107485" y="24883"/>
                    <a:pt x="114076" y="36584"/>
                    <a:pt x="115581" y="49424"/>
                  </a:cubicBezTo>
                  <a:cubicBezTo>
                    <a:pt x="115839" y="51540"/>
                    <a:pt x="115959" y="53677"/>
                    <a:pt x="115935" y="55810"/>
                  </a:cubicBezTo>
                  <a:lnTo>
                    <a:pt x="115935" y="55850"/>
                  </a:lnTo>
                  <a:cubicBezTo>
                    <a:pt x="115231" y="85248"/>
                    <a:pt x="91696" y="109560"/>
                    <a:pt x="62338" y="111193"/>
                  </a:cubicBezTo>
                  <a:cubicBezTo>
                    <a:pt x="60640" y="111378"/>
                    <a:pt x="58934" y="111475"/>
                    <a:pt x="57224" y="111475"/>
                  </a:cubicBezTo>
                  <a:close/>
                  <a:moveTo>
                    <a:pt x="67328" y="17378"/>
                  </a:moveTo>
                  <a:cubicBezTo>
                    <a:pt x="65779" y="17378"/>
                    <a:pt x="64229" y="17475"/>
                    <a:pt x="62692" y="17660"/>
                  </a:cubicBezTo>
                  <a:cubicBezTo>
                    <a:pt x="38594" y="19406"/>
                    <a:pt x="20145" y="38741"/>
                    <a:pt x="19537" y="62642"/>
                  </a:cubicBezTo>
                  <a:cubicBezTo>
                    <a:pt x="19525" y="64014"/>
                    <a:pt x="19597" y="65386"/>
                    <a:pt x="19762" y="66746"/>
                  </a:cubicBezTo>
                  <a:cubicBezTo>
                    <a:pt x="22004" y="87573"/>
                    <a:pt x="40791" y="102739"/>
                    <a:pt x="61465" y="100414"/>
                  </a:cubicBezTo>
                  <a:cubicBezTo>
                    <a:pt x="85495" y="99061"/>
                    <a:pt x="104520" y="79401"/>
                    <a:pt x="105111" y="55612"/>
                  </a:cubicBezTo>
                  <a:cubicBezTo>
                    <a:pt x="105135" y="53979"/>
                    <a:pt x="105043" y="52341"/>
                    <a:pt x="104842" y="50720"/>
                  </a:cubicBezTo>
                  <a:cubicBezTo>
                    <a:pt x="103667" y="40732"/>
                    <a:pt x="98540" y="31635"/>
                    <a:pt x="90609" y="25454"/>
                  </a:cubicBezTo>
                  <a:cubicBezTo>
                    <a:pt x="83978" y="20223"/>
                    <a:pt x="75782" y="17382"/>
                    <a:pt x="67340" y="17378"/>
                  </a:cubicBezTo>
                  <a:close/>
                  <a:moveTo>
                    <a:pt x="110523" y="55725"/>
                  </a:moveTo>
                  <a:lnTo>
                    <a:pt x="110523" y="557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44"/>
            <p:cNvSpPr/>
            <p:nvPr/>
          </p:nvSpPr>
          <p:spPr>
            <a:xfrm>
              <a:off x="6308626" y="941091"/>
              <a:ext cx="65581" cy="64259"/>
            </a:xfrm>
            <a:custGeom>
              <a:avLst/>
              <a:gdLst/>
              <a:ahLst/>
              <a:cxnLst/>
              <a:rect l="l" t="t" r="r" b="b"/>
              <a:pathLst>
                <a:path w="106204" h="104063" extrusionOk="0">
                  <a:moveTo>
                    <a:pt x="60466" y="110595"/>
                  </a:moveTo>
                  <a:cubicBezTo>
                    <a:pt x="32404" y="110595"/>
                    <a:pt x="9251" y="87945"/>
                    <a:pt x="8716" y="59673"/>
                  </a:cubicBezTo>
                  <a:cubicBezTo>
                    <a:pt x="9118" y="30388"/>
                    <a:pt x="33040" y="6700"/>
                    <a:pt x="61999" y="6531"/>
                  </a:cubicBezTo>
                  <a:cubicBezTo>
                    <a:pt x="62325" y="6531"/>
                    <a:pt x="62647" y="6531"/>
                    <a:pt x="62989" y="6531"/>
                  </a:cubicBezTo>
                  <a:cubicBezTo>
                    <a:pt x="76425" y="6523"/>
                    <a:pt x="89341" y="11742"/>
                    <a:pt x="98994" y="21089"/>
                  </a:cubicBezTo>
                  <a:cubicBezTo>
                    <a:pt x="108965" y="30642"/>
                    <a:pt x="114699" y="43787"/>
                    <a:pt x="114920" y="57593"/>
                  </a:cubicBezTo>
                  <a:lnTo>
                    <a:pt x="114920" y="58253"/>
                  </a:lnTo>
                  <a:cubicBezTo>
                    <a:pt x="114313" y="87116"/>
                    <a:pt x="90343" y="110595"/>
                    <a:pt x="61480" y="110595"/>
                  </a:cubicBezTo>
                  <a:cubicBezTo>
                    <a:pt x="61154" y="110566"/>
                    <a:pt x="60804" y="110595"/>
                    <a:pt x="60466" y="110595"/>
                  </a:cubicBezTo>
                  <a:close/>
                  <a:moveTo>
                    <a:pt x="62917" y="17339"/>
                  </a:moveTo>
                  <a:cubicBezTo>
                    <a:pt x="62647" y="17339"/>
                    <a:pt x="62394" y="17339"/>
                    <a:pt x="62112" y="17339"/>
                  </a:cubicBezTo>
                  <a:cubicBezTo>
                    <a:pt x="38943" y="17480"/>
                    <a:pt x="19862" y="36380"/>
                    <a:pt x="19508" y="59488"/>
                  </a:cubicBezTo>
                  <a:cubicBezTo>
                    <a:pt x="19958" y="82082"/>
                    <a:pt x="38041" y="100036"/>
                    <a:pt x="61335" y="99726"/>
                  </a:cubicBezTo>
                  <a:lnTo>
                    <a:pt x="61335" y="99726"/>
                  </a:lnTo>
                  <a:cubicBezTo>
                    <a:pt x="84448" y="99726"/>
                    <a:pt x="103541" y="81040"/>
                    <a:pt x="104064" y="58040"/>
                  </a:cubicBezTo>
                  <a:lnTo>
                    <a:pt x="104064" y="57637"/>
                  </a:lnTo>
                  <a:cubicBezTo>
                    <a:pt x="103875" y="46741"/>
                    <a:pt x="99332" y="36371"/>
                    <a:pt x="91449" y="28847"/>
                  </a:cubicBezTo>
                  <a:cubicBezTo>
                    <a:pt x="83796" y="21443"/>
                    <a:pt x="73564" y="17315"/>
                    <a:pt x="62917" y="17339"/>
                  </a:cubicBezTo>
                  <a:close/>
                  <a:moveTo>
                    <a:pt x="109508" y="58124"/>
                  </a:moveTo>
                  <a:lnTo>
                    <a:pt x="109508" y="581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44"/>
            <p:cNvSpPr/>
            <p:nvPr/>
          </p:nvSpPr>
          <p:spPr>
            <a:xfrm>
              <a:off x="6518929" y="944246"/>
              <a:ext cx="65859" cy="64196"/>
            </a:xfrm>
            <a:custGeom>
              <a:avLst/>
              <a:gdLst/>
              <a:ahLst/>
              <a:cxnLst/>
              <a:rect l="l" t="t" r="r" b="b"/>
              <a:pathLst>
                <a:path w="106654" h="103961" extrusionOk="0">
                  <a:moveTo>
                    <a:pt x="65230" y="110482"/>
                  </a:moveTo>
                  <a:cubicBezTo>
                    <a:pt x="64040" y="110514"/>
                    <a:pt x="62849" y="110474"/>
                    <a:pt x="61665" y="110353"/>
                  </a:cubicBezTo>
                  <a:cubicBezTo>
                    <a:pt x="32887" y="109367"/>
                    <a:pt x="9549" y="85888"/>
                    <a:pt x="8716" y="56913"/>
                  </a:cubicBezTo>
                  <a:cubicBezTo>
                    <a:pt x="8945" y="28968"/>
                    <a:pt x="31591" y="6531"/>
                    <a:pt x="59283" y="6531"/>
                  </a:cubicBezTo>
                  <a:cubicBezTo>
                    <a:pt x="60325" y="6531"/>
                    <a:pt x="61355" y="6531"/>
                    <a:pt x="62426" y="6632"/>
                  </a:cubicBezTo>
                  <a:cubicBezTo>
                    <a:pt x="91216" y="7774"/>
                    <a:pt x="114542" y="31378"/>
                    <a:pt x="115371" y="60353"/>
                  </a:cubicBezTo>
                  <a:lnTo>
                    <a:pt x="115371" y="60535"/>
                  </a:lnTo>
                  <a:cubicBezTo>
                    <a:pt x="115353" y="73841"/>
                    <a:pt x="110016" y="86593"/>
                    <a:pt x="100547" y="95944"/>
                  </a:cubicBezTo>
                  <a:cubicBezTo>
                    <a:pt x="91173" y="105287"/>
                    <a:pt x="78466" y="110518"/>
                    <a:pt x="65230" y="110482"/>
                  </a:cubicBezTo>
                  <a:close/>
                  <a:moveTo>
                    <a:pt x="59327" y="17355"/>
                  </a:moveTo>
                  <a:cubicBezTo>
                    <a:pt x="48871" y="17319"/>
                    <a:pt x="38828" y="21435"/>
                    <a:pt x="31406" y="28799"/>
                  </a:cubicBezTo>
                  <a:cubicBezTo>
                    <a:pt x="23867" y="36174"/>
                    <a:pt x="19594" y="46266"/>
                    <a:pt x="19540" y="56813"/>
                  </a:cubicBezTo>
                  <a:cubicBezTo>
                    <a:pt x="20204" y="79897"/>
                    <a:pt x="38963" y="98753"/>
                    <a:pt x="62229" y="99557"/>
                  </a:cubicBezTo>
                  <a:cubicBezTo>
                    <a:pt x="63371" y="99642"/>
                    <a:pt x="64285" y="99614"/>
                    <a:pt x="65218" y="99670"/>
                  </a:cubicBezTo>
                  <a:cubicBezTo>
                    <a:pt x="75600" y="99698"/>
                    <a:pt x="85567" y="95598"/>
                    <a:pt x="92922" y="88270"/>
                  </a:cubicBezTo>
                  <a:cubicBezTo>
                    <a:pt x="100319" y="80951"/>
                    <a:pt x="104500" y="70992"/>
                    <a:pt x="104543" y="60587"/>
                  </a:cubicBezTo>
                  <a:cubicBezTo>
                    <a:pt x="103839" y="37305"/>
                    <a:pt x="85092" y="18365"/>
                    <a:pt x="61826" y="17448"/>
                  </a:cubicBezTo>
                  <a:cubicBezTo>
                    <a:pt x="60848" y="17371"/>
                    <a:pt x="60116" y="17355"/>
                    <a:pt x="59327" y="17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4"/>
            <p:cNvSpPr/>
            <p:nvPr/>
          </p:nvSpPr>
          <p:spPr>
            <a:xfrm>
              <a:off x="4690629" y="758782"/>
              <a:ext cx="2086829" cy="1450349"/>
            </a:xfrm>
            <a:custGeom>
              <a:avLst/>
              <a:gdLst/>
              <a:ahLst/>
              <a:cxnLst/>
              <a:rect l="l" t="t" r="r" b="b"/>
              <a:pathLst>
                <a:path w="3379480" h="2348744" extrusionOk="0">
                  <a:moveTo>
                    <a:pt x="3366117" y="1732347"/>
                  </a:moveTo>
                  <a:cubicBezTo>
                    <a:pt x="2200948" y="1635515"/>
                    <a:pt x="1081804" y="1843903"/>
                    <a:pt x="29209" y="2352886"/>
                  </a:cubicBezTo>
                  <a:cubicBezTo>
                    <a:pt x="17943" y="2358660"/>
                    <a:pt x="8716" y="2353610"/>
                    <a:pt x="8716" y="2341619"/>
                  </a:cubicBezTo>
                  <a:lnTo>
                    <a:pt x="8716" y="682050"/>
                  </a:lnTo>
                  <a:cubicBezTo>
                    <a:pt x="9702" y="668599"/>
                    <a:pt x="17407" y="656548"/>
                    <a:pt x="29209" y="650013"/>
                  </a:cubicBezTo>
                  <a:cubicBezTo>
                    <a:pt x="1081836" y="141316"/>
                    <a:pt x="2200948" y="-67069"/>
                    <a:pt x="3366117" y="29474"/>
                  </a:cubicBezTo>
                  <a:cubicBezTo>
                    <a:pt x="3378399" y="30766"/>
                    <a:pt x="3387833" y="40942"/>
                    <a:pt x="3388195" y="53287"/>
                  </a:cubicBezTo>
                  <a:lnTo>
                    <a:pt x="3388195" y="1712868"/>
                  </a:lnTo>
                  <a:cubicBezTo>
                    <a:pt x="3388291" y="1723628"/>
                    <a:pt x="3379648" y="1732424"/>
                    <a:pt x="3368891" y="1732520"/>
                  </a:cubicBezTo>
                  <a:cubicBezTo>
                    <a:pt x="3368888" y="1732520"/>
                    <a:pt x="3368884" y="1732520"/>
                    <a:pt x="3368881" y="1732520"/>
                  </a:cubicBezTo>
                  <a:cubicBezTo>
                    <a:pt x="3367957" y="1732528"/>
                    <a:pt x="3367033" y="1732472"/>
                    <a:pt x="3366117" y="1732347"/>
                  </a:cubicBezTo>
                  <a:close/>
                  <a:moveTo>
                    <a:pt x="49698" y="2299060"/>
                  </a:moveTo>
                  <a:cubicBezTo>
                    <a:pt x="1089751" y="1800462"/>
                    <a:pt x="2194184" y="1595397"/>
                    <a:pt x="3343604" y="1686890"/>
                  </a:cubicBezTo>
                  <a:lnTo>
                    <a:pt x="3343604" y="70606"/>
                  </a:lnTo>
                  <a:cubicBezTo>
                    <a:pt x="2194164" y="-20888"/>
                    <a:pt x="1089751" y="184177"/>
                    <a:pt x="49719" y="68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4"/>
            <p:cNvSpPr/>
            <p:nvPr/>
          </p:nvSpPr>
          <p:spPr>
            <a:xfrm>
              <a:off x="4686175" y="754384"/>
              <a:ext cx="2095751" cy="1459205"/>
            </a:xfrm>
            <a:custGeom>
              <a:avLst/>
              <a:gdLst/>
              <a:ahLst/>
              <a:cxnLst/>
              <a:rect l="l" t="t" r="r" b="b"/>
              <a:pathLst>
                <a:path w="3393929" h="2363085" extrusionOk="0">
                  <a:moveTo>
                    <a:pt x="27584" y="2369616"/>
                  </a:moveTo>
                  <a:cubicBezTo>
                    <a:pt x="24131" y="2369653"/>
                    <a:pt x="20735" y="2368731"/>
                    <a:pt x="17778" y="2366952"/>
                  </a:cubicBezTo>
                  <a:cubicBezTo>
                    <a:pt x="12011" y="2363443"/>
                    <a:pt x="8716" y="2356804"/>
                    <a:pt x="8716" y="2348756"/>
                  </a:cubicBezTo>
                  <a:lnTo>
                    <a:pt x="8716" y="689179"/>
                  </a:lnTo>
                  <a:cubicBezTo>
                    <a:pt x="9899" y="672718"/>
                    <a:pt x="18944" y="658598"/>
                    <a:pt x="32927" y="650832"/>
                  </a:cubicBezTo>
                  <a:cubicBezTo>
                    <a:pt x="1085876" y="141950"/>
                    <a:pt x="2209813" y="-67102"/>
                    <a:pt x="3373939" y="29420"/>
                  </a:cubicBezTo>
                  <a:cubicBezTo>
                    <a:pt x="3389849" y="31078"/>
                    <a:pt x="3402100" y="44212"/>
                    <a:pt x="3402645" y="60199"/>
                  </a:cubicBezTo>
                  <a:lnTo>
                    <a:pt x="3402645" y="1719989"/>
                  </a:lnTo>
                  <a:cubicBezTo>
                    <a:pt x="3402715" y="1734700"/>
                    <a:pt x="3390893" y="1746703"/>
                    <a:pt x="3376184" y="1746860"/>
                  </a:cubicBezTo>
                  <a:cubicBezTo>
                    <a:pt x="3374974" y="1746880"/>
                    <a:pt x="3373763" y="1746807"/>
                    <a:pt x="3372563" y="1746646"/>
                  </a:cubicBezTo>
                  <a:cubicBezTo>
                    <a:pt x="2211060" y="1650144"/>
                    <a:pt x="1089683" y="1858721"/>
                    <a:pt x="39563" y="2366525"/>
                  </a:cubicBezTo>
                  <a:cubicBezTo>
                    <a:pt x="35547" y="2368573"/>
                    <a:pt x="31447" y="2369616"/>
                    <a:pt x="27584" y="2369616"/>
                  </a:cubicBezTo>
                  <a:close/>
                  <a:moveTo>
                    <a:pt x="2824843" y="20979"/>
                  </a:moveTo>
                  <a:cubicBezTo>
                    <a:pt x="1858366" y="20979"/>
                    <a:pt x="923765" y="236333"/>
                    <a:pt x="39566" y="663640"/>
                  </a:cubicBezTo>
                  <a:cubicBezTo>
                    <a:pt x="30062" y="669016"/>
                    <a:pt x="23890" y="678806"/>
                    <a:pt x="23137" y="689698"/>
                  </a:cubicBezTo>
                  <a:lnTo>
                    <a:pt x="23137" y="2348756"/>
                  </a:lnTo>
                  <a:cubicBezTo>
                    <a:pt x="23137" y="2351661"/>
                    <a:pt x="23942" y="2353802"/>
                    <a:pt x="25294" y="2354647"/>
                  </a:cubicBezTo>
                  <a:cubicBezTo>
                    <a:pt x="26928" y="2355621"/>
                    <a:pt x="29917" y="2355239"/>
                    <a:pt x="33116" y="2353593"/>
                  </a:cubicBezTo>
                  <a:cubicBezTo>
                    <a:pt x="1085836" y="1844558"/>
                    <a:pt x="2209801" y="1635529"/>
                    <a:pt x="3373939" y="1732294"/>
                  </a:cubicBezTo>
                  <a:lnTo>
                    <a:pt x="3374341" y="1732334"/>
                  </a:lnTo>
                  <a:cubicBezTo>
                    <a:pt x="3374897" y="1732414"/>
                    <a:pt x="3375458" y="1732446"/>
                    <a:pt x="3376019" y="1732434"/>
                  </a:cubicBezTo>
                  <a:cubicBezTo>
                    <a:pt x="3382809" y="1732378"/>
                    <a:pt x="3388270" y="1726833"/>
                    <a:pt x="3388224" y="1720045"/>
                  </a:cubicBezTo>
                  <a:lnTo>
                    <a:pt x="3388224" y="60408"/>
                  </a:lnTo>
                  <a:cubicBezTo>
                    <a:pt x="3387970" y="51938"/>
                    <a:pt x="3381246" y="44695"/>
                    <a:pt x="3372591" y="43782"/>
                  </a:cubicBezTo>
                  <a:cubicBezTo>
                    <a:pt x="3188996" y="28576"/>
                    <a:pt x="3006413" y="20975"/>
                    <a:pt x="2824843" y="20979"/>
                  </a:cubicBezTo>
                  <a:close/>
                  <a:moveTo>
                    <a:pt x="49698" y="2317640"/>
                  </a:moveTo>
                  <a:lnTo>
                    <a:pt x="49698" y="685381"/>
                  </a:lnTo>
                  <a:lnTo>
                    <a:pt x="53799" y="683405"/>
                  </a:lnTo>
                  <a:cubicBezTo>
                    <a:pt x="1092845" y="185258"/>
                    <a:pt x="2202248" y="-20962"/>
                    <a:pt x="3351406" y="70544"/>
                  </a:cubicBezTo>
                  <a:lnTo>
                    <a:pt x="3358045" y="71063"/>
                  </a:lnTo>
                  <a:lnTo>
                    <a:pt x="3358045" y="1701821"/>
                  </a:lnTo>
                  <a:lnTo>
                    <a:pt x="3350251" y="1701202"/>
                  </a:lnTo>
                  <a:cubicBezTo>
                    <a:pt x="2203781" y="1609938"/>
                    <a:pt x="1096772" y="1815667"/>
                    <a:pt x="60028" y="2312695"/>
                  </a:cubicBezTo>
                  <a:close/>
                  <a:moveTo>
                    <a:pt x="64128" y="694438"/>
                  </a:moveTo>
                  <a:lnTo>
                    <a:pt x="64128" y="2294741"/>
                  </a:lnTo>
                  <a:cubicBezTo>
                    <a:pt x="1097883" y="1801290"/>
                    <a:pt x="2201001" y="1596535"/>
                    <a:pt x="3343604" y="1686209"/>
                  </a:cubicBezTo>
                  <a:lnTo>
                    <a:pt x="3343604" y="84394"/>
                  </a:lnTo>
                  <a:cubicBezTo>
                    <a:pt x="2201021" y="-5446"/>
                    <a:pt x="1097646" y="199857"/>
                    <a:pt x="64128" y="694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7332CF8-BDE3-17E6-D026-2221723F8776}"/>
              </a:ext>
            </a:extLst>
          </p:cNvPr>
          <p:cNvSpPr/>
          <p:nvPr/>
        </p:nvSpPr>
        <p:spPr>
          <a:xfrm>
            <a:off x="713225" y="3413760"/>
            <a:ext cx="3190800" cy="80602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664</Words>
  <Application>Microsoft Office PowerPoint</Application>
  <PresentationFormat>On-screen Show (16:9)</PresentationFormat>
  <Paragraphs>163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Wingdings</vt:lpstr>
      <vt:lpstr>Times New Roman</vt:lpstr>
      <vt:lpstr>Asap</vt:lpstr>
      <vt:lpstr>Fira Sans Extra Condensed</vt:lpstr>
      <vt:lpstr>Titillium Web</vt:lpstr>
      <vt:lpstr>Calibri</vt:lpstr>
      <vt:lpstr>DM Sans</vt:lpstr>
      <vt:lpstr>Montserrat Medium</vt:lpstr>
      <vt:lpstr>Poppins</vt:lpstr>
      <vt:lpstr>Montserrat SemiBold</vt:lpstr>
      <vt:lpstr>Nunito Light</vt:lpstr>
      <vt:lpstr>Machine Learning in Biostatistics - Master of Science in Biostatistics by Slidesgo</vt:lpstr>
      <vt:lpstr>A Vision-Based Framework for PM2.5 Classification Using Supervised and Self-Supervised Learning </vt:lpstr>
      <vt:lpstr>PowerPoint Presentation</vt:lpstr>
      <vt:lpstr>01</vt:lpstr>
      <vt:lpstr>Model’s Used</vt:lpstr>
      <vt:lpstr>Momentum Contrast(MoCo) Architecture</vt:lpstr>
      <vt:lpstr>SimClr Framework</vt:lpstr>
      <vt:lpstr>How SimClr Work</vt:lpstr>
      <vt:lpstr>Masked Autoencoders(MAE) Architecture</vt:lpstr>
      <vt:lpstr>Byol Algorithm</vt:lpstr>
      <vt:lpstr>How it Works</vt:lpstr>
      <vt:lpstr>How it Works</vt:lpstr>
      <vt:lpstr>DINOv2 Architecture </vt:lpstr>
      <vt:lpstr>Performance Table Pre-Trained Model’s </vt:lpstr>
      <vt:lpstr>Performance Table Self Supervise Model’s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Fahimah Oishi</cp:lastModifiedBy>
  <cp:revision>4</cp:revision>
  <dcterms:modified xsi:type="dcterms:W3CDTF">2025-12-16T16:52:58Z</dcterms:modified>
</cp:coreProperties>
</file>